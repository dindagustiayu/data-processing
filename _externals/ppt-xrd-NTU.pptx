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99669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80731" y="141681"/>
            <a:ext cx="1506854" cy="75849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92923" y="153923"/>
            <a:ext cx="1437131" cy="6888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016" y="-28244"/>
            <a:ext cx="6895820" cy="953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1832" y="1082039"/>
            <a:ext cx="4020820" cy="2677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724783" y="6465214"/>
            <a:ext cx="169481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07542" y="6465214"/>
            <a:ext cx="33655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30234" y="6465214"/>
            <a:ext cx="24510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://research.ntu.edu.sg/facts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hyperlink" Target="https://www.bing.com/images/search?q=rock%2Bsalt&amp;view=detailv2&amp;&amp;id=8C1597EA52797FD6CCA98C01830802D96E0F9BF2&amp;selectedIndex=3&amp;ccid=7wXddItG&amp;simid=608048807707806767&amp;thid=OIP.Mef05dd748b46727c0feb31f94916cd8dH0" TargetMode="External"/><Relationship Id="rId5" Type="http://schemas.openxmlformats.org/officeDocument/2006/relationships/image" Target="../media/image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www.bing.com/images/search?q=rock%2Bsalt&amp;view=detailv2&amp;&amp;id=8C1597EA52797FD6CCA98C01830802D96E0F9BF2&amp;selectedIndex=3&amp;ccid=7wXddItG&amp;simid=608048807707806767&amp;thid=OIP.Mef05dd748b46727c0feb31f94916cd8dH0" TargetMode="External"/><Relationship Id="rId4" Type="http://schemas.openxmlformats.org/officeDocument/2006/relationships/image" Target="../media/image8.jpg"/><Relationship Id="rId5" Type="http://schemas.openxmlformats.org/officeDocument/2006/relationships/image" Target="../media/image13.jpg"/><Relationship Id="rId6" Type="http://schemas.openxmlformats.org/officeDocument/2006/relationships/image" Target="../media/image1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jpg"/><Relationship Id="rId7" Type="http://schemas.openxmlformats.org/officeDocument/2006/relationships/image" Target="../media/image3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jp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Relationship Id="rId4" Type="http://schemas.openxmlformats.org/officeDocument/2006/relationships/image" Target="../media/image60.jpg"/><Relationship Id="rId5" Type="http://schemas.openxmlformats.org/officeDocument/2006/relationships/image" Target="../media/image61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jp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jp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737" y="398566"/>
            <a:ext cx="3595022" cy="135031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6458711" y="525780"/>
            <a:ext cx="2355850" cy="1159510"/>
            <a:chOff x="6458711" y="525780"/>
            <a:chExt cx="2355850" cy="115951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5463" y="532484"/>
              <a:ext cx="2348971" cy="115267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8711" y="525780"/>
              <a:ext cx="2298191" cy="1101852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20851" y="2682697"/>
            <a:ext cx="5295900" cy="159004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dirty="0" sz="5400" b="1" i="1">
                <a:solidFill>
                  <a:srgbClr val="C00000"/>
                </a:solidFill>
                <a:latin typeface="Calibri"/>
                <a:cs typeface="Calibri"/>
              </a:rPr>
              <a:t>X-ray</a:t>
            </a:r>
            <a:r>
              <a:rPr dirty="0" sz="5400" spc="-55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5400" b="1" i="1">
                <a:solidFill>
                  <a:srgbClr val="C00000"/>
                </a:solidFill>
                <a:latin typeface="Calibri"/>
                <a:cs typeface="Calibri"/>
              </a:rPr>
              <a:t>Cluster</a:t>
            </a:r>
            <a:r>
              <a:rPr dirty="0" sz="5400" spc="-5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5400" b="1" i="1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dirty="0" sz="5400" spc="-45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5400" b="1" i="1">
                <a:solidFill>
                  <a:srgbClr val="C00000"/>
                </a:solidFill>
                <a:latin typeface="Calibri"/>
                <a:cs typeface="Calibri"/>
              </a:rPr>
              <a:t>&amp;</a:t>
            </a:r>
            <a:r>
              <a:rPr dirty="0" sz="5400" spc="-45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5400" spc="-50" b="1" i="1">
                <a:solidFill>
                  <a:srgbClr val="C00000"/>
                </a:solidFill>
                <a:latin typeface="Calibri"/>
                <a:cs typeface="Calibri"/>
              </a:rPr>
              <a:t>2 </a:t>
            </a:r>
            <a:r>
              <a:rPr dirty="0" sz="5400" spc="-10" b="1" i="1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19327" y="5194503"/>
            <a:ext cx="257619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i="1">
                <a:solidFill>
                  <a:srgbClr val="1F4E79"/>
                </a:solidFill>
                <a:latin typeface="Calibri"/>
                <a:cs typeface="Calibri"/>
              </a:rPr>
              <a:t>FACTS</a:t>
            </a:r>
            <a:r>
              <a:rPr dirty="0" sz="2400" spc="-75" i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spc="-20" i="1">
                <a:solidFill>
                  <a:srgbClr val="1F4E79"/>
                </a:solidFill>
                <a:latin typeface="Calibri"/>
                <a:cs typeface="Calibri"/>
              </a:rPr>
              <a:t>X-</a:t>
            </a:r>
            <a:r>
              <a:rPr dirty="0" sz="2400" i="1">
                <a:solidFill>
                  <a:srgbClr val="1F4E79"/>
                </a:solidFill>
                <a:latin typeface="Calibri"/>
                <a:cs typeface="Calibri"/>
              </a:rPr>
              <a:t>ray</a:t>
            </a:r>
            <a:r>
              <a:rPr dirty="0" sz="2400" spc="-55" i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1F4E79"/>
                </a:solidFill>
                <a:latin typeface="Calibri"/>
                <a:cs typeface="Calibri"/>
              </a:rPr>
              <a:t>Scientist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40891" y="5792723"/>
            <a:ext cx="3325495" cy="36893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4000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5"/>
              </a:rPr>
              <a:t>http://research.ntu.edu.sg/facts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29412" y="6356603"/>
            <a:ext cx="1341120" cy="364490"/>
          </a:xfrm>
          <a:custGeom>
            <a:avLst/>
            <a:gdLst/>
            <a:ahLst/>
            <a:cxnLst/>
            <a:rect l="l" t="t" r="r" b="b"/>
            <a:pathLst>
              <a:path w="1341120" h="364490">
                <a:moveTo>
                  <a:pt x="1341120" y="0"/>
                </a:moveTo>
                <a:lnTo>
                  <a:pt x="0" y="0"/>
                </a:lnTo>
                <a:lnTo>
                  <a:pt x="0" y="364236"/>
                </a:lnTo>
                <a:lnTo>
                  <a:pt x="1341120" y="364236"/>
                </a:lnTo>
                <a:lnTo>
                  <a:pt x="1341120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07542" y="6465214"/>
            <a:ext cx="11188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 b="1">
                <a:solidFill>
                  <a:srgbClr val="1F4E79"/>
                </a:solidFill>
                <a:latin typeface="Calibri"/>
                <a:cs typeface="Calibri"/>
              </a:rPr>
              <a:t>Version</a:t>
            </a:r>
            <a:r>
              <a:rPr dirty="0" sz="1200" spc="-4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4E79"/>
                </a:solidFill>
                <a:latin typeface="Calibri"/>
                <a:cs typeface="Calibri"/>
              </a:rPr>
              <a:t>2020.001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55194"/>
            <a:ext cx="17189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Contents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707542" y="1004912"/>
            <a:ext cx="6426200" cy="29686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374650" indent="-361950">
              <a:lnSpc>
                <a:spcPct val="100000"/>
              </a:lnSpc>
              <a:spcBef>
                <a:spcPts val="775"/>
              </a:spcBef>
              <a:buFont typeface="Wingdings"/>
              <a:buChar char=""/>
              <a:tabLst>
                <a:tab pos="374650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Background</a:t>
            </a:r>
            <a:r>
              <a:rPr dirty="0" sz="28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on</a:t>
            </a:r>
            <a:r>
              <a:rPr dirty="0" sz="28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X-</a:t>
            </a:r>
            <a:r>
              <a:rPr dirty="0" sz="2800" spc="-20">
                <a:solidFill>
                  <a:srgbClr val="44536A"/>
                </a:solidFill>
                <a:latin typeface="Calibri"/>
                <a:cs typeface="Calibri"/>
              </a:rPr>
              <a:t>rays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Wingdings"/>
              <a:buChar char=""/>
              <a:tabLst>
                <a:tab pos="241300" algn="l"/>
                <a:tab pos="374650" algn="l"/>
              </a:tabLst>
            </a:pP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X-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ray</a:t>
            </a:r>
            <a:r>
              <a:rPr dirty="0" sz="28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diffraction</a:t>
            </a:r>
            <a:r>
              <a:rPr dirty="0" sz="28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analysis</a:t>
            </a:r>
            <a:r>
              <a:rPr dirty="0" sz="28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polycrystalline materials</a:t>
            </a:r>
            <a:endParaRPr sz="2800">
              <a:latin typeface="Calibri"/>
              <a:cs typeface="Calibri"/>
            </a:endParaRPr>
          </a:p>
          <a:p>
            <a:pPr marL="374650" indent="-361950">
              <a:lnSpc>
                <a:spcPct val="100000"/>
              </a:lnSpc>
              <a:spcBef>
                <a:spcPts val="620"/>
              </a:spcBef>
              <a:buFont typeface="Wingdings"/>
              <a:buChar char=""/>
              <a:tabLst>
                <a:tab pos="374650" algn="l"/>
              </a:tabLst>
            </a:pP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Diffraction</a:t>
            </a:r>
            <a:r>
              <a:rPr dirty="0" sz="2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geometry:</a:t>
            </a:r>
            <a:r>
              <a:rPr dirty="0" sz="2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BBG</a:t>
            </a:r>
            <a:r>
              <a:rPr dirty="0" sz="2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vs</a:t>
            </a:r>
            <a:r>
              <a:rPr dirty="0" sz="2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GIXRD</a:t>
            </a:r>
            <a:endParaRPr sz="2800">
              <a:latin typeface="Calibri"/>
              <a:cs typeface="Calibri"/>
            </a:endParaRPr>
          </a:p>
          <a:p>
            <a:pPr marL="374650" indent="-361950">
              <a:lnSpc>
                <a:spcPct val="100000"/>
              </a:lnSpc>
              <a:spcBef>
                <a:spcPts val="665"/>
              </a:spcBef>
              <a:buFont typeface="Wingdings"/>
              <a:buChar char=""/>
              <a:tabLst>
                <a:tab pos="374650" algn="l"/>
              </a:tabLst>
            </a:pPr>
            <a:r>
              <a:rPr dirty="0" sz="2800" spc="-25">
                <a:solidFill>
                  <a:srgbClr val="44536A"/>
                </a:solidFill>
                <a:latin typeface="Calibri"/>
                <a:cs typeface="Calibri"/>
              </a:rPr>
              <a:t>Hands-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on</a:t>
            </a:r>
            <a:r>
              <a:rPr dirty="0" sz="2800" spc="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training</a:t>
            </a:r>
            <a:endParaRPr sz="2800">
              <a:latin typeface="Calibri"/>
              <a:cs typeface="Calibri"/>
            </a:endParaRPr>
          </a:p>
          <a:p>
            <a:pPr marL="374650" indent="-361950">
              <a:lnSpc>
                <a:spcPct val="100000"/>
              </a:lnSpc>
              <a:spcBef>
                <a:spcPts val="670"/>
              </a:spcBef>
              <a:buFont typeface="Wingdings"/>
              <a:buChar char=""/>
              <a:tabLst>
                <a:tab pos="374650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Other</a:t>
            </a:r>
            <a:r>
              <a:rPr dirty="0" sz="28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matters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40"/>
              <a:t> </a:t>
            </a:r>
            <a:r>
              <a:rPr dirty="0" spc="-10"/>
              <a:t>radiation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1544" y="1813560"/>
            <a:ext cx="2731135" cy="9239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1750" rIns="0" bIns="0" rtlCol="0" vert="horz">
            <a:spAutoFit/>
          </a:bodyPr>
          <a:lstStyle/>
          <a:p>
            <a:pPr marL="287020" indent="-198120">
              <a:lnSpc>
                <a:spcPct val="100000"/>
              </a:lnSpc>
              <a:spcBef>
                <a:spcPts val="250"/>
              </a:spcBef>
              <a:buSzPct val="94444"/>
              <a:buAutoNum type="romanUcPeriod" startAt="10"/>
              <a:tabLst>
                <a:tab pos="287020" algn="l"/>
              </a:tabLst>
            </a:pPr>
            <a:r>
              <a:rPr dirty="0" sz="1800" spc="-10" b="1">
                <a:solidFill>
                  <a:srgbClr val="1F4E79"/>
                </a:solidFill>
                <a:latin typeface="Calibri"/>
                <a:cs typeface="Calibri"/>
              </a:rPr>
              <a:t>rays</a:t>
            </a:r>
            <a:r>
              <a:rPr dirty="0" sz="1800" spc="-5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F4E79"/>
                </a:solidFill>
                <a:latin typeface="Calibri"/>
                <a:cs typeface="Calibri"/>
              </a:rPr>
              <a:t>are</a:t>
            </a:r>
            <a:r>
              <a:rPr dirty="0" sz="1800" spc="-4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F4E79"/>
                </a:solidFill>
                <a:latin typeface="Calibri"/>
                <a:cs typeface="Calibri"/>
              </a:rPr>
              <a:t>EM</a:t>
            </a:r>
            <a:r>
              <a:rPr dirty="0" sz="1800" spc="-4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F4E79"/>
                </a:solidFill>
                <a:latin typeface="Calibri"/>
                <a:cs typeface="Calibri"/>
              </a:rPr>
              <a:t>waves</a:t>
            </a:r>
            <a:r>
              <a:rPr dirty="0" sz="1800" spc="-6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F4E79"/>
                </a:solidFill>
                <a:latin typeface="Calibri"/>
                <a:cs typeface="Calibri"/>
              </a:rPr>
              <a:t>with:</a:t>
            </a:r>
            <a:endParaRPr sz="1800">
              <a:latin typeface="Calibri"/>
              <a:cs typeface="Calibri"/>
            </a:endParaRPr>
          </a:p>
          <a:p>
            <a:pPr lvl="1" marL="429895" indent="-338455">
              <a:lnSpc>
                <a:spcPct val="100000"/>
              </a:lnSpc>
              <a:buFont typeface="Wingdings"/>
              <a:buChar char=""/>
              <a:tabLst>
                <a:tab pos="429895" algn="l"/>
              </a:tabLst>
            </a:pP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λ =</a:t>
            </a:r>
            <a:r>
              <a:rPr dirty="0" sz="1800" spc="-2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0.01</a:t>
            </a:r>
            <a:r>
              <a:rPr dirty="0" sz="1800" spc="-1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–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10</a:t>
            </a:r>
            <a:r>
              <a:rPr dirty="0" sz="1800" spc="-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F4E79"/>
                </a:solidFill>
                <a:latin typeface="Calibri"/>
                <a:cs typeface="Calibri"/>
              </a:rPr>
              <a:t>nm</a:t>
            </a:r>
            <a:endParaRPr sz="1800">
              <a:latin typeface="Calibri"/>
              <a:cs typeface="Calibri"/>
            </a:endParaRPr>
          </a:p>
          <a:p>
            <a:pPr lvl="1" marL="377190" indent="-285750">
              <a:lnSpc>
                <a:spcPct val="100000"/>
              </a:lnSpc>
              <a:buFont typeface="Wingdings"/>
              <a:buChar char=""/>
              <a:tabLst>
                <a:tab pos="377190" algn="l"/>
              </a:tabLst>
            </a:pP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E</a:t>
            </a:r>
            <a:r>
              <a:rPr dirty="0" sz="1800" spc="-2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= 0.125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–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125 </a:t>
            </a:r>
            <a:r>
              <a:rPr dirty="0" sz="1800" spc="-25">
                <a:solidFill>
                  <a:srgbClr val="1F4E79"/>
                </a:solidFill>
                <a:latin typeface="Calibri"/>
                <a:cs typeface="Calibri"/>
              </a:rPr>
              <a:t>keV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7355" y="1757974"/>
            <a:ext cx="5869649" cy="310735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108198" y="4935092"/>
            <a:ext cx="31597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http://commons.wikimedia.org/wiki/File:X-ray_applications.svg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325880" y="3292221"/>
            <a:ext cx="3331210" cy="2853055"/>
            <a:chOff x="1325880" y="3292221"/>
            <a:chExt cx="3331210" cy="2853055"/>
          </a:xfrm>
        </p:grpSpPr>
        <p:sp>
          <p:nvSpPr>
            <p:cNvPr id="7" name="object 7" descr=""/>
            <p:cNvSpPr/>
            <p:nvPr/>
          </p:nvSpPr>
          <p:spPr>
            <a:xfrm>
              <a:off x="3097530" y="3301746"/>
              <a:ext cx="1550035" cy="1534795"/>
            </a:xfrm>
            <a:custGeom>
              <a:avLst/>
              <a:gdLst/>
              <a:ahLst/>
              <a:cxnLst/>
              <a:rect l="l" t="t" r="r" b="b"/>
              <a:pathLst>
                <a:path w="1550035" h="1534795">
                  <a:moveTo>
                    <a:pt x="0" y="1534667"/>
                  </a:moveTo>
                  <a:lnTo>
                    <a:pt x="1549908" y="1534667"/>
                  </a:lnTo>
                  <a:lnTo>
                    <a:pt x="1549908" y="0"/>
                  </a:lnTo>
                  <a:lnTo>
                    <a:pt x="0" y="0"/>
                  </a:lnTo>
                  <a:lnTo>
                    <a:pt x="0" y="1534667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5880" y="4773168"/>
              <a:ext cx="1769364" cy="137160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2972561" y="1095502"/>
            <a:ext cx="4543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F4E79"/>
                </a:solidFill>
                <a:latin typeface="Calibri"/>
                <a:cs typeface="Calibri"/>
              </a:rPr>
              <a:t>Electromagnetic</a:t>
            </a:r>
            <a:r>
              <a:rPr dirty="0" sz="2400" spc="-6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F4E79"/>
                </a:solidFill>
                <a:latin typeface="Calibri"/>
                <a:cs typeface="Calibri"/>
              </a:rPr>
              <a:t>radiation</a:t>
            </a:r>
            <a:r>
              <a:rPr dirty="0" sz="2400" spc="-3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F4E79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1544" y="3624071"/>
            <a:ext cx="2731135" cy="12014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1115" rIns="0" bIns="0" rtlCol="0" vert="horz">
            <a:spAutoFit/>
          </a:bodyPr>
          <a:lstStyle/>
          <a:p>
            <a:pPr marL="91440" marR="231775">
              <a:lnSpc>
                <a:spcPct val="100000"/>
              </a:lnSpc>
              <a:spcBef>
                <a:spcPts val="245"/>
              </a:spcBef>
            </a:pP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X-rays</a:t>
            </a:r>
            <a:r>
              <a:rPr dirty="0" sz="1800" spc="-7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have</a:t>
            </a:r>
            <a:r>
              <a:rPr dirty="0" sz="1800" spc="-6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wavelength</a:t>
            </a:r>
            <a:r>
              <a:rPr dirty="0" sz="1800" spc="-6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F4E79"/>
                </a:solidFill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same</a:t>
            </a:r>
            <a:r>
              <a:rPr dirty="0" sz="1800" spc="-3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order</a:t>
            </a:r>
            <a:r>
              <a:rPr dirty="0" sz="1800" spc="-2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as</a:t>
            </a:r>
            <a:r>
              <a:rPr dirty="0" sz="1800" spc="-3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F4E79"/>
                </a:solidFill>
                <a:latin typeface="Calibri"/>
                <a:cs typeface="Calibri"/>
              </a:rPr>
              <a:t>the 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interatomic</a:t>
            </a:r>
            <a:r>
              <a:rPr dirty="0" sz="1800" spc="-4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distances</a:t>
            </a:r>
            <a:r>
              <a:rPr dirty="0" sz="1800" spc="-2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in</a:t>
            </a:r>
            <a:r>
              <a:rPr dirty="0" sz="1800" spc="-50">
                <a:solidFill>
                  <a:srgbClr val="1F4E79"/>
                </a:solidFill>
                <a:latin typeface="Calibri"/>
                <a:cs typeface="Calibri"/>
              </a:rPr>
              <a:t> a 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crystalline</a:t>
            </a:r>
            <a:r>
              <a:rPr dirty="0" sz="1800" spc="-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material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0588" y="5800445"/>
            <a:ext cx="145796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 MT"/>
                <a:cs typeface="Arial MT"/>
              </a:rPr>
              <a:t>NaCl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Space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group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225,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Fm-</a:t>
            </a:r>
            <a:r>
              <a:rPr dirty="0" sz="1000" spc="-25">
                <a:latin typeface="Arial MT"/>
                <a:cs typeface="Arial MT"/>
              </a:rPr>
              <a:t>3m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=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0.562</a:t>
            </a:r>
            <a:r>
              <a:rPr dirty="0" sz="1000" spc="-25">
                <a:latin typeface="Arial MT"/>
                <a:cs typeface="Arial MT"/>
              </a:rPr>
              <a:t> nm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2" name="object 12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544" y="4916423"/>
            <a:ext cx="1301496" cy="819912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40"/>
              <a:t> </a:t>
            </a:r>
            <a:r>
              <a:rPr dirty="0" spc="-10"/>
              <a:t>safety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707542" y="1051082"/>
            <a:ext cx="7661275" cy="493014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Dangers</a:t>
            </a:r>
            <a:endParaRPr sz="2800">
              <a:latin typeface="Calibri"/>
              <a:cs typeface="Calibri"/>
            </a:endParaRPr>
          </a:p>
          <a:p>
            <a:pPr marL="697865" marR="756920" indent="-228600">
              <a:lnSpc>
                <a:spcPts val="2570"/>
              </a:lnSpc>
              <a:spcBef>
                <a:spcPts val="615"/>
              </a:spcBef>
              <a:buFont typeface="Wingdings"/>
              <a:buChar char=""/>
              <a:tabLst>
                <a:tab pos="697865" algn="l"/>
                <a:tab pos="808355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ionising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radiation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(</a:t>
            </a:r>
            <a:r>
              <a:rPr dirty="0" sz="2400">
                <a:solidFill>
                  <a:srgbClr val="44536A"/>
                </a:solidFill>
                <a:latin typeface="Symbol"/>
                <a:cs typeface="Symbol"/>
              </a:rPr>
              <a:t>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&lt;100nm),</a:t>
            </a:r>
            <a:r>
              <a:rPr dirty="0" sz="2400" spc="-1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includes</a:t>
            </a:r>
            <a:r>
              <a:rPr dirty="0" sz="24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4536A"/>
                </a:solidFill>
                <a:latin typeface="Calibri"/>
                <a:cs typeface="Calibri"/>
              </a:rPr>
              <a:t>X-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rays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and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gamma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4536A"/>
                </a:solidFill>
                <a:latin typeface="Calibri"/>
                <a:cs typeface="Calibri"/>
              </a:rPr>
              <a:t>rays</a:t>
            </a:r>
            <a:endParaRPr sz="2400">
              <a:latin typeface="Calibri"/>
              <a:cs typeface="Calibri"/>
            </a:endParaRPr>
          </a:p>
          <a:p>
            <a:pPr marL="808990" indent="-339090">
              <a:lnSpc>
                <a:spcPct val="100000"/>
              </a:lnSpc>
              <a:spcBef>
                <a:spcPts val="180"/>
              </a:spcBef>
              <a:buFont typeface="Wingdings"/>
              <a:buChar char=""/>
              <a:tabLst>
                <a:tab pos="80899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Biological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effects</a:t>
            </a:r>
            <a:r>
              <a:rPr dirty="0" sz="24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(somatic</a:t>
            </a:r>
            <a:r>
              <a:rPr dirty="0" sz="24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&amp;</a:t>
            </a:r>
            <a:r>
              <a:rPr dirty="0" sz="24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genetic),</a:t>
            </a:r>
            <a:r>
              <a:rPr dirty="0" sz="24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Carcinogen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Precautions</a:t>
            </a:r>
            <a:endParaRPr sz="2800">
              <a:latin typeface="Calibri"/>
              <a:cs typeface="Calibri"/>
            </a:endParaRPr>
          </a:p>
          <a:p>
            <a:pPr marL="697865" marR="5080" indent="-228600">
              <a:lnSpc>
                <a:spcPts val="2590"/>
              </a:lnSpc>
              <a:spcBef>
                <a:spcPts val="575"/>
              </a:spcBef>
              <a:buFont typeface="Wingdings"/>
              <a:buChar char=""/>
              <a:tabLst>
                <a:tab pos="697865" algn="l"/>
                <a:tab pos="808355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Exposure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limits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(radiation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worker</a:t>
            </a:r>
            <a:r>
              <a:rPr dirty="0" sz="24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@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20</a:t>
            </a:r>
            <a:r>
              <a:rPr dirty="0" sz="2400" spc="-1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44536A"/>
                </a:solidFill>
                <a:latin typeface="Calibri"/>
                <a:cs typeface="Calibri"/>
              </a:rPr>
              <a:t>mSv/yr,</a:t>
            </a:r>
            <a:r>
              <a:rPr dirty="0" sz="24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Public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44536A"/>
                </a:solidFill>
                <a:latin typeface="Calibri"/>
                <a:cs typeface="Calibri"/>
              </a:rPr>
              <a:t>1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mSv/yr)</a:t>
            </a:r>
            <a:endParaRPr sz="2400">
              <a:latin typeface="Calibri"/>
              <a:cs typeface="Calibri"/>
            </a:endParaRPr>
          </a:p>
          <a:p>
            <a:pPr marL="808990" indent="-339090">
              <a:lnSpc>
                <a:spcPct val="100000"/>
              </a:lnSpc>
              <a:spcBef>
                <a:spcPts val="165"/>
              </a:spcBef>
              <a:buFont typeface="Wingdings"/>
              <a:buChar char=""/>
              <a:tabLst>
                <a:tab pos="80899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Protection</a:t>
            </a:r>
            <a:r>
              <a:rPr dirty="0" sz="24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(distance,</a:t>
            </a:r>
            <a:r>
              <a:rPr dirty="0" sz="24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shielding,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interlock,</a:t>
            </a:r>
            <a:r>
              <a:rPr dirty="0" sz="2400" spc="-9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reduce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time)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Monitoring</a:t>
            </a:r>
            <a:endParaRPr sz="2800">
              <a:latin typeface="Calibri"/>
              <a:cs typeface="Calibri"/>
            </a:endParaRPr>
          </a:p>
          <a:p>
            <a:pPr marL="808990" indent="-339090">
              <a:lnSpc>
                <a:spcPct val="100000"/>
              </a:lnSpc>
              <a:spcBef>
                <a:spcPts val="229"/>
              </a:spcBef>
              <a:buFont typeface="Wingdings"/>
              <a:buChar char=""/>
              <a:tabLst>
                <a:tab pos="80899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Radiation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survey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44536A"/>
                </a:solidFill>
                <a:latin typeface="Calibri"/>
                <a:cs typeface="Calibri"/>
              </a:rPr>
              <a:t>meter,</a:t>
            </a:r>
            <a:r>
              <a:rPr dirty="0" sz="2400" spc="-1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Area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radiation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monitors</a:t>
            </a:r>
            <a:endParaRPr sz="2400">
              <a:latin typeface="Calibri"/>
              <a:cs typeface="Calibri"/>
            </a:endParaRPr>
          </a:p>
          <a:p>
            <a:pPr marL="808990" indent="-339090">
              <a:lnSpc>
                <a:spcPct val="100000"/>
              </a:lnSpc>
              <a:spcBef>
                <a:spcPts val="215"/>
              </a:spcBef>
              <a:buFont typeface="Wingdings"/>
              <a:buChar char=""/>
              <a:tabLst>
                <a:tab pos="80899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Personal</a:t>
            </a:r>
            <a:r>
              <a:rPr dirty="0" sz="24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dosimeters</a:t>
            </a:r>
            <a:r>
              <a:rPr dirty="0" sz="24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(TLD,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electronic</a:t>
            </a:r>
            <a:r>
              <a:rPr dirty="0" sz="2400" spc="-1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dosimeters)</a:t>
            </a:r>
            <a:endParaRPr sz="2400">
              <a:latin typeface="Calibri"/>
              <a:cs typeface="Calibri"/>
            </a:endParaRPr>
          </a:p>
          <a:p>
            <a:pPr marL="809625" indent="-339725">
              <a:lnSpc>
                <a:spcPct val="100000"/>
              </a:lnSpc>
              <a:spcBef>
                <a:spcPts val="240"/>
              </a:spcBef>
              <a:buFont typeface="Wingdings"/>
              <a:buChar char=""/>
              <a:tabLst>
                <a:tab pos="809625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Background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radiation</a:t>
            </a:r>
            <a:r>
              <a:rPr dirty="0" sz="24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4536A"/>
                </a:solidFill>
                <a:latin typeface="Calibri"/>
                <a:cs typeface="Calibri"/>
              </a:rPr>
              <a:t>(~0.1-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0.3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Symbol"/>
                <a:cs typeface="Symbol"/>
              </a:rPr>
              <a:t>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Sv/hr)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55194"/>
            <a:ext cx="39585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10"/>
              <a:t> </a:t>
            </a:r>
            <a:r>
              <a:rPr dirty="0"/>
              <a:t>safety</a:t>
            </a:r>
            <a:r>
              <a:rPr dirty="0" spc="-105"/>
              <a:t> </a:t>
            </a:r>
            <a:r>
              <a:rPr dirty="0"/>
              <a:t>in</a:t>
            </a:r>
            <a:r>
              <a:rPr dirty="0" spc="-100"/>
              <a:t> </a:t>
            </a:r>
            <a:r>
              <a:rPr dirty="0" spc="-20"/>
              <a:t>FACTS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707542" y="1057732"/>
            <a:ext cx="7479665" cy="4890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4165" indent="-295275">
              <a:lnSpc>
                <a:spcPts val="3335"/>
              </a:lnSpc>
              <a:spcBef>
                <a:spcPts val="95"/>
              </a:spcBef>
              <a:buSzPct val="96428"/>
              <a:buAutoNum type="romanUcPeriod" startAt="10"/>
              <a:tabLst>
                <a:tab pos="304165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ray</a:t>
            </a:r>
            <a:r>
              <a:rPr dirty="0" sz="2800" spc="-1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instruments</a:t>
            </a:r>
            <a:endParaRPr sz="2800">
              <a:latin typeface="Calibri"/>
              <a:cs typeface="Calibri"/>
            </a:endParaRPr>
          </a:p>
          <a:p>
            <a:pPr lvl="1" marL="777240" indent="-307340">
              <a:lnSpc>
                <a:spcPts val="2810"/>
              </a:lnSpc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IEC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61010-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1:2010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compliance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dirty="0" sz="24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newer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machines</a:t>
            </a:r>
            <a:endParaRPr sz="2400">
              <a:latin typeface="Calibri"/>
              <a:cs typeface="Calibri"/>
            </a:endParaRPr>
          </a:p>
          <a:p>
            <a:pPr lvl="1" marL="777240" indent="-307340">
              <a:lnSpc>
                <a:spcPts val="2800"/>
              </a:lnSpc>
              <a:buFont typeface="Wingdings"/>
              <a:buChar char=""/>
              <a:tabLst>
                <a:tab pos="777240" algn="l"/>
              </a:tabLst>
            </a:pP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Safety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interlocks,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enclosure</a:t>
            </a:r>
            <a:endParaRPr sz="2400">
              <a:latin typeface="Calibri"/>
              <a:cs typeface="Calibri"/>
            </a:endParaRPr>
          </a:p>
          <a:p>
            <a:pPr lvl="1" marL="777240" indent="-307340">
              <a:lnSpc>
                <a:spcPts val="2810"/>
              </a:lnSpc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L3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license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issued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by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NEA</a:t>
            </a:r>
            <a:endParaRPr sz="2400">
              <a:latin typeface="Calibri"/>
              <a:cs typeface="Calibri"/>
            </a:endParaRPr>
          </a:p>
          <a:p>
            <a:pPr lvl="1" marL="777240" indent="-307340">
              <a:lnSpc>
                <a:spcPts val="2845"/>
              </a:lnSpc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Room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with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card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controlled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access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3329"/>
              </a:lnSpc>
              <a:spcBef>
                <a:spcPts val="310"/>
              </a:spcBef>
            </a:pP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Instrument</a:t>
            </a:r>
            <a:r>
              <a:rPr dirty="0" sz="28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manager</a:t>
            </a:r>
            <a:endParaRPr sz="2800">
              <a:latin typeface="Calibri"/>
              <a:cs typeface="Calibri"/>
            </a:endParaRPr>
          </a:p>
          <a:p>
            <a:pPr lvl="1" marL="777240" indent="-307340">
              <a:lnSpc>
                <a:spcPts val="2810"/>
              </a:lnSpc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L5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license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issued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by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NEA</a:t>
            </a:r>
            <a:endParaRPr sz="2400">
              <a:latin typeface="Calibri"/>
              <a:cs typeface="Calibri"/>
            </a:endParaRPr>
          </a:p>
          <a:p>
            <a:pPr lvl="1" marL="697865" marR="5080" indent="-228600">
              <a:lnSpc>
                <a:spcPct val="80000"/>
              </a:lnSpc>
              <a:spcBef>
                <a:spcPts val="535"/>
              </a:spcBef>
              <a:buFont typeface="Wingdings"/>
              <a:buChar char=""/>
              <a:tabLst>
                <a:tab pos="697865" algn="l"/>
                <a:tab pos="776605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Familiar</a:t>
            </a:r>
            <a:r>
              <a:rPr dirty="0" sz="2400" spc="-9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with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instrument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4536A"/>
                </a:solidFill>
                <a:latin typeface="Calibri"/>
                <a:cs typeface="Calibri"/>
              </a:rPr>
              <a:t>set-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up,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proper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operation</a:t>
            </a:r>
            <a:r>
              <a:rPr dirty="0" sz="24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and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  <a:p>
            <a:pPr lvl="1" marL="777240" indent="-307340">
              <a:lnSpc>
                <a:spcPts val="2810"/>
              </a:lnSpc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Basic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instrument</a:t>
            </a:r>
            <a:r>
              <a:rPr dirty="0" sz="24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4536A"/>
                </a:solidFill>
                <a:latin typeface="Calibri"/>
                <a:cs typeface="Calibri"/>
              </a:rPr>
              <a:t>trouble-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shooting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3329"/>
              </a:lnSpc>
              <a:spcBef>
                <a:spcPts val="310"/>
              </a:spcBef>
            </a:pPr>
            <a:r>
              <a:rPr dirty="0" sz="2800" spc="-20">
                <a:solidFill>
                  <a:srgbClr val="44536A"/>
                </a:solidFill>
                <a:latin typeface="Calibri"/>
                <a:cs typeface="Calibri"/>
              </a:rPr>
              <a:t>User</a:t>
            </a:r>
            <a:endParaRPr sz="2800">
              <a:latin typeface="Calibri"/>
              <a:cs typeface="Calibri"/>
            </a:endParaRPr>
          </a:p>
          <a:p>
            <a:pPr lvl="1" marL="777240" indent="-307340">
              <a:lnSpc>
                <a:spcPts val="2815"/>
              </a:lnSpc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3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ionising</a:t>
            </a:r>
            <a:r>
              <a:rPr dirty="0" sz="24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radiation</a:t>
            </a:r>
            <a:r>
              <a:rPr dirty="0" sz="24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e-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learning</a:t>
            </a:r>
            <a:r>
              <a:rPr dirty="0" sz="24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modules</a:t>
            </a:r>
            <a:endParaRPr sz="2400">
              <a:latin typeface="Calibri"/>
              <a:cs typeface="Calibri"/>
            </a:endParaRPr>
          </a:p>
          <a:p>
            <a:pPr lvl="1" marL="777240" indent="-307340">
              <a:lnSpc>
                <a:spcPts val="2845"/>
              </a:lnSpc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Personal</a:t>
            </a:r>
            <a:r>
              <a:rPr dirty="0" sz="2400" spc="-9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X-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ray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dosimeter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and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dosage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log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Generation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10"/>
              <a:t>X-</a:t>
            </a:r>
            <a:r>
              <a:rPr dirty="0" spc="-20"/>
              <a:t>rays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586671" y="1408471"/>
            <a:ext cx="3572510" cy="2778125"/>
            <a:chOff x="4586671" y="1408471"/>
            <a:chExt cx="3572510" cy="27781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6671" y="1408471"/>
              <a:ext cx="3572506" cy="277750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324093" y="3012233"/>
              <a:ext cx="2804160" cy="809625"/>
            </a:xfrm>
            <a:custGeom>
              <a:avLst/>
              <a:gdLst/>
              <a:ahLst/>
              <a:cxnLst/>
              <a:rect l="l" t="t" r="r" b="b"/>
              <a:pathLst>
                <a:path w="2804159" h="809625">
                  <a:moveTo>
                    <a:pt x="0" y="809196"/>
                  </a:moveTo>
                  <a:lnTo>
                    <a:pt x="10289" y="756818"/>
                  </a:lnTo>
                  <a:lnTo>
                    <a:pt x="20936" y="704454"/>
                  </a:lnTo>
                  <a:lnTo>
                    <a:pt x="32273" y="652097"/>
                  </a:lnTo>
                  <a:lnTo>
                    <a:pt x="44638" y="599740"/>
                  </a:lnTo>
                  <a:lnTo>
                    <a:pt x="58364" y="547376"/>
                  </a:lnTo>
                  <a:lnTo>
                    <a:pt x="73786" y="494998"/>
                  </a:lnTo>
                  <a:lnTo>
                    <a:pt x="88694" y="448809"/>
                  </a:lnTo>
                  <a:lnTo>
                    <a:pt x="105090" y="400831"/>
                  </a:lnTo>
                  <a:lnTo>
                    <a:pt x="122612" y="352403"/>
                  </a:lnTo>
                  <a:lnTo>
                    <a:pt x="140899" y="304861"/>
                  </a:lnTo>
                  <a:lnTo>
                    <a:pt x="159587" y="259542"/>
                  </a:lnTo>
                  <a:lnTo>
                    <a:pt x="178316" y="217785"/>
                  </a:lnTo>
                  <a:lnTo>
                    <a:pt x="196722" y="180927"/>
                  </a:lnTo>
                  <a:lnTo>
                    <a:pt x="229937" y="126472"/>
                  </a:lnTo>
                  <a:lnTo>
                    <a:pt x="264413" y="81708"/>
                  </a:lnTo>
                  <a:lnTo>
                    <a:pt x="297842" y="46231"/>
                  </a:lnTo>
                  <a:lnTo>
                    <a:pt x="327913" y="19637"/>
                  </a:lnTo>
                  <a:lnTo>
                    <a:pt x="378682" y="1031"/>
                  </a:lnTo>
                  <a:lnTo>
                    <a:pt x="400030" y="2278"/>
                  </a:lnTo>
                  <a:lnTo>
                    <a:pt x="418210" y="2619"/>
                  </a:lnTo>
                  <a:lnTo>
                    <a:pt x="430744" y="851"/>
                  </a:lnTo>
                  <a:lnTo>
                    <a:pt x="438657" y="0"/>
                  </a:lnTo>
                  <a:lnTo>
                    <a:pt x="446571" y="458"/>
                  </a:lnTo>
                  <a:lnTo>
                    <a:pt x="459104" y="2619"/>
                  </a:lnTo>
                  <a:lnTo>
                    <a:pt x="475946" y="4054"/>
                  </a:lnTo>
                  <a:lnTo>
                    <a:pt x="518773" y="11638"/>
                  </a:lnTo>
                  <a:lnTo>
                    <a:pt x="579720" y="50480"/>
                  </a:lnTo>
                  <a:lnTo>
                    <a:pt x="614525" y="79196"/>
                  </a:lnTo>
                  <a:lnTo>
                    <a:pt x="653030" y="112874"/>
                  </a:lnTo>
                  <a:lnTo>
                    <a:pt x="694450" y="150094"/>
                  </a:lnTo>
                  <a:lnTo>
                    <a:pt x="737996" y="189436"/>
                  </a:lnTo>
                  <a:lnTo>
                    <a:pt x="770861" y="219727"/>
                  </a:lnTo>
                  <a:lnTo>
                    <a:pt x="805828" y="252975"/>
                  </a:lnTo>
                  <a:lnTo>
                    <a:pt x="842323" y="288140"/>
                  </a:lnTo>
                  <a:lnTo>
                    <a:pt x="879773" y="324183"/>
                  </a:lnTo>
                  <a:lnTo>
                    <a:pt x="917605" y="360064"/>
                  </a:lnTo>
                  <a:lnTo>
                    <a:pt x="955246" y="394743"/>
                  </a:lnTo>
                  <a:lnTo>
                    <a:pt x="992123" y="427180"/>
                  </a:lnTo>
                  <a:lnTo>
                    <a:pt x="1035528" y="463644"/>
                  </a:lnTo>
                  <a:lnTo>
                    <a:pt x="1080191" y="500111"/>
                  </a:lnTo>
                  <a:lnTo>
                    <a:pt x="1124854" y="535400"/>
                  </a:lnTo>
                  <a:lnTo>
                    <a:pt x="1168258" y="568329"/>
                  </a:lnTo>
                  <a:lnTo>
                    <a:pt x="1209144" y="597716"/>
                  </a:lnTo>
                  <a:lnTo>
                    <a:pt x="1246251" y="622379"/>
                  </a:lnTo>
                  <a:lnTo>
                    <a:pt x="1291695" y="649944"/>
                  </a:lnTo>
                  <a:lnTo>
                    <a:pt x="1328816" y="668591"/>
                  </a:lnTo>
                  <a:lnTo>
                    <a:pt x="1365676" y="681118"/>
                  </a:lnTo>
                  <a:lnTo>
                    <a:pt x="1410334" y="690324"/>
                  </a:lnTo>
                  <a:lnTo>
                    <a:pt x="1453096" y="695883"/>
                  </a:lnTo>
                  <a:lnTo>
                    <a:pt x="1499259" y="698864"/>
                  </a:lnTo>
                  <a:lnTo>
                    <a:pt x="1548628" y="699066"/>
                  </a:lnTo>
                  <a:lnTo>
                    <a:pt x="1601009" y="696286"/>
                  </a:lnTo>
                  <a:lnTo>
                    <a:pt x="1656206" y="690324"/>
                  </a:lnTo>
                  <a:lnTo>
                    <a:pt x="1698400" y="682836"/>
                  </a:lnTo>
                  <a:lnTo>
                    <a:pt x="1743431" y="672101"/>
                  </a:lnTo>
                  <a:lnTo>
                    <a:pt x="1790294" y="659380"/>
                  </a:lnTo>
                  <a:lnTo>
                    <a:pt x="1837986" y="645934"/>
                  </a:lnTo>
                  <a:lnTo>
                    <a:pt x="1885503" y="633026"/>
                  </a:lnTo>
                  <a:lnTo>
                    <a:pt x="1931839" y="621917"/>
                  </a:lnTo>
                  <a:lnTo>
                    <a:pt x="1975992" y="613870"/>
                  </a:lnTo>
                  <a:lnTo>
                    <a:pt x="2026937" y="608548"/>
                  </a:lnTo>
                  <a:lnTo>
                    <a:pt x="2078660" y="606052"/>
                  </a:lnTo>
                  <a:lnTo>
                    <a:pt x="2129234" y="605440"/>
                  </a:lnTo>
                  <a:lnTo>
                    <a:pt x="2176728" y="605770"/>
                  </a:lnTo>
                  <a:lnTo>
                    <a:pt x="2219212" y="606100"/>
                  </a:lnTo>
                  <a:lnTo>
                    <a:pt x="2254757" y="605488"/>
                  </a:lnTo>
                  <a:lnTo>
                    <a:pt x="2288782" y="602730"/>
                  </a:lnTo>
                  <a:lnTo>
                    <a:pt x="2306542" y="599614"/>
                  </a:lnTo>
                  <a:lnTo>
                    <a:pt x="2323016" y="597308"/>
                  </a:lnTo>
                  <a:lnTo>
                    <a:pt x="2393782" y="598601"/>
                  </a:lnTo>
                  <a:lnTo>
                    <a:pt x="2444165" y="601516"/>
                  </a:lnTo>
                  <a:lnTo>
                    <a:pt x="2498023" y="605309"/>
                  </a:lnTo>
                  <a:lnTo>
                    <a:pt x="2549047" y="609565"/>
                  </a:lnTo>
                  <a:lnTo>
                    <a:pt x="2590927" y="613870"/>
                  </a:lnTo>
                  <a:lnTo>
                    <a:pt x="2628671" y="619269"/>
                  </a:lnTo>
                  <a:lnTo>
                    <a:pt x="2681063" y="631640"/>
                  </a:lnTo>
                  <a:lnTo>
                    <a:pt x="2731704" y="648614"/>
                  </a:lnTo>
                  <a:lnTo>
                    <a:pt x="2780547" y="670240"/>
                  </a:lnTo>
                  <a:lnTo>
                    <a:pt x="2804159" y="681815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556118" y="1184528"/>
            <a:ext cx="108458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1755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Characteristic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X-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ray</a:t>
            </a:r>
            <a:r>
              <a:rPr dirty="0" sz="14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radiation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122545" y="1179957"/>
            <a:ext cx="3492500" cy="1889760"/>
            <a:chOff x="5122545" y="1179957"/>
            <a:chExt cx="3492500" cy="1889760"/>
          </a:xfrm>
        </p:grpSpPr>
        <p:sp>
          <p:nvSpPr>
            <p:cNvPr id="8" name="object 8" descr=""/>
            <p:cNvSpPr/>
            <p:nvPr/>
          </p:nvSpPr>
          <p:spPr>
            <a:xfrm>
              <a:off x="5996940" y="1189227"/>
              <a:ext cx="966469" cy="1880235"/>
            </a:xfrm>
            <a:custGeom>
              <a:avLst/>
              <a:gdLst/>
              <a:ahLst/>
              <a:cxnLst/>
              <a:rect l="l" t="t" r="r" b="b"/>
              <a:pathLst>
                <a:path w="966470" h="1880235">
                  <a:moveTo>
                    <a:pt x="132588" y="1766443"/>
                  </a:moveTo>
                  <a:lnTo>
                    <a:pt x="130302" y="1757680"/>
                  </a:lnTo>
                  <a:lnTo>
                    <a:pt x="123444" y="1753743"/>
                  </a:lnTo>
                  <a:lnTo>
                    <a:pt x="116713" y="1749806"/>
                  </a:lnTo>
                  <a:lnTo>
                    <a:pt x="107950" y="1752092"/>
                  </a:lnTo>
                  <a:lnTo>
                    <a:pt x="104013" y="1758950"/>
                  </a:lnTo>
                  <a:lnTo>
                    <a:pt x="80632" y="1798993"/>
                  </a:lnTo>
                  <a:lnTo>
                    <a:pt x="80518" y="1851787"/>
                  </a:lnTo>
                  <a:lnTo>
                    <a:pt x="80518" y="1844675"/>
                  </a:lnTo>
                  <a:lnTo>
                    <a:pt x="80518" y="1799209"/>
                  </a:lnTo>
                  <a:lnTo>
                    <a:pt x="80518" y="1327658"/>
                  </a:lnTo>
                  <a:lnTo>
                    <a:pt x="51943" y="1327658"/>
                  </a:lnTo>
                  <a:lnTo>
                    <a:pt x="52057" y="1799209"/>
                  </a:lnTo>
                  <a:lnTo>
                    <a:pt x="51943" y="1851787"/>
                  </a:lnTo>
                  <a:lnTo>
                    <a:pt x="51943" y="1798993"/>
                  </a:lnTo>
                  <a:lnTo>
                    <a:pt x="28575" y="1758950"/>
                  </a:lnTo>
                  <a:lnTo>
                    <a:pt x="24638" y="1752092"/>
                  </a:lnTo>
                  <a:lnTo>
                    <a:pt x="15875" y="1749806"/>
                  </a:lnTo>
                  <a:lnTo>
                    <a:pt x="9144" y="1753743"/>
                  </a:lnTo>
                  <a:lnTo>
                    <a:pt x="2286" y="1757680"/>
                  </a:lnTo>
                  <a:lnTo>
                    <a:pt x="0" y="1766443"/>
                  </a:lnTo>
                  <a:lnTo>
                    <a:pt x="3937" y="1773301"/>
                  </a:lnTo>
                  <a:lnTo>
                    <a:pt x="66294" y="1880235"/>
                  </a:lnTo>
                  <a:lnTo>
                    <a:pt x="82880" y="1851787"/>
                  </a:lnTo>
                  <a:lnTo>
                    <a:pt x="128651" y="1773301"/>
                  </a:lnTo>
                  <a:lnTo>
                    <a:pt x="132588" y="1766443"/>
                  </a:lnTo>
                  <a:close/>
                </a:path>
                <a:path w="966470" h="1880235">
                  <a:moveTo>
                    <a:pt x="966216" y="742950"/>
                  </a:moveTo>
                  <a:lnTo>
                    <a:pt x="964057" y="734187"/>
                  </a:lnTo>
                  <a:lnTo>
                    <a:pt x="950595" y="726059"/>
                  </a:lnTo>
                  <a:lnTo>
                    <a:pt x="941832" y="728218"/>
                  </a:lnTo>
                  <a:lnTo>
                    <a:pt x="937641" y="735076"/>
                  </a:lnTo>
                  <a:lnTo>
                    <a:pt x="913841" y="774687"/>
                  </a:lnTo>
                  <a:lnTo>
                    <a:pt x="913231" y="820039"/>
                  </a:lnTo>
                  <a:lnTo>
                    <a:pt x="913218" y="820420"/>
                  </a:lnTo>
                  <a:lnTo>
                    <a:pt x="913841" y="774687"/>
                  </a:lnTo>
                  <a:lnTo>
                    <a:pt x="924306" y="508"/>
                  </a:lnTo>
                  <a:lnTo>
                    <a:pt x="895731" y="0"/>
                  </a:lnTo>
                  <a:lnTo>
                    <a:pt x="885939" y="724662"/>
                  </a:lnTo>
                  <a:lnTo>
                    <a:pt x="885825" y="732536"/>
                  </a:lnTo>
                  <a:lnTo>
                    <a:pt x="885710" y="741172"/>
                  </a:lnTo>
                  <a:lnTo>
                    <a:pt x="885596" y="749808"/>
                  </a:lnTo>
                  <a:lnTo>
                    <a:pt x="885317" y="774687"/>
                  </a:lnTo>
                  <a:lnTo>
                    <a:pt x="884948" y="797128"/>
                  </a:lnTo>
                  <a:lnTo>
                    <a:pt x="885253" y="774687"/>
                  </a:lnTo>
                  <a:lnTo>
                    <a:pt x="862393" y="734187"/>
                  </a:lnTo>
                  <a:lnTo>
                    <a:pt x="858520" y="727202"/>
                  </a:lnTo>
                  <a:lnTo>
                    <a:pt x="849757" y="724662"/>
                  </a:lnTo>
                  <a:lnTo>
                    <a:pt x="836041" y="732536"/>
                  </a:lnTo>
                  <a:lnTo>
                    <a:pt x="833628" y="741172"/>
                  </a:lnTo>
                  <a:lnTo>
                    <a:pt x="837565" y="748030"/>
                  </a:lnTo>
                  <a:lnTo>
                    <a:pt x="898398" y="855853"/>
                  </a:lnTo>
                  <a:lnTo>
                    <a:pt x="915339" y="827659"/>
                  </a:lnTo>
                  <a:lnTo>
                    <a:pt x="962152" y="749808"/>
                  </a:lnTo>
                  <a:lnTo>
                    <a:pt x="966216" y="7429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9483" y="1189228"/>
              <a:ext cx="132715" cy="23634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132070" y="1189482"/>
              <a:ext cx="3482975" cy="1335405"/>
            </a:xfrm>
            <a:custGeom>
              <a:avLst/>
              <a:gdLst/>
              <a:ahLst/>
              <a:cxnLst/>
              <a:rect l="l" t="t" r="r" b="b"/>
              <a:pathLst>
                <a:path w="3482975" h="1335405">
                  <a:moveTo>
                    <a:pt x="1763268" y="0"/>
                  </a:moveTo>
                  <a:lnTo>
                    <a:pt x="3482975" y="0"/>
                  </a:lnTo>
                </a:path>
                <a:path w="3482975" h="1335405">
                  <a:moveTo>
                    <a:pt x="0" y="1327403"/>
                  </a:moveTo>
                  <a:lnTo>
                    <a:pt x="921512" y="1335277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90880" y="1091311"/>
            <a:ext cx="31051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F4E79"/>
                </a:solidFill>
                <a:latin typeface="Calibri"/>
                <a:cs typeface="Calibri"/>
              </a:rPr>
              <a:t>Sealed</a:t>
            </a:r>
            <a:r>
              <a:rPr dirty="0" sz="1600" spc="-5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F4E79"/>
                </a:solidFill>
                <a:latin typeface="Calibri"/>
                <a:cs typeface="Calibri"/>
              </a:rPr>
              <a:t>Laboratory</a:t>
            </a:r>
            <a:r>
              <a:rPr dirty="0" sz="1600" spc="-3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F4E79"/>
                </a:solidFill>
                <a:latin typeface="Calibri"/>
                <a:cs typeface="Calibri"/>
              </a:rPr>
              <a:t>X-</a:t>
            </a:r>
            <a:r>
              <a:rPr dirty="0" sz="1600" b="1">
                <a:solidFill>
                  <a:srgbClr val="1F4E79"/>
                </a:solidFill>
                <a:latin typeface="Calibri"/>
                <a:cs typeface="Calibri"/>
              </a:rPr>
              <a:t>ray</a:t>
            </a:r>
            <a:r>
              <a:rPr dirty="0" sz="1600" spc="-4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F4E79"/>
                </a:solidFill>
                <a:latin typeface="Calibri"/>
                <a:cs typeface="Calibri"/>
              </a:rPr>
              <a:t>Tube</a:t>
            </a:r>
            <a:r>
              <a:rPr dirty="0" sz="1600" spc="-3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F4E79"/>
                </a:solidFill>
                <a:latin typeface="Calibri"/>
                <a:cs typeface="Calibri"/>
              </a:rPr>
              <a:t>Source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4659" y="1388363"/>
            <a:ext cx="3587565" cy="2967227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417677" y="4382261"/>
            <a:ext cx="272034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Calibri"/>
                <a:cs typeface="Calibri"/>
              </a:rPr>
              <a:t>Source: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“Ch.2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Experimental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Setups”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Powder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Diffraction </a:t>
            </a:r>
            <a:r>
              <a:rPr dirty="0" sz="800" spc="-10">
                <a:latin typeface="Calibri"/>
                <a:cs typeface="Calibri"/>
              </a:rPr>
              <a:t>Theory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latin typeface="Calibri"/>
                <a:cs typeface="Calibri"/>
              </a:rPr>
              <a:t>and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Practice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4" name="object 14" descr=""/>
          <p:cNvSpPr txBox="1"/>
          <p:nvPr/>
        </p:nvSpPr>
        <p:spPr>
          <a:xfrm>
            <a:off x="5114671" y="2015489"/>
            <a:ext cx="115633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Continuous</a:t>
            </a:r>
            <a:r>
              <a:rPr dirty="0" sz="1400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Calibri"/>
                <a:cs typeface="Calibri"/>
              </a:rPr>
              <a:t>or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White</a:t>
            </a:r>
            <a:r>
              <a:rPr dirty="0" sz="14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radiation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Generation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10"/>
              <a:t>X-</a:t>
            </a:r>
            <a:r>
              <a:rPr dirty="0" spc="-20"/>
              <a:t>rays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586671" y="1408471"/>
            <a:ext cx="3572510" cy="2778125"/>
            <a:chOff x="4586671" y="1408471"/>
            <a:chExt cx="3572510" cy="27781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6671" y="1408471"/>
              <a:ext cx="3572506" cy="277750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324093" y="3012233"/>
              <a:ext cx="2804160" cy="809625"/>
            </a:xfrm>
            <a:custGeom>
              <a:avLst/>
              <a:gdLst/>
              <a:ahLst/>
              <a:cxnLst/>
              <a:rect l="l" t="t" r="r" b="b"/>
              <a:pathLst>
                <a:path w="2804159" h="809625">
                  <a:moveTo>
                    <a:pt x="0" y="809196"/>
                  </a:moveTo>
                  <a:lnTo>
                    <a:pt x="10289" y="756818"/>
                  </a:lnTo>
                  <a:lnTo>
                    <a:pt x="20936" y="704454"/>
                  </a:lnTo>
                  <a:lnTo>
                    <a:pt x="32273" y="652097"/>
                  </a:lnTo>
                  <a:lnTo>
                    <a:pt x="44638" y="599740"/>
                  </a:lnTo>
                  <a:lnTo>
                    <a:pt x="58364" y="547376"/>
                  </a:lnTo>
                  <a:lnTo>
                    <a:pt x="73786" y="494998"/>
                  </a:lnTo>
                  <a:lnTo>
                    <a:pt x="88694" y="448809"/>
                  </a:lnTo>
                  <a:lnTo>
                    <a:pt x="105090" y="400831"/>
                  </a:lnTo>
                  <a:lnTo>
                    <a:pt x="122612" y="352403"/>
                  </a:lnTo>
                  <a:lnTo>
                    <a:pt x="140899" y="304861"/>
                  </a:lnTo>
                  <a:lnTo>
                    <a:pt x="159587" y="259542"/>
                  </a:lnTo>
                  <a:lnTo>
                    <a:pt x="178316" y="217785"/>
                  </a:lnTo>
                  <a:lnTo>
                    <a:pt x="196722" y="180927"/>
                  </a:lnTo>
                  <a:lnTo>
                    <a:pt x="229937" y="126472"/>
                  </a:lnTo>
                  <a:lnTo>
                    <a:pt x="264413" y="81708"/>
                  </a:lnTo>
                  <a:lnTo>
                    <a:pt x="297842" y="46231"/>
                  </a:lnTo>
                  <a:lnTo>
                    <a:pt x="327913" y="19637"/>
                  </a:lnTo>
                  <a:lnTo>
                    <a:pt x="378682" y="1031"/>
                  </a:lnTo>
                  <a:lnTo>
                    <a:pt x="400030" y="2278"/>
                  </a:lnTo>
                  <a:lnTo>
                    <a:pt x="418210" y="2619"/>
                  </a:lnTo>
                  <a:lnTo>
                    <a:pt x="430744" y="851"/>
                  </a:lnTo>
                  <a:lnTo>
                    <a:pt x="438657" y="0"/>
                  </a:lnTo>
                  <a:lnTo>
                    <a:pt x="446571" y="458"/>
                  </a:lnTo>
                  <a:lnTo>
                    <a:pt x="459104" y="2619"/>
                  </a:lnTo>
                  <a:lnTo>
                    <a:pt x="475946" y="4054"/>
                  </a:lnTo>
                  <a:lnTo>
                    <a:pt x="518773" y="11638"/>
                  </a:lnTo>
                  <a:lnTo>
                    <a:pt x="579720" y="50480"/>
                  </a:lnTo>
                  <a:lnTo>
                    <a:pt x="614525" y="79196"/>
                  </a:lnTo>
                  <a:lnTo>
                    <a:pt x="653030" y="112874"/>
                  </a:lnTo>
                  <a:lnTo>
                    <a:pt x="694450" y="150094"/>
                  </a:lnTo>
                  <a:lnTo>
                    <a:pt x="737996" y="189436"/>
                  </a:lnTo>
                  <a:lnTo>
                    <a:pt x="770861" y="219727"/>
                  </a:lnTo>
                  <a:lnTo>
                    <a:pt x="805828" y="252975"/>
                  </a:lnTo>
                  <a:lnTo>
                    <a:pt x="842323" y="288140"/>
                  </a:lnTo>
                  <a:lnTo>
                    <a:pt x="879773" y="324183"/>
                  </a:lnTo>
                  <a:lnTo>
                    <a:pt x="917605" y="360064"/>
                  </a:lnTo>
                  <a:lnTo>
                    <a:pt x="955246" y="394743"/>
                  </a:lnTo>
                  <a:lnTo>
                    <a:pt x="992123" y="427180"/>
                  </a:lnTo>
                  <a:lnTo>
                    <a:pt x="1035528" y="463644"/>
                  </a:lnTo>
                  <a:lnTo>
                    <a:pt x="1080191" y="500111"/>
                  </a:lnTo>
                  <a:lnTo>
                    <a:pt x="1124854" y="535400"/>
                  </a:lnTo>
                  <a:lnTo>
                    <a:pt x="1168258" y="568329"/>
                  </a:lnTo>
                  <a:lnTo>
                    <a:pt x="1209144" y="597716"/>
                  </a:lnTo>
                  <a:lnTo>
                    <a:pt x="1246251" y="622379"/>
                  </a:lnTo>
                  <a:lnTo>
                    <a:pt x="1291695" y="649944"/>
                  </a:lnTo>
                  <a:lnTo>
                    <a:pt x="1328816" y="668591"/>
                  </a:lnTo>
                  <a:lnTo>
                    <a:pt x="1365676" y="681118"/>
                  </a:lnTo>
                  <a:lnTo>
                    <a:pt x="1410334" y="690324"/>
                  </a:lnTo>
                  <a:lnTo>
                    <a:pt x="1453096" y="695883"/>
                  </a:lnTo>
                  <a:lnTo>
                    <a:pt x="1499259" y="698864"/>
                  </a:lnTo>
                  <a:lnTo>
                    <a:pt x="1548628" y="699066"/>
                  </a:lnTo>
                  <a:lnTo>
                    <a:pt x="1601009" y="696286"/>
                  </a:lnTo>
                  <a:lnTo>
                    <a:pt x="1656206" y="690324"/>
                  </a:lnTo>
                  <a:lnTo>
                    <a:pt x="1698400" y="682836"/>
                  </a:lnTo>
                  <a:lnTo>
                    <a:pt x="1743431" y="672101"/>
                  </a:lnTo>
                  <a:lnTo>
                    <a:pt x="1790294" y="659380"/>
                  </a:lnTo>
                  <a:lnTo>
                    <a:pt x="1837986" y="645934"/>
                  </a:lnTo>
                  <a:lnTo>
                    <a:pt x="1885503" y="633026"/>
                  </a:lnTo>
                  <a:lnTo>
                    <a:pt x="1931839" y="621917"/>
                  </a:lnTo>
                  <a:lnTo>
                    <a:pt x="1975992" y="613870"/>
                  </a:lnTo>
                  <a:lnTo>
                    <a:pt x="2026937" y="608548"/>
                  </a:lnTo>
                  <a:lnTo>
                    <a:pt x="2078660" y="606052"/>
                  </a:lnTo>
                  <a:lnTo>
                    <a:pt x="2129234" y="605440"/>
                  </a:lnTo>
                  <a:lnTo>
                    <a:pt x="2176728" y="605770"/>
                  </a:lnTo>
                  <a:lnTo>
                    <a:pt x="2219212" y="606100"/>
                  </a:lnTo>
                  <a:lnTo>
                    <a:pt x="2254757" y="605488"/>
                  </a:lnTo>
                  <a:lnTo>
                    <a:pt x="2288782" y="602730"/>
                  </a:lnTo>
                  <a:lnTo>
                    <a:pt x="2306542" y="599614"/>
                  </a:lnTo>
                  <a:lnTo>
                    <a:pt x="2323016" y="597308"/>
                  </a:lnTo>
                  <a:lnTo>
                    <a:pt x="2393782" y="598601"/>
                  </a:lnTo>
                  <a:lnTo>
                    <a:pt x="2444165" y="601516"/>
                  </a:lnTo>
                  <a:lnTo>
                    <a:pt x="2498023" y="605309"/>
                  </a:lnTo>
                  <a:lnTo>
                    <a:pt x="2549047" y="609565"/>
                  </a:lnTo>
                  <a:lnTo>
                    <a:pt x="2590927" y="613870"/>
                  </a:lnTo>
                  <a:lnTo>
                    <a:pt x="2628671" y="619269"/>
                  </a:lnTo>
                  <a:lnTo>
                    <a:pt x="2681063" y="631640"/>
                  </a:lnTo>
                  <a:lnTo>
                    <a:pt x="2731704" y="648614"/>
                  </a:lnTo>
                  <a:lnTo>
                    <a:pt x="2780547" y="670240"/>
                  </a:lnTo>
                  <a:lnTo>
                    <a:pt x="2804159" y="681815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114671" y="2015489"/>
            <a:ext cx="115633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Continuous</a:t>
            </a:r>
            <a:r>
              <a:rPr dirty="0" sz="1400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Calibri"/>
                <a:cs typeface="Calibri"/>
              </a:rPr>
              <a:t>or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White</a:t>
            </a:r>
            <a:r>
              <a:rPr dirty="0" sz="14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radiation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56118" y="1184528"/>
            <a:ext cx="108458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1755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Characteristic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X-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ray</a:t>
            </a:r>
            <a:r>
              <a:rPr dirty="0" sz="14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radiation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122545" y="1179957"/>
            <a:ext cx="3492500" cy="1889760"/>
            <a:chOff x="5122545" y="1179957"/>
            <a:chExt cx="3492500" cy="1889760"/>
          </a:xfrm>
        </p:grpSpPr>
        <p:sp>
          <p:nvSpPr>
            <p:cNvPr id="9" name="object 9" descr=""/>
            <p:cNvSpPr/>
            <p:nvPr/>
          </p:nvSpPr>
          <p:spPr>
            <a:xfrm>
              <a:off x="5996940" y="1189227"/>
              <a:ext cx="966469" cy="1880235"/>
            </a:xfrm>
            <a:custGeom>
              <a:avLst/>
              <a:gdLst/>
              <a:ahLst/>
              <a:cxnLst/>
              <a:rect l="l" t="t" r="r" b="b"/>
              <a:pathLst>
                <a:path w="966470" h="1880235">
                  <a:moveTo>
                    <a:pt x="132588" y="1766443"/>
                  </a:moveTo>
                  <a:lnTo>
                    <a:pt x="130302" y="1757680"/>
                  </a:lnTo>
                  <a:lnTo>
                    <a:pt x="123444" y="1753743"/>
                  </a:lnTo>
                  <a:lnTo>
                    <a:pt x="116713" y="1749806"/>
                  </a:lnTo>
                  <a:lnTo>
                    <a:pt x="107950" y="1752092"/>
                  </a:lnTo>
                  <a:lnTo>
                    <a:pt x="104013" y="1758950"/>
                  </a:lnTo>
                  <a:lnTo>
                    <a:pt x="80632" y="1798993"/>
                  </a:lnTo>
                  <a:lnTo>
                    <a:pt x="80518" y="1851787"/>
                  </a:lnTo>
                  <a:lnTo>
                    <a:pt x="80518" y="1844675"/>
                  </a:lnTo>
                  <a:lnTo>
                    <a:pt x="80518" y="1799209"/>
                  </a:lnTo>
                  <a:lnTo>
                    <a:pt x="80518" y="1327658"/>
                  </a:lnTo>
                  <a:lnTo>
                    <a:pt x="51943" y="1327658"/>
                  </a:lnTo>
                  <a:lnTo>
                    <a:pt x="52057" y="1799209"/>
                  </a:lnTo>
                  <a:lnTo>
                    <a:pt x="51943" y="1851787"/>
                  </a:lnTo>
                  <a:lnTo>
                    <a:pt x="51943" y="1798993"/>
                  </a:lnTo>
                  <a:lnTo>
                    <a:pt x="28575" y="1758950"/>
                  </a:lnTo>
                  <a:lnTo>
                    <a:pt x="24638" y="1752092"/>
                  </a:lnTo>
                  <a:lnTo>
                    <a:pt x="15875" y="1749806"/>
                  </a:lnTo>
                  <a:lnTo>
                    <a:pt x="9144" y="1753743"/>
                  </a:lnTo>
                  <a:lnTo>
                    <a:pt x="2286" y="1757680"/>
                  </a:lnTo>
                  <a:lnTo>
                    <a:pt x="0" y="1766443"/>
                  </a:lnTo>
                  <a:lnTo>
                    <a:pt x="3937" y="1773301"/>
                  </a:lnTo>
                  <a:lnTo>
                    <a:pt x="66294" y="1880235"/>
                  </a:lnTo>
                  <a:lnTo>
                    <a:pt x="82880" y="1851787"/>
                  </a:lnTo>
                  <a:lnTo>
                    <a:pt x="128651" y="1773301"/>
                  </a:lnTo>
                  <a:lnTo>
                    <a:pt x="132588" y="1766443"/>
                  </a:lnTo>
                  <a:close/>
                </a:path>
                <a:path w="966470" h="1880235">
                  <a:moveTo>
                    <a:pt x="966216" y="742950"/>
                  </a:moveTo>
                  <a:lnTo>
                    <a:pt x="964057" y="734187"/>
                  </a:lnTo>
                  <a:lnTo>
                    <a:pt x="950595" y="726059"/>
                  </a:lnTo>
                  <a:lnTo>
                    <a:pt x="941832" y="728218"/>
                  </a:lnTo>
                  <a:lnTo>
                    <a:pt x="937641" y="735076"/>
                  </a:lnTo>
                  <a:lnTo>
                    <a:pt x="913841" y="774687"/>
                  </a:lnTo>
                  <a:lnTo>
                    <a:pt x="913231" y="820039"/>
                  </a:lnTo>
                  <a:lnTo>
                    <a:pt x="913218" y="820420"/>
                  </a:lnTo>
                  <a:lnTo>
                    <a:pt x="913841" y="774687"/>
                  </a:lnTo>
                  <a:lnTo>
                    <a:pt x="924306" y="508"/>
                  </a:lnTo>
                  <a:lnTo>
                    <a:pt x="895731" y="0"/>
                  </a:lnTo>
                  <a:lnTo>
                    <a:pt x="885939" y="724662"/>
                  </a:lnTo>
                  <a:lnTo>
                    <a:pt x="885825" y="732536"/>
                  </a:lnTo>
                  <a:lnTo>
                    <a:pt x="885710" y="741172"/>
                  </a:lnTo>
                  <a:lnTo>
                    <a:pt x="885596" y="749808"/>
                  </a:lnTo>
                  <a:lnTo>
                    <a:pt x="885317" y="774687"/>
                  </a:lnTo>
                  <a:lnTo>
                    <a:pt x="884948" y="797128"/>
                  </a:lnTo>
                  <a:lnTo>
                    <a:pt x="885253" y="774687"/>
                  </a:lnTo>
                  <a:lnTo>
                    <a:pt x="862393" y="734187"/>
                  </a:lnTo>
                  <a:lnTo>
                    <a:pt x="858520" y="727202"/>
                  </a:lnTo>
                  <a:lnTo>
                    <a:pt x="849757" y="724662"/>
                  </a:lnTo>
                  <a:lnTo>
                    <a:pt x="836041" y="732536"/>
                  </a:lnTo>
                  <a:lnTo>
                    <a:pt x="833628" y="741172"/>
                  </a:lnTo>
                  <a:lnTo>
                    <a:pt x="837565" y="748030"/>
                  </a:lnTo>
                  <a:lnTo>
                    <a:pt x="898398" y="855853"/>
                  </a:lnTo>
                  <a:lnTo>
                    <a:pt x="915339" y="827659"/>
                  </a:lnTo>
                  <a:lnTo>
                    <a:pt x="962152" y="749808"/>
                  </a:lnTo>
                  <a:lnTo>
                    <a:pt x="966216" y="7429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9483" y="1189228"/>
              <a:ext cx="132715" cy="23634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5132070" y="1189482"/>
              <a:ext cx="3482975" cy="1335405"/>
            </a:xfrm>
            <a:custGeom>
              <a:avLst/>
              <a:gdLst/>
              <a:ahLst/>
              <a:cxnLst/>
              <a:rect l="l" t="t" r="r" b="b"/>
              <a:pathLst>
                <a:path w="3482975" h="1335405">
                  <a:moveTo>
                    <a:pt x="1763268" y="0"/>
                  </a:moveTo>
                  <a:lnTo>
                    <a:pt x="3482975" y="0"/>
                  </a:lnTo>
                </a:path>
                <a:path w="3482975" h="1335405">
                  <a:moveTo>
                    <a:pt x="0" y="1327403"/>
                  </a:moveTo>
                  <a:lnTo>
                    <a:pt x="921512" y="1335277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937513" y="4266057"/>
          <a:ext cx="5190490" cy="2110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05"/>
                <a:gridCol w="541020"/>
                <a:gridCol w="694055"/>
                <a:gridCol w="1009650"/>
                <a:gridCol w="963930"/>
                <a:gridCol w="814069"/>
                <a:gridCol w="829309"/>
                <a:gridCol w="116839"/>
              </a:tblGrid>
              <a:tr h="38290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Anode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60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1440" marR="174625">
                        <a:lnSpc>
                          <a:spcPct val="100499"/>
                        </a:lnSpc>
                        <a:spcBef>
                          <a:spcPts val="78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Energy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(keV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000" spc="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1000" spc="-25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9906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Wavelength</a:t>
                      </a:r>
                      <a:r>
                        <a:rPr dirty="0" sz="11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(nm)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2876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60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906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1050" spc="-25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</a:t>
                      </a:r>
                      <a:endParaRPr sz="1050">
                        <a:latin typeface="Symbol"/>
                        <a:cs typeface="Symbol"/>
                      </a:endParaRPr>
                    </a:p>
                  </a:txBody>
                  <a:tcPr marL="0" marR="0" marB="0" marT="3937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1050" spc="-25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1050" spc="-25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1050" spc="-25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</a:t>
                      </a:r>
                      <a:endParaRPr sz="1050">
                        <a:latin typeface="Symbol"/>
                        <a:cs typeface="Symbo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2882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5" b="1">
                          <a:latin typeface="Calibri"/>
                          <a:cs typeface="Calibri"/>
                        </a:rPr>
                        <a:t>Ag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22.11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0.0560868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0.05594075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0.0563789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0.0497069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26733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5" b="1">
                          <a:latin typeface="Calibri"/>
                          <a:cs typeface="Calibri"/>
                        </a:rPr>
                        <a:t>Mo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17.44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0.0710730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0.0709300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0.0713590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0.0632288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25" b="1">
                          <a:latin typeface="Calibri"/>
                          <a:cs typeface="Calibri"/>
                        </a:rPr>
                        <a:t>Cu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8.04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0.1541838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0.1540562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0.1544390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0.1392218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2717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25" b="1">
                          <a:latin typeface="Calibri"/>
                          <a:cs typeface="Calibri"/>
                        </a:rPr>
                        <a:t>Co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6.93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0.1790260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0.1788965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0.179285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0.162079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</a:tr>
              <a:tr h="2882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5" b="1">
                          <a:latin typeface="Calibri"/>
                          <a:cs typeface="Calibri"/>
                        </a:rPr>
                        <a:t>Cr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5.41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0.2291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0.228970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0.2293606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0.208487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5822" y="1281779"/>
            <a:ext cx="2751274" cy="2800848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459473" y="4682490"/>
            <a:ext cx="1757680" cy="1385570"/>
          </a:xfrm>
          <a:prstGeom prst="rect">
            <a:avLst/>
          </a:prstGeom>
          <a:solidFill>
            <a:srgbClr val="D9D9D9"/>
          </a:solidFill>
          <a:ln w="28575">
            <a:solidFill>
              <a:srgbClr val="006FC0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0805" marR="109220">
              <a:lnSpc>
                <a:spcPct val="99600"/>
              </a:lnSpc>
              <a:spcBef>
                <a:spcPts val="290"/>
              </a:spcBef>
            </a:pPr>
            <a:r>
              <a:rPr dirty="0" sz="1400">
                <a:latin typeface="Calibri"/>
                <a:cs typeface="Calibri"/>
              </a:rPr>
              <a:t>K</a:t>
            </a:r>
            <a:r>
              <a:rPr dirty="0" sz="1400">
                <a:latin typeface="Symbol"/>
                <a:cs typeface="Symbol"/>
              </a:rPr>
              <a:t>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Calibri"/>
                <a:cs typeface="Calibri"/>
              </a:rPr>
              <a:t>removed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using </a:t>
            </a:r>
            <a:r>
              <a:rPr dirty="0" sz="1400">
                <a:latin typeface="Calibri"/>
                <a:cs typeface="Calibri"/>
              </a:rPr>
              <a:t>metal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filters</a:t>
            </a:r>
            <a:r>
              <a:rPr dirty="0" sz="1400" spc="229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or </a:t>
            </a:r>
            <a:r>
              <a:rPr dirty="0" sz="1400" spc="-10">
                <a:latin typeface="Calibri"/>
                <a:cs typeface="Calibri"/>
              </a:rPr>
              <a:t>monochromator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Calibri"/>
              <a:cs typeface="Calibri"/>
            </a:endParaRPr>
          </a:p>
          <a:p>
            <a:pPr marL="90805" marR="299085">
              <a:lnSpc>
                <a:spcPts val="1670"/>
              </a:lnSpc>
            </a:pPr>
            <a:r>
              <a:rPr dirty="0" sz="1400">
                <a:latin typeface="Calibri"/>
                <a:cs typeface="Calibri"/>
              </a:rPr>
              <a:t>K</a:t>
            </a:r>
            <a:r>
              <a:rPr dirty="0" sz="1400">
                <a:latin typeface="Symbol"/>
                <a:cs typeface="Symbol"/>
              </a:rPr>
              <a:t></a:t>
            </a:r>
            <a:r>
              <a:rPr dirty="0" baseline="-21604" sz="1350">
                <a:latin typeface="Calibri"/>
                <a:cs typeface="Calibri"/>
              </a:rPr>
              <a:t>2</a:t>
            </a:r>
            <a:r>
              <a:rPr dirty="0" baseline="-21604" sz="1350" spc="142">
                <a:latin typeface="Calibri"/>
                <a:cs typeface="Calibri"/>
              </a:rPr>
              <a:t> 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Calibri"/>
                <a:cs typeface="Calibri"/>
              </a:rPr>
              <a:t>removed </a:t>
            </a:r>
            <a:r>
              <a:rPr dirty="0" sz="1400" spc="-25">
                <a:latin typeface="Calibri"/>
                <a:cs typeface="Calibri"/>
              </a:rPr>
              <a:t>as </a:t>
            </a:r>
            <a:r>
              <a:rPr dirty="0" sz="1400">
                <a:latin typeface="Calibri"/>
                <a:cs typeface="Calibri"/>
              </a:rPr>
              <a:t>well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HRXRD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45"/>
              <a:t> </a:t>
            </a:r>
            <a:r>
              <a:rPr dirty="0" spc="-10"/>
              <a:t>diffraction</a:t>
            </a:r>
            <a:r>
              <a:rPr dirty="0" spc="-140"/>
              <a:t> </a:t>
            </a:r>
            <a:r>
              <a:rPr dirty="0" spc="-10"/>
              <a:t>analysis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99644" y="1161288"/>
            <a:ext cx="3965575" cy="64643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1800" spc="-10" b="1" i="1">
                <a:solidFill>
                  <a:srgbClr val="1F4E79"/>
                </a:solidFill>
                <a:latin typeface="Calibri"/>
                <a:cs typeface="Calibri"/>
              </a:rPr>
              <a:t>Crystal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periodic</a:t>
            </a:r>
            <a:r>
              <a:rPr dirty="0" sz="1800" spc="-2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arrangement</a:t>
            </a:r>
            <a:r>
              <a:rPr dirty="0" sz="1800" spc="-3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dirty="0" sz="1800" spc="-3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atoms</a:t>
            </a:r>
            <a:r>
              <a:rPr dirty="0" sz="1800" spc="-4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in</a:t>
            </a:r>
            <a:r>
              <a:rPr dirty="0" sz="1800" spc="-2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space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155" y="2008632"/>
            <a:ext cx="1929383" cy="149504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60400" y="1951990"/>
            <a:ext cx="175260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Arial MT"/>
                <a:cs typeface="Arial MT"/>
              </a:rPr>
              <a:t>NaCl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Space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group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225,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Fm-</a:t>
            </a:r>
            <a:r>
              <a:rPr dirty="0" sz="1200" spc="-25">
                <a:latin typeface="Arial MT"/>
                <a:cs typeface="Arial MT"/>
              </a:rPr>
              <a:t>3m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=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0.562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35">
                <a:latin typeface="Arial MT"/>
                <a:cs typeface="Arial MT"/>
              </a:rPr>
              <a:t>nm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036" y="2558795"/>
            <a:ext cx="1301495" cy="81991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894713" y="2719831"/>
            <a:ext cx="127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0000CC"/>
                </a:solidFill>
                <a:latin typeface="Arial"/>
                <a:cs typeface="Arial"/>
              </a:rPr>
              <a:t>z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670304" y="2744723"/>
            <a:ext cx="1000760" cy="1010285"/>
            <a:chOff x="1670304" y="2744723"/>
            <a:chExt cx="1000760" cy="1010285"/>
          </a:xfrm>
        </p:grpSpPr>
        <p:sp>
          <p:nvSpPr>
            <p:cNvPr id="9" name="object 9" descr=""/>
            <p:cNvSpPr/>
            <p:nvPr/>
          </p:nvSpPr>
          <p:spPr>
            <a:xfrm>
              <a:off x="2017395" y="2744723"/>
              <a:ext cx="171450" cy="648970"/>
            </a:xfrm>
            <a:custGeom>
              <a:avLst/>
              <a:gdLst/>
              <a:ahLst/>
              <a:cxnLst/>
              <a:rect l="l" t="t" r="r" b="b"/>
              <a:pathLst>
                <a:path w="171450" h="648970">
                  <a:moveTo>
                    <a:pt x="114300" y="142875"/>
                  </a:moveTo>
                  <a:lnTo>
                    <a:pt x="57150" y="142875"/>
                  </a:lnTo>
                  <a:lnTo>
                    <a:pt x="57150" y="648842"/>
                  </a:lnTo>
                  <a:lnTo>
                    <a:pt x="114300" y="648842"/>
                  </a:lnTo>
                  <a:lnTo>
                    <a:pt x="114300" y="142875"/>
                  </a:lnTo>
                  <a:close/>
                </a:path>
                <a:path w="171450" h="648970">
                  <a:moveTo>
                    <a:pt x="85725" y="0"/>
                  </a:moveTo>
                  <a:lnTo>
                    <a:pt x="0" y="171450"/>
                  </a:lnTo>
                  <a:lnTo>
                    <a:pt x="57150" y="171450"/>
                  </a:lnTo>
                  <a:lnTo>
                    <a:pt x="57150" y="142875"/>
                  </a:lnTo>
                  <a:lnTo>
                    <a:pt x="157162" y="142875"/>
                  </a:lnTo>
                  <a:lnTo>
                    <a:pt x="85725" y="0"/>
                  </a:lnTo>
                  <a:close/>
                </a:path>
                <a:path w="171450" h="648970">
                  <a:moveTo>
                    <a:pt x="157162" y="142875"/>
                  </a:moveTo>
                  <a:lnTo>
                    <a:pt x="114300" y="142875"/>
                  </a:lnTo>
                  <a:lnTo>
                    <a:pt x="114300" y="171450"/>
                  </a:lnTo>
                  <a:lnTo>
                    <a:pt x="171450" y="171450"/>
                  </a:lnTo>
                  <a:lnTo>
                    <a:pt x="157162" y="142875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96516" y="3361562"/>
              <a:ext cx="574675" cy="207645"/>
            </a:xfrm>
            <a:custGeom>
              <a:avLst/>
              <a:gdLst/>
              <a:ahLst/>
              <a:cxnLst/>
              <a:rect l="l" t="t" r="r" b="b"/>
              <a:pathLst>
                <a:path w="574675" h="207645">
                  <a:moveTo>
                    <a:pt x="400918" y="151461"/>
                  </a:moveTo>
                  <a:lnTo>
                    <a:pt x="387603" y="207137"/>
                  </a:lnTo>
                  <a:lnTo>
                    <a:pt x="574294" y="163575"/>
                  </a:lnTo>
                  <a:lnTo>
                    <a:pt x="567785" y="158114"/>
                  </a:lnTo>
                  <a:lnTo>
                    <a:pt x="428751" y="158114"/>
                  </a:lnTo>
                  <a:lnTo>
                    <a:pt x="400918" y="151461"/>
                  </a:lnTo>
                  <a:close/>
                </a:path>
                <a:path w="574675" h="207645">
                  <a:moveTo>
                    <a:pt x="414189" y="95969"/>
                  </a:moveTo>
                  <a:lnTo>
                    <a:pt x="400918" y="151461"/>
                  </a:lnTo>
                  <a:lnTo>
                    <a:pt x="428751" y="158114"/>
                  </a:lnTo>
                  <a:lnTo>
                    <a:pt x="441959" y="102615"/>
                  </a:lnTo>
                  <a:lnTo>
                    <a:pt x="414189" y="95969"/>
                  </a:lnTo>
                  <a:close/>
                </a:path>
                <a:path w="574675" h="207645">
                  <a:moveTo>
                    <a:pt x="427481" y="40386"/>
                  </a:moveTo>
                  <a:lnTo>
                    <a:pt x="414189" y="95969"/>
                  </a:lnTo>
                  <a:lnTo>
                    <a:pt x="441959" y="102615"/>
                  </a:lnTo>
                  <a:lnTo>
                    <a:pt x="428751" y="158114"/>
                  </a:lnTo>
                  <a:lnTo>
                    <a:pt x="567785" y="158114"/>
                  </a:lnTo>
                  <a:lnTo>
                    <a:pt x="427481" y="40386"/>
                  </a:lnTo>
                  <a:close/>
                </a:path>
                <a:path w="574675" h="207645">
                  <a:moveTo>
                    <a:pt x="13207" y="0"/>
                  </a:moveTo>
                  <a:lnTo>
                    <a:pt x="0" y="55625"/>
                  </a:lnTo>
                  <a:lnTo>
                    <a:pt x="400918" y="151461"/>
                  </a:lnTo>
                  <a:lnTo>
                    <a:pt x="414189" y="95969"/>
                  </a:lnTo>
                  <a:lnTo>
                    <a:pt x="13207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70304" y="3361562"/>
              <a:ext cx="450850" cy="393065"/>
            </a:xfrm>
            <a:custGeom>
              <a:avLst/>
              <a:gdLst/>
              <a:ahLst/>
              <a:cxnLst/>
              <a:rect l="l" t="t" r="r" b="b"/>
              <a:pathLst>
                <a:path w="450850" h="393064">
                  <a:moveTo>
                    <a:pt x="74168" y="216281"/>
                  </a:moveTo>
                  <a:lnTo>
                    <a:pt x="0" y="393064"/>
                  </a:lnTo>
                  <a:lnTo>
                    <a:pt x="185927" y="346329"/>
                  </a:lnTo>
                  <a:lnTo>
                    <a:pt x="164645" y="321563"/>
                  </a:lnTo>
                  <a:lnTo>
                    <a:pt x="127000" y="321563"/>
                  </a:lnTo>
                  <a:lnTo>
                    <a:pt x="89788" y="278256"/>
                  </a:lnTo>
                  <a:lnTo>
                    <a:pt x="111433" y="259644"/>
                  </a:lnTo>
                  <a:lnTo>
                    <a:pt x="74168" y="216281"/>
                  </a:lnTo>
                  <a:close/>
                </a:path>
                <a:path w="450850" h="393064">
                  <a:moveTo>
                    <a:pt x="111433" y="259644"/>
                  </a:moveTo>
                  <a:lnTo>
                    <a:pt x="89788" y="278256"/>
                  </a:lnTo>
                  <a:lnTo>
                    <a:pt x="127000" y="321563"/>
                  </a:lnTo>
                  <a:lnTo>
                    <a:pt x="148656" y="302957"/>
                  </a:lnTo>
                  <a:lnTo>
                    <a:pt x="111433" y="259644"/>
                  </a:lnTo>
                  <a:close/>
                </a:path>
                <a:path w="450850" h="393064">
                  <a:moveTo>
                    <a:pt x="148656" y="302957"/>
                  </a:moveTo>
                  <a:lnTo>
                    <a:pt x="127000" y="321563"/>
                  </a:lnTo>
                  <a:lnTo>
                    <a:pt x="164645" y="321563"/>
                  </a:lnTo>
                  <a:lnTo>
                    <a:pt x="148656" y="302957"/>
                  </a:lnTo>
                  <a:close/>
                </a:path>
                <a:path w="450850" h="393064">
                  <a:moveTo>
                    <a:pt x="413384" y="0"/>
                  </a:moveTo>
                  <a:lnTo>
                    <a:pt x="111433" y="259644"/>
                  </a:lnTo>
                  <a:lnTo>
                    <a:pt x="148656" y="302957"/>
                  </a:lnTo>
                  <a:lnTo>
                    <a:pt x="450722" y="43434"/>
                  </a:lnTo>
                  <a:lnTo>
                    <a:pt x="4133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675382" y="3384296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00AF50"/>
                </a:solidFill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00580" y="3384296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364354" y="2200655"/>
            <a:ext cx="4191000" cy="3037840"/>
            <a:chOff x="4364354" y="2200655"/>
            <a:chExt cx="4191000" cy="3037840"/>
          </a:xfrm>
        </p:grpSpPr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5047" y="2228087"/>
              <a:ext cx="3979812" cy="2764536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635118" y="2200655"/>
              <a:ext cx="430530" cy="132715"/>
            </a:xfrm>
            <a:custGeom>
              <a:avLst/>
              <a:gdLst/>
              <a:ahLst/>
              <a:cxnLst/>
              <a:rect l="l" t="t" r="r" b="b"/>
              <a:pathLst>
                <a:path w="430529" h="132714">
                  <a:moveTo>
                    <a:pt x="113791" y="0"/>
                  </a:moveTo>
                  <a:lnTo>
                    <a:pt x="0" y="66294"/>
                  </a:lnTo>
                  <a:lnTo>
                    <a:pt x="113791" y="132588"/>
                  </a:lnTo>
                  <a:lnTo>
                    <a:pt x="122554" y="130302"/>
                  </a:lnTo>
                  <a:lnTo>
                    <a:pt x="126491" y="123444"/>
                  </a:lnTo>
                  <a:lnTo>
                    <a:pt x="130428" y="116713"/>
                  </a:lnTo>
                  <a:lnTo>
                    <a:pt x="128142" y="107950"/>
                  </a:lnTo>
                  <a:lnTo>
                    <a:pt x="81033" y="80518"/>
                  </a:lnTo>
                  <a:lnTo>
                    <a:pt x="28447" y="80518"/>
                  </a:lnTo>
                  <a:lnTo>
                    <a:pt x="28447" y="51943"/>
                  </a:lnTo>
                  <a:lnTo>
                    <a:pt x="81250" y="51943"/>
                  </a:lnTo>
                  <a:lnTo>
                    <a:pt x="128142" y="24638"/>
                  </a:lnTo>
                  <a:lnTo>
                    <a:pt x="130428" y="15875"/>
                  </a:lnTo>
                  <a:lnTo>
                    <a:pt x="126491" y="9144"/>
                  </a:lnTo>
                  <a:lnTo>
                    <a:pt x="122554" y="2286"/>
                  </a:lnTo>
                  <a:lnTo>
                    <a:pt x="113791" y="0"/>
                  </a:lnTo>
                  <a:close/>
                </a:path>
                <a:path w="430529" h="132714">
                  <a:moveTo>
                    <a:pt x="373360" y="66294"/>
                  </a:moveTo>
                  <a:lnTo>
                    <a:pt x="302005" y="107950"/>
                  </a:lnTo>
                  <a:lnTo>
                    <a:pt x="299592" y="116713"/>
                  </a:lnTo>
                  <a:lnTo>
                    <a:pt x="303656" y="123444"/>
                  </a:lnTo>
                  <a:lnTo>
                    <a:pt x="307593" y="130302"/>
                  </a:lnTo>
                  <a:lnTo>
                    <a:pt x="316356" y="132588"/>
                  </a:lnTo>
                  <a:lnTo>
                    <a:pt x="405658" y="80518"/>
                  </a:lnTo>
                  <a:lnTo>
                    <a:pt x="401700" y="80518"/>
                  </a:lnTo>
                  <a:lnTo>
                    <a:pt x="401700" y="78613"/>
                  </a:lnTo>
                  <a:lnTo>
                    <a:pt x="394461" y="78613"/>
                  </a:lnTo>
                  <a:lnTo>
                    <a:pt x="373360" y="66294"/>
                  </a:lnTo>
                  <a:close/>
                </a:path>
                <a:path w="430529" h="132714">
                  <a:moveTo>
                    <a:pt x="81250" y="51943"/>
                  </a:moveTo>
                  <a:lnTo>
                    <a:pt x="28447" y="51943"/>
                  </a:lnTo>
                  <a:lnTo>
                    <a:pt x="28447" y="80518"/>
                  </a:lnTo>
                  <a:lnTo>
                    <a:pt x="81033" y="80518"/>
                  </a:lnTo>
                  <a:lnTo>
                    <a:pt x="77769" y="78613"/>
                  </a:lnTo>
                  <a:lnTo>
                    <a:pt x="35559" y="78613"/>
                  </a:lnTo>
                  <a:lnTo>
                    <a:pt x="35559" y="53975"/>
                  </a:lnTo>
                  <a:lnTo>
                    <a:pt x="77769" y="53975"/>
                  </a:lnTo>
                  <a:lnTo>
                    <a:pt x="81250" y="51943"/>
                  </a:lnTo>
                  <a:close/>
                </a:path>
                <a:path w="430529" h="132714">
                  <a:moveTo>
                    <a:pt x="348777" y="51943"/>
                  </a:moveTo>
                  <a:lnTo>
                    <a:pt x="81250" y="51943"/>
                  </a:lnTo>
                  <a:lnTo>
                    <a:pt x="56664" y="66294"/>
                  </a:lnTo>
                  <a:lnTo>
                    <a:pt x="81033" y="80518"/>
                  </a:lnTo>
                  <a:lnTo>
                    <a:pt x="348995" y="80518"/>
                  </a:lnTo>
                  <a:lnTo>
                    <a:pt x="373360" y="66294"/>
                  </a:lnTo>
                  <a:lnTo>
                    <a:pt x="348777" y="51943"/>
                  </a:lnTo>
                  <a:close/>
                </a:path>
                <a:path w="430529" h="132714">
                  <a:moveTo>
                    <a:pt x="405441" y="51943"/>
                  </a:moveTo>
                  <a:lnTo>
                    <a:pt x="401700" y="51943"/>
                  </a:lnTo>
                  <a:lnTo>
                    <a:pt x="401700" y="80518"/>
                  </a:lnTo>
                  <a:lnTo>
                    <a:pt x="405658" y="80518"/>
                  </a:lnTo>
                  <a:lnTo>
                    <a:pt x="430021" y="66294"/>
                  </a:lnTo>
                  <a:lnTo>
                    <a:pt x="405441" y="51943"/>
                  </a:lnTo>
                  <a:close/>
                </a:path>
                <a:path w="430529" h="132714">
                  <a:moveTo>
                    <a:pt x="35559" y="53975"/>
                  </a:moveTo>
                  <a:lnTo>
                    <a:pt x="35559" y="78613"/>
                  </a:lnTo>
                  <a:lnTo>
                    <a:pt x="56664" y="66294"/>
                  </a:lnTo>
                  <a:lnTo>
                    <a:pt x="35559" y="53975"/>
                  </a:lnTo>
                  <a:close/>
                </a:path>
                <a:path w="430529" h="132714">
                  <a:moveTo>
                    <a:pt x="56664" y="66294"/>
                  </a:moveTo>
                  <a:lnTo>
                    <a:pt x="35559" y="78613"/>
                  </a:lnTo>
                  <a:lnTo>
                    <a:pt x="77769" y="78613"/>
                  </a:lnTo>
                  <a:lnTo>
                    <a:pt x="56664" y="66294"/>
                  </a:lnTo>
                  <a:close/>
                </a:path>
                <a:path w="430529" h="132714">
                  <a:moveTo>
                    <a:pt x="394461" y="53975"/>
                  </a:moveTo>
                  <a:lnTo>
                    <a:pt x="373360" y="66294"/>
                  </a:lnTo>
                  <a:lnTo>
                    <a:pt x="394461" y="78613"/>
                  </a:lnTo>
                  <a:lnTo>
                    <a:pt x="394461" y="53975"/>
                  </a:lnTo>
                  <a:close/>
                </a:path>
                <a:path w="430529" h="132714">
                  <a:moveTo>
                    <a:pt x="401700" y="53975"/>
                  </a:moveTo>
                  <a:lnTo>
                    <a:pt x="394461" y="53975"/>
                  </a:lnTo>
                  <a:lnTo>
                    <a:pt x="394461" y="78613"/>
                  </a:lnTo>
                  <a:lnTo>
                    <a:pt x="401700" y="78613"/>
                  </a:lnTo>
                  <a:lnTo>
                    <a:pt x="401700" y="53975"/>
                  </a:lnTo>
                  <a:close/>
                </a:path>
                <a:path w="430529" h="132714">
                  <a:moveTo>
                    <a:pt x="77769" y="53975"/>
                  </a:moveTo>
                  <a:lnTo>
                    <a:pt x="35559" y="53975"/>
                  </a:lnTo>
                  <a:lnTo>
                    <a:pt x="56664" y="66294"/>
                  </a:lnTo>
                  <a:lnTo>
                    <a:pt x="77769" y="53975"/>
                  </a:lnTo>
                  <a:close/>
                </a:path>
                <a:path w="430529" h="132714">
                  <a:moveTo>
                    <a:pt x="316356" y="0"/>
                  </a:moveTo>
                  <a:lnTo>
                    <a:pt x="307593" y="2286"/>
                  </a:lnTo>
                  <a:lnTo>
                    <a:pt x="303656" y="9144"/>
                  </a:lnTo>
                  <a:lnTo>
                    <a:pt x="299592" y="15875"/>
                  </a:lnTo>
                  <a:lnTo>
                    <a:pt x="302005" y="24638"/>
                  </a:lnTo>
                  <a:lnTo>
                    <a:pt x="373360" y="66294"/>
                  </a:lnTo>
                  <a:lnTo>
                    <a:pt x="394461" y="53975"/>
                  </a:lnTo>
                  <a:lnTo>
                    <a:pt x="401700" y="53975"/>
                  </a:lnTo>
                  <a:lnTo>
                    <a:pt x="401700" y="51943"/>
                  </a:lnTo>
                  <a:lnTo>
                    <a:pt x="405441" y="51943"/>
                  </a:lnTo>
                  <a:lnTo>
                    <a:pt x="3163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364354" y="4736591"/>
              <a:ext cx="171450" cy="417830"/>
            </a:xfrm>
            <a:custGeom>
              <a:avLst/>
              <a:gdLst/>
              <a:ahLst/>
              <a:cxnLst/>
              <a:rect l="l" t="t" r="r" b="b"/>
              <a:pathLst>
                <a:path w="171450" h="417829">
                  <a:moveTo>
                    <a:pt x="114300" y="142874"/>
                  </a:moveTo>
                  <a:lnTo>
                    <a:pt x="57150" y="142874"/>
                  </a:lnTo>
                  <a:lnTo>
                    <a:pt x="57150" y="417321"/>
                  </a:lnTo>
                  <a:lnTo>
                    <a:pt x="114300" y="417321"/>
                  </a:lnTo>
                  <a:lnTo>
                    <a:pt x="114300" y="142874"/>
                  </a:lnTo>
                  <a:close/>
                </a:path>
                <a:path w="171450" h="417829">
                  <a:moveTo>
                    <a:pt x="85725" y="0"/>
                  </a:moveTo>
                  <a:lnTo>
                    <a:pt x="0" y="171449"/>
                  </a:lnTo>
                  <a:lnTo>
                    <a:pt x="57150" y="171449"/>
                  </a:lnTo>
                  <a:lnTo>
                    <a:pt x="57150" y="142874"/>
                  </a:lnTo>
                  <a:lnTo>
                    <a:pt x="157162" y="142874"/>
                  </a:lnTo>
                  <a:lnTo>
                    <a:pt x="85725" y="0"/>
                  </a:lnTo>
                  <a:close/>
                </a:path>
                <a:path w="171450" h="417829">
                  <a:moveTo>
                    <a:pt x="157162" y="142874"/>
                  </a:moveTo>
                  <a:lnTo>
                    <a:pt x="114300" y="142874"/>
                  </a:lnTo>
                  <a:lnTo>
                    <a:pt x="114300" y="171449"/>
                  </a:lnTo>
                  <a:lnTo>
                    <a:pt x="171450" y="171449"/>
                  </a:lnTo>
                  <a:lnTo>
                    <a:pt x="157162" y="142874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450079" y="5066919"/>
              <a:ext cx="410845" cy="171450"/>
            </a:xfrm>
            <a:custGeom>
              <a:avLst/>
              <a:gdLst/>
              <a:ahLst/>
              <a:cxnLst/>
              <a:rect l="l" t="t" r="r" b="b"/>
              <a:pathLst>
                <a:path w="410845" h="171450">
                  <a:moveTo>
                    <a:pt x="239014" y="0"/>
                  </a:moveTo>
                  <a:lnTo>
                    <a:pt x="239014" y="171449"/>
                  </a:lnTo>
                  <a:lnTo>
                    <a:pt x="353314" y="114299"/>
                  </a:lnTo>
                  <a:lnTo>
                    <a:pt x="267589" y="114299"/>
                  </a:lnTo>
                  <a:lnTo>
                    <a:pt x="267589" y="57149"/>
                  </a:lnTo>
                  <a:lnTo>
                    <a:pt x="353314" y="57149"/>
                  </a:lnTo>
                  <a:lnTo>
                    <a:pt x="239014" y="0"/>
                  </a:lnTo>
                  <a:close/>
                </a:path>
                <a:path w="410845" h="171450">
                  <a:moveTo>
                    <a:pt x="239014" y="57149"/>
                  </a:moveTo>
                  <a:lnTo>
                    <a:pt x="0" y="57149"/>
                  </a:lnTo>
                  <a:lnTo>
                    <a:pt x="0" y="114299"/>
                  </a:lnTo>
                  <a:lnTo>
                    <a:pt x="239014" y="114299"/>
                  </a:lnTo>
                  <a:lnTo>
                    <a:pt x="239014" y="57149"/>
                  </a:lnTo>
                  <a:close/>
                </a:path>
                <a:path w="410845" h="171450">
                  <a:moveTo>
                    <a:pt x="353314" y="57149"/>
                  </a:moveTo>
                  <a:lnTo>
                    <a:pt x="267589" y="57149"/>
                  </a:lnTo>
                  <a:lnTo>
                    <a:pt x="267589" y="114299"/>
                  </a:lnTo>
                  <a:lnTo>
                    <a:pt x="353314" y="114299"/>
                  </a:lnTo>
                  <a:lnTo>
                    <a:pt x="410464" y="85724"/>
                  </a:lnTo>
                  <a:lnTo>
                    <a:pt x="353314" y="5714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85881" y="5085397"/>
              <a:ext cx="128396" cy="128396"/>
            </a:xfrm>
            <a:prstGeom prst="rect">
              <a:avLst/>
            </a:prstGeom>
          </p:spPr>
        </p:pic>
      </p:grpSp>
      <p:sp>
        <p:nvSpPr>
          <p:cNvPr id="20" name="object 20" descr=""/>
          <p:cNvSpPr/>
          <p:nvPr/>
        </p:nvSpPr>
        <p:spPr>
          <a:xfrm>
            <a:off x="4641341" y="2398014"/>
            <a:ext cx="429895" cy="407034"/>
          </a:xfrm>
          <a:custGeom>
            <a:avLst/>
            <a:gdLst/>
            <a:ahLst/>
            <a:cxnLst/>
            <a:rect l="l" t="t" r="r" b="b"/>
            <a:pathLst>
              <a:path w="429895" h="407035">
                <a:moveTo>
                  <a:pt x="0" y="406908"/>
                </a:moveTo>
                <a:lnTo>
                  <a:pt x="429767" y="406908"/>
                </a:lnTo>
                <a:lnTo>
                  <a:pt x="429767" y="0"/>
                </a:lnTo>
                <a:lnTo>
                  <a:pt x="0" y="0"/>
                </a:lnTo>
                <a:lnTo>
                  <a:pt x="0" y="406908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4939665" y="5039105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00AF50"/>
                </a:solidFill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417567" y="4478273"/>
            <a:ext cx="127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0000CC"/>
                </a:solidFill>
                <a:latin typeface="Arial"/>
                <a:cs typeface="Arial"/>
              </a:rPr>
              <a:t>z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222496" y="5042661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455033" y="1929764"/>
            <a:ext cx="10655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=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0.562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nm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501830" y="2374582"/>
            <a:ext cx="2585720" cy="894715"/>
            <a:chOff x="5501830" y="2374582"/>
            <a:chExt cx="2585720" cy="894715"/>
          </a:xfrm>
        </p:grpSpPr>
        <p:sp>
          <p:nvSpPr>
            <p:cNvPr id="26" name="object 26" descr=""/>
            <p:cNvSpPr/>
            <p:nvPr/>
          </p:nvSpPr>
          <p:spPr>
            <a:xfrm>
              <a:off x="6759701" y="2388870"/>
              <a:ext cx="1313815" cy="864869"/>
            </a:xfrm>
            <a:custGeom>
              <a:avLst/>
              <a:gdLst/>
              <a:ahLst/>
              <a:cxnLst/>
              <a:rect l="l" t="t" r="r" b="b"/>
              <a:pathLst>
                <a:path w="1313815" h="864870">
                  <a:moveTo>
                    <a:pt x="6096" y="0"/>
                  </a:moveTo>
                  <a:lnTo>
                    <a:pt x="1295780" y="126"/>
                  </a:lnTo>
                </a:path>
                <a:path w="1313815" h="864870">
                  <a:moveTo>
                    <a:pt x="19812" y="211835"/>
                  </a:moveTo>
                  <a:lnTo>
                    <a:pt x="1295019" y="213232"/>
                  </a:lnTo>
                </a:path>
                <a:path w="1313815" h="864870">
                  <a:moveTo>
                    <a:pt x="19812" y="438530"/>
                  </a:moveTo>
                  <a:lnTo>
                    <a:pt x="1295019" y="435863"/>
                  </a:lnTo>
                </a:path>
                <a:path w="1313815" h="864870">
                  <a:moveTo>
                    <a:pt x="0" y="652399"/>
                  </a:moveTo>
                  <a:lnTo>
                    <a:pt x="1297431" y="643127"/>
                  </a:lnTo>
                </a:path>
                <a:path w="1313815" h="864870">
                  <a:moveTo>
                    <a:pt x="13716" y="864869"/>
                  </a:moveTo>
                  <a:lnTo>
                    <a:pt x="1313306" y="850391"/>
                  </a:lnTo>
                </a:path>
              </a:pathLst>
            </a:custGeom>
            <a:ln w="28575">
              <a:solidFill>
                <a:srgbClr val="F8C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516117" y="2388870"/>
              <a:ext cx="1044575" cy="866140"/>
            </a:xfrm>
            <a:custGeom>
              <a:avLst/>
              <a:gdLst/>
              <a:ahLst/>
              <a:cxnLst/>
              <a:rect l="l" t="t" r="r" b="b"/>
              <a:pathLst>
                <a:path w="1044575" h="866139">
                  <a:moveTo>
                    <a:pt x="7620" y="0"/>
                  </a:moveTo>
                  <a:lnTo>
                    <a:pt x="1044066" y="0"/>
                  </a:lnTo>
                </a:path>
                <a:path w="1044575" h="866139">
                  <a:moveTo>
                    <a:pt x="0" y="435863"/>
                  </a:moveTo>
                  <a:lnTo>
                    <a:pt x="1036447" y="435863"/>
                  </a:lnTo>
                </a:path>
                <a:path w="1044575" h="866139">
                  <a:moveTo>
                    <a:pt x="0" y="865631"/>
                  </a:moveTo>
                  <a:lnTo>
                    <a:pt x="1036447" y="865631"/>
                  </a:lnTo>
                </a:path>
              </a:pathLst>
            </a:custGeom>
            <a:ln w="2857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337806" y="1993849"/>
            <a:ext cx="4572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7E5F00"/>
                </a:solidFill>
                <a:latin typeface="Calibri"/>
                <a:cs typeface="Calibri"/>
              </a:rPr>
              <a:t>(002)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869051" y="2121788"/>
            <a:ext cx="44195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000CC"/>
                </a:solidFill>
                <a:latin typeface="Arial"/>
                <a:cs typeface="Arial"/>
              </a:rPr>
              <a:t>(001)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4618482" y="3440429"/>
            <a:ext cx="1746250" cy="450850"/>
          </a:xfrm>
          <a:custGeom>
            <a:avLst/>
            <a:gdLst/>
            <a:ahLst/>
            <a:cxnLst/>
            <a:rect l="l" t="t" r="r" b="b"/>
            <a:pathLst>
              <a:path w="1746250" h="450850">
                <a:moveTo>
                  <a:pt x="428243" y="1524"/>
                </a:moveTo>
                <a:lnTo>
                  <a:pt x="888238" y="440055"/>
                </a:lnTo>
              </a:path>
              <a:path w="1746250" h="450850">
                <a:moveTo>
                  <a:pt x="844295" y="0"/>
                </a:moveTo>
                <a:lnTo>
                  <a:pt x="1312926" y="446405"/>
                </a:lnTo>
              </a:path>
              <a:path w="1746250" h="450850">
                <a:moveTo>
                  <a:pt x="1271015" y="4572"/>
                </a:moveTo>
                <a:lnTo>
                  <a:pt x="1746122" y="450850"/>
                </a:lnTo>
              </a:path>
              <a:path w="1746250" h="450850">
                <a:moveTo>
                  <a:pt x="0" y="0"/>
                </a:moveTo>
                <a:lnTo>
                  <a:pt x="453770" y="447802"/>
                </a:lnTo>
              </a:path>
            </a:pathLst>
          </a:custGeom>
          <a:ln w="28575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6152388" y="3396996"/>
            <a:ext cx="591820" cy="3079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dirty="0" sz="1400" spc="-10" b="1">
                <a:solidFill>
                  <a:srgbClr val="FFC000"/>
                </a:solidFill>
                <a:latin typeface="Arial"/>
                <a:cs typeface="Arial"/>
              </a:rPr>
              <a:t>(011)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4640770" y="4078414"/>
            <a:ext cx="2173605" cy="685800"/>
            <a:chOff x="4640770" y="4078414"/>
            <a:chExt cx="2173605" cy="685800"/>
          </a:xfrm>
        </p:grpSpPr>
        <p:sp>
          <p:nvSpPr>
            <p:cNvPr id="33" name="object 33" descr=""/>
            <p:cNvSpPr/>
            <p:nvPr/>
          </p:nvSpPr>
          <p:spPr>
            <a:xfrm>
              <a:off x="4655058" y="4098798"/>
              <a:ext cx="629920" cy="650875"/>
            </a:xfrm>
            <a:custGeom>
              <a:avLst/>
              <a:gdLst/>
              <a:ahLst/>
              <a:cxnLst/>
              <a:rect l="l" t="t" r="r" b="b"/>
              <a:pathLst>
                <a:path w="629920" h="650875">
                  <a:moveTo>
                    <a:pt x="0" y="0"/>
                  </a:moveTo>
                  <a:lnTo>
                    <a:pt x="0" y="650747"/>
                  </a:lnTo>
                  <a:lnTo>
                    <a:pt x="629412" y="6507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655058" y="4098798"/>
              <a:ext cx="629920" cy="650875"/>
            </a:xfrm>
            <a:custGeom>
              <a:avLst/>
              <a:gdLst/>
              <a:ahLst/>
              <a:cxnLst/>
              <a:rect l="l" t="t" r="r" b="b"/>
              <a:pathLst>
                <a:path w="629920" h="650875">
                  <a:moveTo>
                    <a:pt x="0" y="650747"/>
                  </a:moveTo>
                  <a:lnTo>
                    <a:pt x="0" y="0"/>
                  </a:lnTo>
                  <a:lnTo>
                    <a:pt x="629412" y="650747"/>
                  </a:lnTo>
                  <a:lnTo>
                    <a:pt x="0" y="650747"/>
                  </a:lnTo>
                  <a:close/>
                </a:path>
              </a:pathLst>
            </a:custGeom>
            <a:ln w="28574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084826" y="4092702"/>
              <a:ext cx="652780" cy="657225"/>
            </a:xfrm>
            <a:custGeom>
              <a:avLst/>
              <a:gdLst/>
              <a:ahLst/>
              <a:cxnLst/>
              <a:rect l="l" t="t" r="r" b="b"/>
              <a:pathLst>
                <a:path w="652779" h="657225">
                  <a:moveTo>
                    <a:pt x="0" y="0"/>
                  </a:moveTo>
                  <a:lnTo>
                    <a:pt x="0" y="656844"/>
                  </a:lnTo>
                  <a:lnTo>
                    <a:pt x="652272" y="6568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084826" y="4092702"/>
              <a:ext cx="652780" cy="657225"/>
            </a:xfrm>
            <a:custGeom>
              <a:avLst/>
              <a:gdLst/>
              <a:ahLst/>
              <a:cxnLst/>
              <a:rect l="l" t="t" r="r" b="b"/>
              <a:pathLst>
                <a:path w="652779" h="657225">
                  <a:moveTo>
                    <a:pt x="0" y="656844"/>
                  </a:moveTo>
                  <a:lnTo>
                    <a:pt x="0" y="0"/>
                  </a:lnTo>
                  <a:lnTo>
                    <a:pt x="652272" y="656844"/>
                  </a:lnTo>
                  <a:lnTo>
                    <a:pt x="0" y="656844"/>
                  </a:lnTo>
                  <a:close/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488686" y="4092702"/>
              <a:ext cx="637540" cy="657225"/>
            </a:xfrm>
            <a:custGeom>
              <a:avLst/>
              <a:gdLst/>
              <a:ahLst/>
              <a:cxnLst/>
              <a:rect l="l" t="t" r="r" b="b"/>
              <a:pathLst>
                <a:path w="637539" h="657225">
                  <a:moveTo>
                    <a:pt x="0" y="0"/>
                  </a:moveTo>
                  <a:lnTo>
                    <a:pt x="0" y="656844"/>
                  </a:lnTo>
                  <a:lnTo>
                    <a:pt x="637031" y="6568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488686" y="4092702"/>
              <a:ext cx="637540" cy="657225"/>
            </a:xfrm>
            <a:custGeom>
              <a:avLst/>
              <a:gdLst/>
              <a:ahLst/>
              <a:cxnLst/>
              <a:rect l="l" t="t" r="r" b="b"/>
              <a:pathLst>
                <a:path w="637539" h="657225">
                  <a:moveTo>
                    <a:pt x="0" y="656844"/>
                  </a:moveTo>
                  <a:lnTo>
                    <a:pt x="0" y="0"/>
                  </a:lnTo>
                  <a:lnTo>
                    <a:pt x="637031" y="656844"/>
                  </a:lnTo>
                  <a:lnTo>
                    <a:pt x="0" y="656844"/>
                  </a:lnTo>
                  <a:close/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913882" y="4092702"/>
              <a:ext cx="681355" cy="657225"/>
            </a:xfrm>
            <a:custGeom>
              <a:avLst/>
              <a:gdLst/>
              <a:ahLst/>
              <a:cxnLst/>
              <a:rect l="l" t="t" r="r" b="b"/>
              <a:pathLst>
                <a:path w="681354" h="657225">
                  <a:moveTo>
                    <a:pt x="0" y="0"/>
                  </a:moveTo>
                  <a:lnTo>
                    <a:pt x="0" y="656844"/>
                  </a:lnTo>
                  <a:lnTo>
                    <a:pt x="681227" y="6568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913882" y="4092702"/>
              <a:ext cx="681355" cy="657225"/>
            </a:xfrm>
            <a:custGeom>
              <a:avLst/>
              <a:gdLst/>
              <a:ahLst/>
              <a:cxnLst/>
              <a:rect l="l" t="t" r="r" b="b"/>
              <a:pathLst>
                <a:path w="681354" h="657225">
                  <a:moveTo>
                    <a:pt x="0" y="656844"/>
                  </a:moveTo>
                  <a:lnTo>
                    <a:pt x="0" y="0"/>
                  </a:lnTo>
                  <a:lnTo>
                    <a:pt x="681227" y="656844"/>
                  </a:lnTo>
                  <a:lnTo>
                    <a:pt x="0" y="656844"/>
                  </a:lnTo>
                  <a:close/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231636" y="4085844"/>
              <a:ext cx="582295" cy="307975"/>
            </a:xfrm>
            <a:custGeom>
              <a:avLst/>
              <a:gdLst/>
              <a:ahLst/>
              <a:cxnLst/>
              <a:rect l="l" t="t" r="r" b="b"/>
              <a:pathLst>
                <a:path w="582295" h="307975">
                  <a:moveTo>
                    <a:pt x="582167" y="0"/>
                  </a:moveTo>
                  <a:lnTo>
                    <a:pt x="0" y="0"/>
                  </a:lnTo>
                  <a:lnTo>
                    <a:pt x="0" y="307847"/>
                  </a:lnTo>
                  <a:lnTo>
                    <a:pt x="582167" y="307847"/>
                  </a:lnTo>
                  <a:lnTo>
                    <a:pt x="5821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6311900" y="4113021"/>
            <a:ext cx="4235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00AF50"/>
                </a:solidFill>
                <a:latin typeface="Arial"/>
                <a:cs typeface="Arial"/>
              </a:rPr>
              <a:t>(111)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6759130" y="3343655"/>
            <a:ext cx="2031364" cy="995680"/>
            <a:chOff x="6759130" y="3343655"/>
            <a:chExt cx="2031364" cy="995680"/>
          </a:xfrm>
        </p:grpSpPr>
        <p:sp>
          <p:nvSpPr>
            <p:cNvPr id="44" name="object 44" descr=""/>
            <p:cNvSpPr/>
            <p:nvPr/>
          </p:nvSpPr>
          <p:spPr>
            <a:xfrm>
              <a:off x="6773418" y="3429761"/>
              <a:ext cx="1717675" cy="894715"/>
            </a:xfrm>
            <a:custGeom>
              <a:avLst/>
              <a:gdLst/>
              <a:ahLst/>
              <a:cxnLst/>
              <a:rect l="l" t="t" r="r" b="b"/>
              <a:pathLst>
                <a:path w="1717675" h="894714">
                  <a:moveTo>
                    <a:pt x="428243" y="7620"/>
                  </a:moveTo>
                  <a:lnTo>
                    <a:pt x="861186" y="884174"/>
                  </a:lnTo>
                </a:path>
                <a:path w="1717675" h="894714">
                  <a:moveTo>
                    <a:pt x="842772" y="0"/>
                  </a:moveTo>
                  <a:lnTo>
                    <a:pt x="1287906" y="876681"/>
                  </a:lnTo>
                </a:path>
                <a:path w="1717675" h="894714">
                  <a:moveTo>
                    <a:pt x="0" y="22860"/>
                  </a:moveTo>
                  <a:lnTo>
                    <a:pt x="434339" y="883538"/>
                  </a:lnTo>
                </a:path>
                <a:path w="1717675" h="894714">
                  <a:moveTo>
                    <a:pt x="1275587" y="7620"/>
                  </a:moveTo>
                  <a:lnTo>
                    <a:pt x="1717548" y="894714"/>
                  </a:lnTo>
                </a:path>
              </a:pathLst>
            </a:custGeom>
            <a:ln w="2857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188452" y="3343655"/>
              <a:ext cx="601980" cy="307975"/>
            </a:xfrm>
            <a:custGeom>
              <a:avLst/>
              <a:gdLst/>
              <a:ahLst/>
              <a:cxnLst/>
              <a:rect l="l" t="t" r="r" b="b"/>
              <a:pathLst>
                <a:path w="601979" h="307975">
                  <a:moveTo>
                    <a:pt x="601979" y="0"/>
                  </a:moveTo>
                  <a:lnTo>
                    <a:pt x="0" y="0"/>
                  </a:lnTo>
                  <a:lnTo>
                    <a:pt x="0" y="307847"/>
                  </a:lnTo>
                  <a:lnTo>
                    <a:pt x="601979" y="307847"/>
                  </a:lnTo>
                  <a:lnTo>
                    <a:pt x="6019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8269351" y="3371850"/>
            <a:ext cx="44195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6F2F9F"/>
                </a:solidFill>
                <a:latin typeface="Arial"/>
                <a:cs typeface="Arial"/>
              </a:rPr>
              <a:t>(021)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50" name="object 5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51" name="object 5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7" name="object 47" descr=""/>
          <p:cNvSpPr txBox="1"/>
          <p:nvPr/>
        </p:nvSpPr>
        <p:spPr>
          <a:xfrm>
            <a:off x="2523489" y="1829815"/>
            <a:ext cx="8083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4E79"/>
                </a:solidFill>
                <a:latin typeface="Calibri"/>
                <a:cs typeface="Calibri"/>
              </a:rPr>
              <a:t>Unit</a:t>
            </a:r>
            <a:r>
              <a:rPr dirty="0" sz="1800" spc="-2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F4E79"/>
                </a:solidFill>
                <a:latin typeface="Calibri"/>
                <a:cs typeface="Calibri"/>
              </a:rPr>
              <a:t>cell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469891" y="1153667"/>
            <a:ext cx="4320540" cy="64643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1800" b="1" i="1">
                <a:solidFill>
                  <a:srgbClr val="1F4E79"/>
                </a:solidFill>
                <a:latin typeface="Calibri"/>
                <a:cs typeface="Calibri"/>
              </a:rPr>
              <a:t>Crystallographic</a:t>
            </a:r>
            <a:r>
              <a:rPr dirty="0" sz="1800" spc="-100" b="1" i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 b="1" i="1">
                <a:solidFill>
                  <a:srgbClr val="1F4E79"/>
                </a:solidFill>
                <a:latin typeface="Calibri"/>
                <a:cs typeface="Calibri"/>
              </a:rPr>
              <a:t>planes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hkl</a:t>
            </a:r>
            <a:r>
              <a:rPr dirty="0" sz="1800" spc="-2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index,</a:t>
            </a:r>
            <a:r>
              <a:rPr dirty="0" sz="1800" spc="-1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d-spacing,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45"/>
              <a:t> </a:t>
            </a:r>
            <a:r>
              <a:rPr dirty="0" spc="-10"/>
              <a:t>diffraction</a:t>
            </a:r>
            <a:r>
              <a:rPr dirty="0" spc="-140"/>
              <a:t> </a:t>
            </a:r>
            <a:r>
              <a:rPr dirty="0" spc="-10"/>
              <a:t>analysis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99644" y="1161288"/>
            <a:ext cx="3965575" cy="64643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1800" spc="-10" b="1" i="1">
                <a:solidFill>
                  <a:srgbClr val="1F4E79"/>
                </a:solidFill>
                <a:latin typeface="Calibri"/>
                <a:cs typeface="Calibri"/>
              </a:rPr>
              <a:t>Bragg’s</a:t>
            </a:r>
            <a:r>
              <a:rPr dirty="0" sz="1800" spc="-50" b="1" i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20" b="1" i="1">
                <a:solidFill>
                  <a:srgbClr val="1F4E79"/>
                </a:solidFill>
                <a:latin typeface="Calibri"/>
                <a:cs typeface="Calibri"/>
              </a:rPr>
              <a:t>law: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5"/>
              </a:spcBef>
            </a:pP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n</a:t>
            </a:r>
            <a:r>
              <a:rPr dirty="0" sz="1800">
                <a:solidFill>
                  <a:srgbClr val="1F4E79"/>
                </a:solidFill>
                <a:latin typeface="Symbol"/>
                <a:cs typeface="Symbol"/>
              </a:rPr>
              <a:t></a:t>
            </a:r>
            <a:r>
              <a:rPr dirty="0" sz="1800" spc="-45">
                <a:solidFill>
                  <a:srgbClr val="1F4E79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=</a:t>
            </a:r>
            <a:r>
              <a:rPr dirty="0" sz="1800" spc="-1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2dsin</a:t>
            </a:r>
            <a:r>
              <a:rPr dirty="0" sz="1800" spc="-10">
                <a:solidFill>
                  <a:srgbClr val="1F4E79"/>
                </a:solidFill>
                <a:latin typeface="Symbol"/>
                <a:cs typeface="Symbol"/>
              </a:rPr>
              <a:t></a:t>
            </a:r>
            <a:endParaRPr sz="1800">
              <a:latin typeface="Symbol"/>
              <a:cs typeface="Symbo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364354" y="2200655"/>
            <a:ext cx="4191000" cy="3037840"/>
            <a:chOff x="4364354" y="2200655"/>
            <a:chExt cx="4191000" cy="303784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5047" y="2228087"/>
              <a:ext cx="3979812" cy="276453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641341" y="2398013"/>
              <a:ext cx="429895" cy="407034"/>
            </a:xfrm>
            <a:custGeom>
              <a:avLst/>
              <a:gdLst/>
              <a:ahLst/>
              <a:cxnLst/>
              <a:rect l="l" t="t" r="r" b="b"/>
              <a:pathLst>
                <a:path w="429895" h="407035">
                  <a:moveTo>
                    <a:pt x="0" y="406908"/>
                  </a:moveTo>
                  <a:lnTo>
                    <a:pt x="429767" y="406908"/>
                  </a:lnTo>
                  <a:lnTo>
                    <a:pt x="429767" y="0"/>
                  </a:lnTo>
                  <a:lnTo>
                    <a:pt x="0" y="0"/>
                  </a:lnTo>
                  <a:lnTo>
                    <a:pt x="0" y="406908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635118" y="2200655"/>
              <a:ext cx="430530" cy="132715"/>
            </a:xfrm>
            <a:custGeom>
              <a:avLst/>
              <a:gdLst/>
              <a:ahLst/>
              <a:cxnLst/>
              <a:rect l="l" t="t" r="r" b="b"/>
              <a:pathLst>
                <a:path w="430529" h="132714">
                  <a:moveTo>
                    <a:pt x="113791" y="0"/>
                  </a:moveTo>
                  <a:lnTo>
                    <a:pt x="0" y="66294"/>
                  </a:lnTo>
                  <a:lnTo>
                    <a:pt x="113791" y="132588"/>
                  </a:lnTo>
                  <a:lnTo>
                    <a:pt x="122554" y="130302"/>
                  </a:lnTo>
                  <a:lnTo>
                    <a:pt x="126491" y="123444"/>
                  </a:lnTo>
                  <a:lnTo>
                    <a:pt x="130428" y="116713"/>
                  </a:lnTo>
                  <a:lnTo>
                    <a:pt x="128142" y="107950"/>
                  </a:lnTo>
                  <a:lnTo>
                    <a:pt x="81033" y="80518"/>
                  </a:lnTo>
                  <a:lnTo>
                    <a:pt x="28447" y="80518"/>
                  </a:lnTo>
                  <a:lnTo>
                    <a:pt x="28447" y="51943"/>
                  </a:lnTo>
                  <a:lnTo>
                    <a:pt x="81250" y="51943"/>
                  </a:lnTo>
                  <a:lnTo>
                    <a:pt x="128142" y="24638"/>
                  </a:lnTo>
                  <a:lnTo>
                    <a:pt x="130428" y="15875"/>
                  </a:lnTo>
                  <a:lnTo>
                    <a:pt x="126491" y="9144"/>
                  </a:lnTo>
                  <a:lnTo>
                    <a:pt x="122554" y="2286"/>
                  </a:lnTo>
                  <a:lnTo>
                    <a:pt x="113791" y="0"/>
                  </a:lnTo>
                  <a:close/>
                </a:path>
                <a:path w="430529" h="132714">
                  <a:moveTo>
                    <a:pt x="373360" y="66294"/>
                  </a:moveTo>
                  <a:lnTo>
                    <a:pt x="302005" y="107950"/>
                  </a:lnTo>
                  <a:lnTo>
                    <a:pt x="299592" y="116713"/>
                  </a:lnTo>
                  <a:lnTo>
                    <a:pt x="303656" y="123444"/>
                  </a:lnTo>
                  <a:lnTo>
                    <a:pt x="307593" y="130302"/>
                  </a:lnTo>
                  <a:lnTo>
                    <a:pt x="316356" y="132588"/>
                  </a:lnTo>
                  <a:lnTo>
                    <a:pt x="405658" y="80518"/>
                  </a:lnTo>
                  <a:lnTo>
                    <a:pt x="401700" y="80518"/>
                  </a:lnTo>
                  <a:lnTo>
                    <a:pt x="401700" y="78613"/>
                  </a:lnTo>
                  <a:lnTo>
                    <a:pt x="394461" y="78613"/>
                  </a:lnTo>
                  <a:lnTo>
                    <a:pt x="373360" y="66294"/>
                  </a:lnTo>
                  <a:close/>
                </a:path>
                <a:path w="430529" h="132714">
                  <a:moveTo>
                    <a:pt x="81250" y="51943"/>
                  </a:moveTo>
                  <a:lnTo>
                    <a:pt x="28447" y="51943"/>
                  </a:lnTo>
                  <a:lnTo>
                    <a:pt x="28447" y="80518"/>
                  </a:lnTo>
                  <a:lnTo>
                    <a:pt x="81033" y="80518"/>
                  </a:lnTo>
                  <a:lnTo>
                    <a:pt x="77769" y="78613"/>
                  </a:lnTo>
                  <a:lnTo>
                    <a:pt x="35559" y="78613"/>
                  </a:lnTo>
                  <a:lnTo>
                    <a:pt x="35559" y="53975"/>
                  </a:lnTo>
                  <a:lnTo>
                    <a:pt x="77769" y="53975"/>
                  </a:lnTo>
                  <a:lnTo>
                    <a:pt x="81250" y="51943"/>
                  </a:lnTo>
                  <a:close/>
                </a:path>
                <a:path w="430529" h="132714">
                  <a:moveTo>
                    <a:pt x="348777" y="51943"/>
                  </a:moveTo>
                  <a:lnTo>
                    <a:pt x="81250" y="51943"/>
                  </a:lnTo>
                  <a:lnTo>
                    <a:pt x="56664" y="66294"/>
                  </a:lnTo>
                  <a:lnTo>
                    <a:pt x="81033" y="80518"/>
                  </a:lnTo>
                  <a:lnTo>
                    <a:pt x="348995" y="80518"/>
                  </a:lnTo>
                  <a:lnTo>
                    <a:pt x="373360" y="66294"/>
                  </a:lnTo>
                  <a:lnTo>
                    <a:pt x="348777" y="51943"/>
                  </a:lnTo>
                  <a:close/>
                </a:path>
                <a:path w="430529" h="132714">
                  <a:moveTo>
                    <a:pt x="405441" y="51943"/>
                  </a:moveTo>
                  <a:lnTo>
                    <a:pt x="401700" y="51943"/>
                  </a:lnTo>
                  <a:lnTo>
                    <a:pt x="401700" y="80518"/>
                  </a:lnTo>
                  <a:lnTo>
                    <a:pt x="405658" y="80518"/>
                  </a:lnTo>
                  <a:lnTo>
                    <a:pt x="430021" y="66294"/>
                  </a:lnTo>
                  <a:lnTo>
                    <a:pt x="405441" y="51943"/>
                  </a:lnTo>
                  <a:close/>
                </a:path>
                <a:path w="430529" h="132714">
                  <a:moveTo>
                    <a:pt x="35559" y="53975"/>
                  </a:moveTo>
                  <a:lnTo>
                    <a:pt x="35559" y="78613"/>
                  </a:lnTo>
                  <a:lnTo>
                    <a:pt x="56664" y="66294"/>
                  </a:lnTo>
                  <a:lnTo>
                    <a:pt x="35559" y="53975"/>
                  </a:lnTo>
                  <a:close/>
                </a:path>
                <a:path w="430529" h="132714">
                  <a:moveTo>
                    <a:pt x="56664" y="66294"/>
                  </a:moveTo>
                  <a:lnTo>
                    <a:pt x="35559" y="78613"/>
                  </a:lnTo>
                  <a:lnTo>
                    <a:pt x="77769" y="78613"/>
                  </a:lnTo>
                  <a:lnTo>
                    <a:pt x="56664" y="66294"/>
                  </a:lnTo>
                  <a:close/>
                </a:path>
                <a:path w="430529" h="132714">
                  <a:moveTo>
                    <a:pt x="394461" y="53975"/>
                  </a:moveTo>
                  <a:lnTo>
                    <a:pt x="373360" y="66294"/>
                  </a:lnTo>
                  <a:lnTo>
                    <a:pt x="394461" y="78613"/>
                  </a:lnTo>
                  <a:lnTo>
                    <a:pt x="394461" y="53975"/>
                  </a:lnTo>
                  <a:close/>
                </a:path>
                <a:path w="430529" h="132714">
                  <a:moveTo>
                    <a:pt x="401700" y="53975"/>
                  </a:moveTo>
                  <a:lnTo>
                    <a:pt x="394461" y="53975"/>
                  </a:lnTo>
                  <a:lnTo>
                    <a:pt x="394461" y="78613"/>
                  </a:lnTo>
                  <a:lnTo>
                    <a:pt x="401700" y="78613"/>
                  </a:lnTo>
                  <a:lnTo>
                    <a:pt x="401700" y="53975"/>
                  </a:lnTo>
                  <a:close/>
                </a:path>
                <a:path w="430529" h="132714">
                  <a:moveTo>
                    <a:pt x="77769" y="53975"/>
                  </a:moveTo>
                  <a:lnTo>
                    <a:pt x="35559" y="53975"/>
                  </a:lnTo>
                  <a:lnTo>
                    <a:pt x="56664" y="66294"/>
                  </a:lnTo>
                  <a:lnTo>
                    <a:pt x="77769" y="53975"/>
                  </a:lnTo>
                  <a:close/>
                </a:path>
                <a:path w="430529" h="132714">
                  <a:moveTo>
                    <a:pt x="316356" y="0"/>
                  </a:moveTo>
                  <a:lnTo>
                    <a:pt x="307593" y="2286"/>
                  </a:lnTo>
                  <a:lnTo>
                    <a:pt x="303656" y="9144"/>
                  </a:lnTo>
                  <a:lnTo>
                    <a:pt x="299592" y="15875"/>
                  </a:lnTo>
                  <a:lnTo>
                    <a:pt x="302005" y="24638"/>
                  </a:lnTo>
                  <a:lnTo>
                    <a:pt x="373360" y="66294"/>
                  </a:lnTo>
                  <a:lnTo>
                    <a:pt x="394461" y="53975"/>
                  </a:lnTo>
                  <a:lnTo>
                    <a:pt x="401700" y="53975"/>
                  </a:lnTo>
                  <a:lnTo>
                    <a:pt x="401700" y="51943"/>
                  </a:lnTo>
                  <a:lnTo>
                    <a:pt x="405441" y="51943"/>
                  </a:lnTo>
                  <a:lnTo>
                    <a:pt x="3163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364354" y="4736591"/>
              <a:ext cx="171450" cy="417830"/>
            </a:xfrm>
            <a:custGeom>
              <a:avLst/>
              <a:gdLst/>
              <a:ahLst/>
              <a:cxnLst/>
              <a:rect l="l" t="t" r="r" b="b"/>
              <a:pathLst>
                <a:path w="171450" h="417829">
                  <a:moveTo>
                    <a:pt x="114300" y="142874"/>
                  </a:moveTo>
                  <a:lnTo>
                    <a:pt x="57150" y="142874"/>
                  </a:lnTo>
                  <a:lnTo>
                    <a:pt x="57150" y="417321"/>
                  </a:lnTo>
                  <a:lnTo>
                    <a:pt x="114300" y="417321"/>
                  </a:lnTo>
                  <a:lnTo>
                    <a:pt x="114300" y="142874"/>
                  </a:lnTo>
                  <a:close/>
                </a:path>
                <a:path w="171450" h="417829">
                  <a:moveTo>
                    <a:pt x="85725" y="0"/>
                  </a:moveTo>
                  <a:lnTo>
                    <a:pt x="0" y="171449"/>
                  </a:lnTo>
                  <a:lnTo>
                    <a:pt x="57150" y="171449"/>
                  </a:lnTo>
                  <a:lnTo>
                    <a:pt x="57150" y="142874"/>
                  </a:lnTo>
                  <a:lnTo>
                    <a:pt x="157162" y="142874"/>
                  </a:lnTo>
                  <a:lnTo>
                    <a:pt x="85725" y="0"/>
                  </a:lnTo>
                  <a:close/>
                </a:path>
                <a:path w="171450" h="417829">
                  <a:moveTo>
                    <a:pt x="157162" y="142874"/>
                  </a:moveTo>
                  <a:lnTo>
                    <a:pt x="114300" y="142874"/>
                  </a:lnTo>
                  <a:lnTo>
                    <a:pt x="114300" y="171449"/>
                  </a:lnTo>
                  <a:lnTo>
                    <a:pt x="171450" y="171449"/>
                  </a:lnTo>
                  <a:lnTo>
                    <a:pt x="157162" y="142874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450079" y="5066919"/>
              <a:ext cx="410845" cy="171450"/>
            </a:xfrm>
            <a:custGeom>
              <a:avLst/>
              <a:gdLst/>
              <a:ahLst/>
              <a:cxnLst/>
              <a:rect l="l" t="t" r="r" b="b"/>
              <a:pathLst>
                <a:path w="410845" h="171450">
                  <a:moveTo>
                    <a:pt x="239014" y="0"/>
                  </a:moveTo>
                  <a:lnTo>
                    <a:pt x="239014" y="171449"/>
                  </a:lnTo>
                  <a:lnTo>
                    <a:pt x="353314" y="114299"/>
                  </a:lnTo>
                  <a:lnTo>
                    <a:pt x="267589" y="114299"/>
                  </a:lnTo>
                  <a:lnTo>
                    <a:pt x="267589" y="57149"/>
                  </a:lnTo>
                  <a:lnTo>
                    <a:pt x="353314" y="57149"/>
                  </a:lnTo>
                  <a:lnTo>
                    <a:pt x="239014" y="0"/>
                  </a:lnTo>
                  <a:close/>
                </a:path>
                <a:path w="410845" h="171450">
                  <a:moveTo>
                    <a:pt x="239014" y="57149"/>
                  </a:moveTo>
                  <a:lnTo>
                    <a:pt x="0" y="57149"/>
                  </a:lnTo>
                  <a:lnTo>
                    <a:pt x="0" y="114299"/>
                  </a:lnTo>
                  <a:lnTo>
                    <a:pt x="239014" y="114299"/>
                  </a:lnTo>
                  <a:lnTo>
                    <a:pt x="239014" y="57149"/>
                  </a:lnTo>
                  <a:close/>
                </a:path>
                <a:path w="410845" h="171450">
                  <a:moveTo>
                    <a:pt x="353314" y="57149"/>
                  </a:moveTo>
                  <a:lnTo>
                    <a:pt x="267589" y="57149"/>
                  </a:lnTo>
                  <a:lnTo>
                    <a:pt x="267589" y="114299"/>
                  </a:lnTo>
                  <a:lnTo>
                    <a:pt x="353314" y="114299"/>
                  </a:lnTo>
                  <a:lnTo>
                    <a:pt x="410464" y="85724"/>
                  </a:lnTo>
                  <a:lnTo>
                    <a:pt x="353314" y="5714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5881" y="5085397"/>
              <a:ext cx="128396" cy="128396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4939665" y="5039105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00AF50"/>
                </a:solidFill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417567" y="4478273"/>
            <a:ext cx="127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0000CC"/>
                </a:solidFill>
                <a:latin typeface="Arial"/>
                <a:cs typeface="Arial"/>
              </a:rPr>
              <a:t>z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222496" y="5042661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455033" y="1929764"/>
            <a:ext cx="10655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=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0.562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nm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501830" y="2374582"/>
            <a:ext cx="2585720" cy="894715"/>
            <a:chOff x="5501830" y="2374582"/>
            <a:chExt cx="2585720" cy="894715"/>
          </a:xfrm>
        </p:grpSpPr>
        <p:sp>
          <p:nvSpPr>
            <p:cNvPr id="16" name="object 16" descr=""/>
            <p:cNvSpPr/>
            <p:nvPr/>
          </p:nvSpPr>
          <p:spPr>
            <a:xfrm>
              <a:off x="6759701" y="2388870"/>
              <a:ext cx="1313815" cy="864869"/>
            </a:xfrm>
            <a:custGeom>
              <a:avLst/>
              <a:gdLst/>
              <a:ahLst/>
              <a:cxnLst/>
              <a:rect l="l" t="t" r="r" b="b"/>
              <a:pathLst>
                <a:path w="1313815" h="864870">
                  <a:moveTo>
                    <a:pt x="6096" y="0"/>
                  </a:moveTo>
                  <a:lnTo>
                    <a:pt x="1295780" y="126"/>
                  </a:lnTo>
                </a:path>
                <a:path w="1313815" h="864870">
                  <a:moveTo>
                    <a:pt x="19812" y="211835"/>
                  </a:moveTo>
                  <a:lnTo>
                    <a:pt x="1295019" y="213232"/>
                  </a:lnTo>
                </a:path>
                <a:path w="1313815" h="864870">
                  <a:moveTo>
                    <a:pt x="19812" y="438530"/>
                  </a:moveTo>
                  <a:lnTo>
                    <a:pt x="1295019" y="435863"/>
                  </a:lnTo>
                </a:path>
                <a:path w="1313815" h="864870">
                  <a:moveTo>
                    <a:pt x="0" y="652399"/>
                  </a:moveTo>
                  <a:lnTo>
                    <a:pt x="1297431" y="643127"/>
                  </a:lnTo>
                </a:path>
                <a:path w="1313815" h="864870">
                  <a:moveTo>
                    <a:pt x="13716" y="864869"/>
                  </a:moveTo>
                  <a:lnTo>
                    <a:pt x="1313306" y="850391"/>
                  </a:lnTo>
                </a:path>
              </a:pathLst>
            </a:custGeom>
            <a:ln w="28575">
              <a:solidFill>
                <a:srgbClr val="F8C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516117" y="2388870"/>
              <a:ext cx="1044575" cy="866140"/>
            </a:xfrm>
            <a:custGeom>
              <a:avLst/>
              <a:gdLst/>
              <a:ahLst/>
              <a:cxnLst/>
              <a:rect l="l" t="t" r="r" b="b"/>
              <a:pathLst>
                <a:path w="1044575" h="866139">
                  <a:moveTo>
                    <a:pt x="7620" y="0"/>
                  </a:moveTo>
                  <a:lnTo>
                    <a:pt x="1044066" y="0"/>
                  </a:lnTo>
                </a:path>
                <a:path w="1044575" h="866139">
                  <a:moveTo>
                    <a:pt x="0" y="435863"/>
                  </a:moveTo>
                  <a:lnTo>
                    <a:pt x="1036447" y="435863"/>
                  </a:lnTo>
                </a:path>
                <a:path w="1044575" h="866139">
                  <a:moveTo>
                    <a:pt x="0" y="865631"/>
                  </a:moveTo>
                  <a:lnTo>
                    <a:pt x="1036447" y="865631"/>
                  </a:lnTo>
                </a:path>
              </a:pathLst>
            </a:custGeom>
            <a:ln w="2857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7337806" y="1993849"/>
            <a:ext cx="4572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7E5F00"/>
                </a:solidFill>
                <a:latin typeface="Calibri"/>
                <a:cs typeface="Calibri"/>
              </a:rPr>
              <a:t>(002)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869051" y="2121788"/>
            <a:ext cx="44195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000CC"/>
                </a:solidFill>
                <a:latin typeface="Arial"/>
                <a:cs typeface="Arial"/>
              </a:rPr>
              <a:t>(001)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618482" y="3440429"/>
            <a:ext cx="1746250" cy="450850"/>
          </a:xfrm>
          <a:custGeom>
            <a:avLst/>
            <a:gdLst/>
            <a:ahLst/>
            <a:cxnLst/>
            <a:rect l="l" t="t" r="r" b="b"/>
            <a:pathLst>
              <a:path w="1746250" h="450850">
                <a:moveTo>
                  <a:pt x="428243" y="1524"/>
                </a:moveTo>
                <a:lnTo>
                  <a:pt x="888238" y="440055"/>
                </a:lnTo>
              </a:path>
              <a:path w="1746250" h="450850">
                <a:moveTo>
                  <a:pt x="844295" y="0"/>
                </a:moveTo>
                <a:lnTo>
                  <a:pt x="1312926" y="446405"/>
                </a:lnTo>
              </a:path>
              <a:path w="1746250" h="450850">
                <a:moveTo>
                  <a:pt x="1271015" y="4572"/>
                </a:moveTo>
                <a:lnTo>
                  <a:pt x="1746122" y="450850"/>
                </a:lnTo>
              </a:path>
              <a:path w="1746250" h="450850">
                <a:moveTo>
                  <a:pt x="0" y="0"/>
                </a:moveTo>
                <a:lnTo>
                  <a:pt x="453770" y="447802"/>
                </a:lnTo>
              </a:path>
            </a:pathLst>
          </a:custGeom>
          <a:ln w="28575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152388" y="3396996"/>
            <a:ext cx="591820" cy="3079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dirty="0" sz="1400" spc="-10" b="1">
                <a:solidFill>
                  <a:srgbClr val="FFC000"/>
                </a:solidFill>
                <a:latin typeface="Arial"/>
                <a:cs typeface="Arial"/>
              </a:rPr>
              <a:t>(011)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640770" y="4078414"/>
            <a:ext cx="2173605" cy="685800"/>
            <a:chOff x="4640770" y="4078414"/>
            <a:chExt cx="2173605" cy="685800"/>
          </a:xfrm>
        </p:grpSpPr>
        <p:sp>
          <p:nvSpPr>
            <p:cNvPr id="23" name="object 23" descr=""/>
            <p:cNvSpPr/>
            <p:nvPr/>
          </p:nvSpPr>
          <p:spPr>
            <a:xfrm>
              <a:off x="4655058" y="4098798"/>
              <a:ext cx="629920" cy="650875"/>
            </a:xfrm>
            <a:custGeom>
              <a:avLst/>
              <a:gdLst/>
              <a:ahLst/>
              <a:cxnLst/>
              <a:rect l="l" t="t" r="r" b="b"/>
              <a:pathLst>
                <a:path w="629920" h="650875">
                  <a:moveTo>
                    <a:pt x="0" y="0"/>
                  </a:moveTo>
                  <a:lnTo>
                    <a:pt x="0" y="650747"/>
                  </a:lnTo>
                  <a:lnTo>
                    <a:pt x="629412" y="6507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655058" y="4098798"/>
              <a:ext cx="629920" cy="650875"/>
            </a:xfrm>
            <a:custGeom>
              <a:avLst/>
              <a:gdLst/>
              <a:ahLst/>
              <a:cxnLst/>
              <a:rect l="l" t="t" r="r" b="b"/>
              <a:pathLst>
                <a:path w="629920" h="650875">
                  <a:moveTo>
                    <a:pt x="0" y="650747"/>
                  </a:moveTo>
                  <a:lnTo>
                    <a:pt x="0" y="0"/>
                  </a:lnTo>
                  <a:lnTo>
                    <a:pt x="629412" y="650747"/>
                  </a:lnTo>
                  <a:lnTo>
                    <a:pt x="0" y="650747"/>
                  </a:lnTo>
                  <a:close/>
                </a:path>
              </a:pathLst>
            </a:custGeom>
            <a:ln w="28574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084826" y="4092702"/>
              <a:ext cx="652780" cy="657225"/>
            </a:xfrm>
            <a:custGeom>
              <a:avLst/>
              <a:gdLst/>
              <a:ahLst/>
              <a:cxnLst/>
              <a:rect l="l" t="t" r="r" b="b"/>
              <a:pathLst>
                <a:path w="652779" h="657225">
                  <a:moveTo>
                    <a:pt x="0" y="0"/>
                  </a:moveTo>
                  <a:lnTo>
                    <a:pt x="0" y="656844"/>
                  </a:lnTo>
                  <a:lnTo>
                    <a:pt x="652272" y="6568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084826" y="4092702"/>
              <a:ext cx="652780" cy="657225"/>
            </a:xfrm>
            <a:custGeom>
              <a:avLst/>
              <a:gdLst/>
              <a:ahLst/>
              <a:cxnLst/>
              <a:rect l="l" t="t" r="r" b="b"/>
              <a:pathLst>
                <a:path w="652779" h="657225">
                  <a:moveTo>
                    <a:pt x="0" y="656844"/>
                  </a:moveTo>
                  <a:lnTo>
                    <a:pt x="0" y="0"/>
                  </a:lnTo>
                  <a:lnTo>
                    <a:pt x="652272" y="656844"/>
                  </a:lnTo>
                  <a:lnTo>
                    <a:pt x="0" y="656844"/>
                  </a:lnTo>
                  <a:close/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488686" y="4092702"/>
              <a:ext cx="637540" cy="657225"/>
            </a:xfrm>
            <a:custGeom>
              <a:avLst/>
              <a:gdLst/>
              <a:ahLst/>
              <a:cxnLst/>
              <a:rect l="l" t="t" r="r" b="b"/>
              <a:pathLst>
                <a:path w="637539" h="657225">
                  <a:moveTo>
                    <a:pt x="0" y="0"/>
                  </a:moveTo>
                  <a:lnTo>
                    <a:pt x="0" y="656844"/>
                  </a:lnTo>
                  <a:lnTo>
                    <a:pt x="637031" y="6568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488686" y="4092702"/>
              <a:ext cx="637540" cy="657225"/>
            </a:xfrm>
            <a:custGeom>
              <a:avLst/>
              <a:gdLst/>
              <a:ahLst/>
              <a:cxnLst/>
              <a:rect l="l" t="t" r="r" b="b"/>
              <a:pathLst>
                <a:path w="637539" h="657225">
                  <a:moveTo>
                    <a:pt x="0" y="656844"/>
                  </a:moveTo>
                  <a:lnTo>
                    <a:pt x="0" y="0"/>
                  </a:lnTo>
                  <a:lnTo>
                    <a:pt x="637031" y="656844"/>
                  </a:lnTo>
                  <a:lnTo>
                    <a:pt x="0" y="656844"/>
                  </a:lnTo>
                  <a:close/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913882" y="4092702"/>
              <a:ext cx="681355" cy="657225"/>
            </a:xfrm>
            <a:custGeom>
              <a:avLst/>
              <a:gdLst/>
              <a:ahLst/>
              <a:cxnLst/>
              <a:rect l="l" t="t" r="r" b="b"/>
              <a:pathLst>
                <a:path w="681354" h="657225">
                  <a:moveTo>
                    <a:pt x="0" y="0"/>
                  </a:moveTo>
                  <a:lnTo>
                    <a:pt x="0" y="656844"/>
                  </a:lnTo>
                  <a:lnTo>
                    <a:pt x="681227" y="6568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50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913882" y="4092702"/>
              <a:ext cx="681355" cy="657225"/>
            </a:xfrm>
            <a:custGeom>
              <a:avLst/>
              <a:gdLst/>
              <a:ahLst/>
              <a:cxnLst/>
              <a:rect l="l" t="t" r="r" b="b"/>
              <a:pathLst>
                <a:path w="681354" h="657225">
                  <a:moveTo>
                    <a:pt x="0" y="656844"/>
                  </a:moveTo>
                  <a:lnTo>
                    <a:pt x="0" y="0"/>
                  </a:lnTo>
                  <a:lnTo>
                    <a:pt x="681227" y="656844"/>
                  </a:lnTo>
                  <a:lnTo>
                    <a:pt x="0" y="656844"/>
                  </a:lnTo>
                  <a:close/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231636" y="4085844"/>
              <a:ext cx="582295" cy="307975"/>
            </a:xfrm>
            <a:custGeom>
              <a:avLst/>
              <a:gdLst/>
              <a:ahLst/>
              <a:cxnLst/>
              <a:rect l="l" t="t" r="r" b="b"/>
              <a:pathLst>
                <a:path w="582295" h="307975">
                  <a:moveTo>
                    <a:pt x="582167" y="0"/>
                  </a:moveTo>
                  <a:lnTo>
                    <a:pt x="0" y="0"/>
                  </a:lnTo>
                  <a:lnTo>
                    <a:pt x="0" y="307847"/>
                  </a:lnTo>
                  <a:lnTo>
                    <a:pt x="582167" y="307847"/>
                  </a:lnTo>
                  <a:lnTo>
                    <a:pt x="5821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6311900" y="4113021"/>
            <a:ext cx="4235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00AF50"/>
                </a:solidFill>
                <a:latin typeface="Arial"/>
                <a:cs typeface="Arial"/>
              </a:rPr>
              <a:t>(111)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6759130" y="3343655"/>
            <a:ext cx="2031364" cy="995680"/>
            <a:chOff x="6759130" y="3343655"/>
            <a:chExt cx="2031364" cy="995680"/>
          </a:xfrm>
        </p:grpSpPr>
        <p:sp>
          <p:nvSpPr>
            <p:cNvPr id="34" name="object 34" descr=""/>
            <p:cNvSpPr/>
            <p:nvPr/>
          </p:nvSpPr>
          <p:spPr>
            <a:xfrm>
              <a:off x="6773418" y="3429761"/>
              <a:ext cx="1717675" cy="894715"/>
            </a:xfrm>
            <a:custGeom>
              <a:avLst/>
              <a:gdLst/>
              <a:ahLst/>
              <a:cxnLst/>
              <a:rect l="l" t="t" r="r" b="b"/>
              <a:pathLst>
                <a:path w="1717675" h="894714">
                  <a:moveTo>
                    <a:pt x="428243" y="7620"/>
                  </a:moveTo>
                  <a:lnTo>
                    <a:pt x="861186" y="884174"/>
                  </a:lnTo>
                </a:path>
                <a:path w="1717675" h="894714">
                  <a:moveTo>
                    <a:pt x="842772" y="0"/>
                  </a:moveTo>
                  <a:lnTo>
                    <a:pt x="1287906" y="876681"/>
                  </a:lnTo>
                </a:path>
                <a:path w="1717675" h="894714">
                  <a:moveTo>
                    <a:pt x="0" y="22860"/>
                  </a:moveTo>
                  <a:lnTo>
                    <a:pt x="434339" y="883538"/>
                  </a:lnTo>
                </a:path>
                <a:path w="1717675" h="894714">
                  <a:moveTo>
                    <a:pt x="1275587" y="7620"/>
                  </a:moveTo>
                  <a:lnTo>
                    <a:pt x="1717548" y="894714"/>
                  </a:lnTo>
                </a:path>
              </a:pathLst>
            </a:custGeom>
            <a:ln w="2857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188452" y="3343655"/>
              <a:ext cx="601980" cy="307975"/>
            </a:xfrm>
            <a:custGeom>
              <a:avLst/>
              <a:gdLst/>
              <a:ahLst/>
              <a:cxnLst/>
              <a:rect l="l" t="t" r="r" b="b"/>
              <a:pathLst>
                <a:path w="601979" h="307975">
                  <a:moveTo>
                    <a:pt x="601979" y="0"/>
                  </a:moveTo>
                  <a:lnTo>
                    <a:pt x="0" y="0"/>
                  </a:lnTo>
                  <a:lnTo>
                    <a:pt x="0" y="307847"/>
                  </a:lnTo>
                  <a:lnTo>
                    <a:pt x="601979" y="307847"/>
                  </a:lnTo>
                  <a:lnTo>
                    <a:pt x="6019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8269351" y="3371850"/>
            <a:ext cx="44195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6F2F9F"/>
                </a:solidFill>
                <a:latin typeface="Arial"/>
                <a:cs typeface="Arial"/>
              </a:rPr>
              <a:t>(021)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469891" y="1153667"/>
            <a:ext cx="4320540" cy="64643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1800" b="1" i="1">
                <a:solidFill>
                  <a:srgbClr val="1F4E79"/>
                </a:solidFill>
                <a:latin typeface="Calibri"/>
                <a:cs typeface="Calibri"/>
              </a:rPr>
              <a:t>Crystallographic</a:t>
            </a:r>
            <a:r>
              <a:rPr dirty="0" sz="1800" spc="-100" b="1" i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 b="1" i="1">
                <a:solidFill>
                  <a:srgbClr val="1F4E79"/>
                </a:solidFill>
                <a:latin typeface="Calibri"/>
                <a:cs typeface="Calibri"/>
              </a:rPr>
              <a:t>planes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hkl</a:t>
            </a:r>
            <a:r>
              <a:rPr dirty="0" sz="1800" spc="-4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index,</a:t>
            </a:r>
            <a:r>
              <a:rPr dirty="0" sz="1800" spc="-3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d-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spacing</a:t>
            </a:r>
            <a:r>
              <a:rPr dirty="0" sz="1800" spc="-3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(hkl),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211836" y="1932432"/>
            <a:ext cx="3949065" cy="3741420"/>
            <a:chOff x="211836" y="1932432"/>
            <a:chExt cx="3949065" cy="3741420"/>
          </a:xfrm>
        </p:grpSpPr>
        <p:pic>
          <p:nvPicPr>
            <p:cNvPr id="39" name="object 3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552" y="1932432"/>
              <a:ext cx="3909060" cy="216560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836" y="4139183"/>
              <a:ext cx="3948684" cy="1534667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42" name="object 4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43" name="object 4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45"/>
              <a:t> </a:t>
            </a:r>
            <a:r>
              <a:rPr dirty="0" spc="-10"/>
              <a:t>diffraction</a:t>
            </a:r>
            <a:r>
              <a:rPr dirty="0" spc="-140"/>
              <a:t> </a:t>
            </a:r>
            <a:r>
              <a:rPr dirty="0" spc="-10"/>
              <a:t>analysis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469891" y="1153667"/>
            <a:ext cx="4320540" cy="64643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1800" b="1" i="1">
                <a:solidFill>
                  <a:srgbClr val="1F4E79"/>
                </a:solidFill>
                <a:latin typeface="Calibri"/>
                <a:cs typeface="Calibri"/>
              </a:rPr>
              <a:t>X-ray</a:t>
            </a:r>
            <a:r>
              <a:rPr dirty="0" sz="1800" spc="-25" b="1" i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 b="1" i="1">
                <a:solidFill>
                  <a:srgbClr val="1F4E79"/>
                </a:solidFill>
                <a:latin typeface="Calibri"/>
                <a:cs typeface="Calibri"/>
              </a:rPr>
              <a:t>diffraction</a:t>
            </a:r>
            <a:r>
              <a:rPr dirty="0" sz="1800" spc="-20" b="1" i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10" b="1" i="1">
                <a:solidFill>
                  <a:srgbClr val="1F4E79"/>
                </a:solidFill>
                <a:latin typeface="Calibri"/>
                <a:cs typeface="Calibri"/>
              </a:rPr>
              <a:t>pattern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5"/>
              </a:spcBef>
            </a:pP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2</a:t>
            </a:r>
            <a:r>
              <a:rPr dirty="0" sz="1800" spc="-10">
                <a:solidFill>
                  <a:srgbClr val="1F4E79"/>
                </a:solidFill>
                <a:latin typeface="Symbol"/>
                <a:cs typeface="Symbol"/>
              </a:rPr>
              <a:t></a:t>
            </a:r>
            <a:r>
              <a:rPr dirty="0" sz="1800" spc="-10">
                <a:solidFill>
                  <a:srgbClr val="1F4E79"/>
                </a:solidFill>
                <a:latin typeface="Calibri"/>
                <a:cs typeface="Calibri"/>
              </a:rPr>
              <a:t>-vs-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Intensity</a:t>
            </a:r>
            <a:r>
              <a:rPr dirty="0" sz="1800" spc="-6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plot,</a:t>
            </a:r>
            <a:r>
              <a:rPr dirty="0" sz="1800" spc="-3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4E79"/>
                </a:solidFill>
                <a:latin typeface="Calibri"/>
                <a:cs typeface="Calibri"/>
              </a:rPr>
              <a:t>peaks</a:t>
            </a:r>
            <a:r>
              <a:rPr dirty="0" sz="1800" spc="-4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F4E79"/>
                </a:solidFill>
                <a:latin typeface="Calibri"/>
                <a:cs typeface="Calibri"/>
              </a:rPr>
              <a:t>(hkl)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05450" y="2565654"/>
            <a:ext cx="2232660" cy="1876425"/>
          </a:xfrm>
          <a:custGeom>
            <a:avLst/>
            <a:gdLst/>
            <a:ahLst/>
            <a:cxnLst/>
            <a:rect l="l" t="t" r="r" b="b"/>
            <a:pathLst>
              <a:path w="2232659" h="1876425">
                <a:moveTo>
                  <a:pt x="0" y="1876044"/>
                </a:moveTo>
                <a:lnTo>
                  <a:pt x="2232659" y="1876044"/>
                </a:lnTo>
                <a:lnTo>
                  <a:pt x="2232659" y="0"/>
                </a:lnTo>
                <a:lnTo>
                  <a:pt x="0" y="0"/>
                </a:lnTo>
                <a:lnTo>
                  <a:pt x="0" y="1876044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771134" y="4467605"/>
            <a:ext cx="3536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 MT"/>
                <a:cs typeface="Arial MT"/>
              </a:rPr>
              <a:t>2</a:t>
            </a:r>
            <a:r>
              <a:rPr dirty="0" sz="2400" spc="-25">
                <a:latin typeface="Symbol"/>
                <a:cs typeface="Symbol"/>
              </a:rPr>
              <a:t>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207252" y="4620895"/>
            <a:ext cx="1139825" cy="103505"/>
          </a:xfrm>
          <a:custGeom>
            <a:avLst/>
            <a:gdLst/>
            <a:ahLst/>
            <a:cxnLst/>
            <a:rect l="l" t="t" r="r" b="b"/>
            <a:pathLst>
              <a:path w="1139825" h="103504">
                <a:moveTo>
                  <a:pt x="1114588" y="51688"/>
                </a:moveTo>
                <a:lnTo>
                  <a:pt x="1044701" y="92455"/>
                </a:lnTo>
                <a:lnTo>
                  <a:pt x="1043686" y="96265"/>
                </a:lnTo>
                <a:lnTo>
                  <a:pt x="1047242" y="102361"/>
                </a:lnTo>
                <a:lnTo>
                  <a:pt x="1051178" y="103377"/>
                </a:lnTo>
                <a:lnTo>
                  <a:pt x="1128934" y="58038"/>
                </a:lnTo>
                <a:lnTo>
                  <a:pt x="1127252" y="58038"/>
                </a:lnTo>
                <a:lnTo>
                  <a:pt x="1127252" y="57149"/>
                </a:lnTo>
                <a:lnTo>
                  <a:pt x="1123950" y="57149"/>
                </a:lnTo>
                <a:lnTo>
                  <a:pt x="1114588" y="51688"/>
                </a:lnTo>
                <a:close/>
              </a:path>
              <a:path w="1139825" h="103504">
                <a:moveTo>
                  <a:pt x="1103702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103702" y="58038"/>
                </a:lnTo>
                <a:lnTo>
                  <a:pt x="1114588" y="51688"/>
                </a:lnTo>
                <a:lnTo>
                  <a:pt x="1103702" y="45338"/>
                </a:lnTo>
                <a:close/>
              </a:path>
              <a:path w="1139825" h="103504">
                <a:moveTo>
                  <a:pt x="1128934" y="45338"/>
                </a:moveTo>
                <a:lnTo>
                  <a:pt x="1127252" y="45338"/>
                </a:lnTo>
                <a:lnTo>
                  <a:pt x="1127252" y="58038"/>
                </a:lnTo>
                <a:lnTo>
                  <a:pt x="1128934" y="58038"/>
                </a:lnTo>
                <a:lnTo>
                  <a:pt x="1139825" y="51688"/>
                </a:lnTo>
                <a:lnTo>
                  <a:pt x="1128934" y="45338"/>
                </a:lnTo>
                <a:close/>
              </a:path>
              <a:path w="1139825" h="103504">
                <a:moveTo>
                  <a:pt x="1123950" y="46227"/>
                </a:moveTo>
                <a:lnTo>
                  <a:pt x="1114588" y="51688"/>
                </a:lnTo>
                <a:lnTo>
                  <a:pt x="1123950" y="57149"/>
                </a:lnTo>
                <a:lnTo>
                  <a:pt x="1123950" y="46227"/>
                </a:lnTo>
                <a:close/>
              </a:path>
              <a:path w="1139825" h="103504">
                <a:moveTo>
                  <a:pt x="1127252" y="46227"/>
                </a:moveTo>
                <a:lnTo>
                  <a:pt x="1123950" y="46227"/>
                </a:lnTo>
                <a:lnTo>
                  <a:pt x="1123950" y="57149"/>
                </a:lnTo>
                <a:lnTo>
                  <a:pt x="1127252" y="57149"/>
                </a:lnTo>
                <a:lnTo>
                  <a:pt x="1127252" y="46227"/>
                </a:lnTo>
                <a:close/>
              </a:path>
              <a:path w="1139825" h="103504">
                <a:moveTo>
                  <a:pt x="1051178" y="0"/>
                </a:moveTo>
                <a:lnTo>
                  <a:pt x="1047242" y="1015"/>
                </a:lnTo>
                <a:lnTo>
                  <a:pt x="1043686" y="7111"/>
                </a:lnTo>
                <a:lnTo>
                  <a:pt x="1044701" y="10921"/>
                </a:lnTo>
                <a:lnTo>
                  <a:pt x="1114588" y="51688"/>
                </a:lnTo>
                <a:lnTo>
                  <a:pt x="1123950" y="46227"/>
                </a:lnTo>
                <a:lnTo>
                  <a:pt x="1127252" y="46227"/>
                </a:lnTo>
                <a:lnTo>
                  <a:pt x="1127252" y="45338"/>
                </a:lnTo>
                <a:lnTo>
                  <a:pt x="1128934" y="45338"/>
                </a:lnTo>
                <a:lnTo>
                  <a:pt x="10511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228949" y="3020887"/>
            <a:ext cx="309880" cy="9734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 spc="-10">
                <a:latin typeface="Arial MT"/>
                <a:cs typeface="Arial MT"/>
              </a:rPr>
              <a:t>Intensity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847588" y="3055620"/>
            <a:ext cx="1262380" cy="1405890"/>
            <a:chOff x="5847588" y="3055620"/>
            <a:chExt cx="1262380" cy="1405890"/>
          </a:xfrm>
        </p:grpSpPr>
        <p:sp>
          <p:nvSpPr>
            <p:cNvPr id="9" name="object 9" descr=""/>
            <p:cNvSpPr/>
            <p:nvPr/>
          </p:nvSpPr>
          <p:spPr>
            <a:xfrm>
              <a:off x="5866638" y="3074670"/>
              <a:ext cx="0" cy="1367790"/>
            </a:xfrm>
            <a:custGeom>
              <a:avLst/>
              <a:gdLst/>
              <a:ahLst/>
              <a:cxnLst/>
              <a:rect l="l" t="t" r="r" b="b"/>
              <a:pathLst>
                <a:path w="0" h="1367789">
                  <a:moveTo>
                    <a:pt x="0" y="0"/>
                  </a:moveTo>
                  <a:lnTo>
                    <a:pt x="0" y="1367535"/>
                  </a:lnTo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369558" y="3504438"/>
              <a:ext cx="0" cy="937894"/>
            </a:xfrm>
            <a:custGeom>
              <a:avLst/>
              <a:gdLst/>
              <a:ahLst/>
              <a:cxnLst/>
              <a:rect l="l" t="t" r="r" b="b"/>
              <a:pathLst>
                <a:path w="0" h="937895">
                  <a:moveTo>
                    <a:pt x="0" y="0"/>
                  </a:moveTo>
                  <a:lnTo>
                    <a:pt x="0" y="937768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090410" y="3722370"/>
              <a:ext cx="0" cy="720090"/>
            </a:xfrm>
            <a:custGeom>
              <a:avLst/>
              <a:gdLst/>
              <a:ahLst/>
              <a:cxnLst/>
              <a:rect l="l" t="t" r="r" b="b"/>
              <a:pathLst>
                <a:path w="0" h="720089">
                  <a:moveTo>
                    <a:pt x="0" y="0"/>
                  </a:moveTo>
                  <a:lnTo>
                    <a:pt x="0" y="719708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699252" y="2825876"/>
            <a:ext cx="4210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1F4E79"/>
                </a:solidFill>
                <a:latin typeface="Arial MT"/>
                <a:cs typeface="Arial MT"/>
              </a:rPr>
              <a:t>(hkl)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111240" y="3163823"/>
            <a:ext cx="638810" cy="3384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dirty="0" sz="1600" spc="-10">
                <a:solidFill>
                  <a:srgbClr val="843B0C"/>
                </a:solidFill>
                <a:latin typeface="Arial MT"/>
                <a:cs typeface="Arial MT"/>
              </a:rPr>
              <a:t>(hkl)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936105" y="3476371"/>
            <a:ext cx="4210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00AF50"/>
                </a:solidFill>
                <a:latin typeface="Arial MT"/>
                <a:cs typeface="Arial MT"/>
              </a:rPr>
              <a:t>(hkl)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8988" y="1932432"/>
            <a:ext cx="1810512" cy="632460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328739" y="1771523"/>
            <a:ext cx="4121150" cy="3016885"/>
            <a:chOff x="328739" y="1771523"/>
            <a:chExt cx="4121150" cy="3016885"/>
          </a:xfrm>
        </p:grpSpPr>
        <p:sp>
          <p:nvSpPr>
            <p:cNvPr id="17" name="object 17" descr=""/>
            <p:cNvSpPr/>
            <p:nvPr/>
          </p:nvSpPr>
          <p:spPr>
            <a:xfrm>
              <a:off x="1625346" y="2928366"/>
              <a:ext cx="1403985" cy="474345"/>
            </a:xfrm>
            <a:custGeom>
              <a:avLst/>
              <a:gdLst/>
              <a:ahLst/>
              <a:cxnLst/>
              <a:rect l="l" t="t" r="r" b="b"/>
              <a:pathLst>
                <a:path w="1403985" h="474345">
                  <a:moveTo>
                    <a:pt x="0" y="0"/>
                  </a:moveTo>
                  <a:lnTo>
                    <a:pt x="1403985" y="0"/>
                  </a:lnTo>
                </a:path>
                <a:path w="1403985" h="474345">
                  <a:moveTo>
                    <a:pt x="0" y="473963"/>
                  </a:moveTo>
                  <a:lnTo>
                    <a:pt x="1403985" y="473963"/>
                  </a:lnTo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34490" y="4455414"/>
              <a:ext cx="1403985" cy="314325"/>
            </a:xfrm>
            <a:custGeom>
              <a:avLst/>
              <a:gdLst/>
              <a:ahLst/>
              <a:cxnLst/>
              <a:rect l="l" t="t" r="r" b="b"/>
              <a:pathLst>
                <a:path w="1403985" h="314325">
                  <a:moveTo>
                    <a:pt x="0" y="0"/>
                  </a:moveTo>
                  <a:lnTo>
                    <a:pt x="1403985" y="0"/>
                  </a:lnTo>
                </a:path>
                <a:path w="1403985" h="314325">
                  <a:moveTo>
                    <a:pt x="0" y="313944"/>
                  </a:moveTo>
                  <a:lnTo>
                    <a:pt x="1403985" y="313944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35089" y="1855215"/>
              <a:ext cx="1978025" cy="1024255"/>
            </a:xfrm>
            <a:custGeom>
              <a:avLst/>
              <a:gdLst/>
              <a:ahLst/>
              <a:cxnLst/>
              <a:rect l="l" t="t" r="r" b="b"/>
              <a:pathLst>
                <a:path w="1978025" h="1024255">
                  <a:moveTo>
                    <a:pt x="774649" y="216535"/>
                  </a:moveTo>
                  <a:lnTo>
                    <a:pt x="392658" y="0"/>
                  </a:lnTo>
                  <a:lnTo>
                    <a:pt x="0" y="692531"/>
                  </a:lnTo>
                  <a:lnTo>
                    <a:pt x="381990" y="909193"/>
                  </a:lnTo>
                  <a:lnTo>
                    <a:pt x="774649" y="216535"/>
                  </a:lnTo>
                  <a:close/>
                </a:path>
                <a:path w="1978025" h="1024255">
                  <a:moveTo>
                    <a:pt x="1977580" y="1024001"/>
                  </a:moveTo>
                  <a:lnTo>
                    <a:pt x="1957501" y="995172"/>
                  </a:lnTo>
                  <a:lnTo>
                    <a:pt x="1904555" y="919099"/>
                  </a:lnTo>
                  <a:lnTo>
                    <a:pt x="1886267" y="952652"/>
                  </a:lnTo>
                  <a:lnTo>
                    <a:pt x="842162" y="384302"/>
                  </a:lnTo>
                  <a:lnTo>
                    <a:pt x="823950" y="417830"/>
                  </a:lnTo>
                  <a:lnTo>
                    <a:pt x="1868043" y="986091"/>
                  </a:lnTo>
                  <a:lnTo>
                    <a:pt x="1849818" y="1019556"/>
                  </a:lnTo>
                  <a:lnTo>
                    <a:pt x="1977580" y="102400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35089" y="1855216"/>
              <a:ext cx="774700" cy="909319"/>
            </a:xfrm>
            <a:custGeom>
              <a:avLst/>
              <a:gdLst/>
              <a:ahLst/>
              <a:cxnLst/>
              <a:rect l="l" t="t" r="r" b="b"/>
              <a:pathLst>
                <a:path w="774700" h="909319">
                  <a:moveTo>
                    <a:pt x="0" y="692531"/>
                  </a:moveTo>
                  <a:lnTo>
                    <a:pt x="392658" y="0"/>
                  </a:lnTo>
                  <a:lnTo>
                    <a:pt x="774649" y="216535"/>
                  </a:lnTo>
                  <a:lnTo>
                    <a:pt x="381990" y="909193"/>
                  </a:lnTo>
                  <a:lnTo>
                    <a:pt x="0" y="692531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354" y="2364613"/>
              <a:ext cx="179971" cy="191642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79856" y="2086610"/>
              <a:ext cx="237490" cy="289560"/>
            </a:xfrm>
            <a:custGeom>
              <a:avLst/>
              <a:gdLst/>
              <a:ahLst/>
              <a:cxnLst/>
              <a:rect l="l" t="t" r="r" b="b"/>
              <a:pathLst>
                <a:path w="237490" h="289560">
                  <a:moveTo>
                    <a:pt x="12992" y="219710"/>
                  </a:moveTo>
                  <a:lnTo>
                    <a:pt x="9537" y="219710"/>
                  </a:lnTo>
                  <a:lnTo>
                    <a:pt x="8788" y="220980"/>
                  </a:lnTo>
                  <a:lnTo>
                    <a:pt x="7950" y="220980"/>
                  </a:lnTo>
                  <a:lnTo>
                    <a:pt x="6083" y="223520"/>
                  </a:lnTo>
                  <a:lnTo>
                    <a:pt x="5029" y="226060"/>
                  </a:lnTo>
                  <a:lnTo>
                    <a:pt x="2717" y="229870"/>
                  </a:lnTo>
                  <a:lnTo>
                    <a:pt x="1854" y="231139"/>
                  </a:lnTo>
                  <a:lnTo>
                    <a:pt x="673" y="234950"/>
                  </a:lnTo>
                  <a:lnTo>
                    <a:pt x="304" y="236220"/>
                  </a:lnTo>
                  <a:lnTo>
                    <a:pt x="0" y="237489"/>
                  </a:lnTo>
                  <a:lnTo>
                    <a:pt x="76" y="238760"/>
                  </a:lnTo>
                  <a:lnTo>
                    <a:pt x="368" y="238760"/>
                  </a:lnTo>
                  <a:lnTo>
                    <a:pt x="673" y="240030"/>
                  </a:lnTo>
                  <a:lnTo>
                    <a:pt x="1155" y="240030"/>
                  </a:lnTo>
                  <a:lnTo>
                    <a:pt x="89065" y="289560"/>
                  </a:lnTo>
                  <a:lnTo>
                    <a:pt x="91922" y="289560"/>
                  </a:lnTo>
                  <a:lnTo>
                    <a:pt x="93637" y="288289"/>
                  </a:lnTo>
                  <a:lnTo>
                    <a:pt x="94589" y="287020"/>
                  </a:lnTo>
                  <a:lnTo>
                    <a:pt x="96672" y="284480"/>
                  </a:lnTo>
                  <a:lnTo>
                    <a:pt x="97878" y="281939"/>
                  </a:lnTo>
                  <a:lnTo>
                    <a:pt x="100584" y="276860"/>
                  </a:lnTo>
                  <a:lnTo>
                    <a:pt x="101625" y="275589"/>
                  </a:lnTo>
                  <a:lnTo>
                    <a:pt x="103530" y="270510"/>
                  </a:lnTo>
                  <a:lnTo>
                    <a:pt x="103949" y="267970"/>
                  </a:lnTo>
                  <a:lnTo>
                    <a:pt x="103390" y="266700"/>
                  </a:lnTo>
                  <a:lnTo>
                    <a:pt x="102933" y="265430"/>
                  </a:lnTo>
                  <a:lnTo>
                    <a:pt x="48298" y="234950"/>
                  </a:lnTo>
                  <a:lnTo>
                    <a:pt x="46482" y="231139"/>
                  </a:lnTo>
                  <a:lnTo>
                    <a:pt x="45046" y="228600"/>
                  </a:lnTo>
                  <a:lnTo>
                    <a:pt x="44005" y="226060"/>
                  </a:lnTo>
                  <a:lnTo>
                    <a:pt x="24409" y="226060"/>
                  </a:lnTo>
                  <a:lnTo>
                    <a:pt x="12992" y="219710"/>
                  </a:lnTo>
                  <a:close/>
                </a:path>
                <a:path w="237490" h="289560">
                  <a:moveTo>
                    <a:pt x="37211" y="186689"/>
                  </a:moveTo>
                  <a:lnTo>
                    <a:pt x="25844" y="186689"/>
                  </a:lnTo>
                  <a:lnTo>
                    <a:pt x="24206" y="189230"/>
                  </a:lnTo>
                  <a:lnTo>
                    <a:pt x="23482" y="190500"/>
                  </a:lnTo>
                  <a:lnTo>
                    <a:pt x="22834" y="190500"/>
                  </a:lnTo>
                  <a:lnTo>
                    <a:pt x="22186" y="191770"/>
                  </a:lnTo>
                  <a:lnTo>
                    <a:pt x="21145" y="193039"/>
                  </a:lnTo>
                  <a:lnTo>
                    <a:pt x="20116" y="195580"/>
                  </a:lnTo>
                  <a:lnTo>
                    <a:pt x="19329" y="196850"/>
                  </a:lnTo>
                  <a:lnTo>
                    <a:pt x="18249" y="201930"/>
                  </a:lnTo>
                  <a:lnTo>
                    <a:pt x="18281" y="205739"/>
                  </a:lnTo>
                  <a:lnTo>
                    <a:pt x="18380" y="207010"/>
                  </a:lnTo>
                  <a:lnTo>
                    <a:pt x="18478" y="208280"/>
                  </a:lnTo>
                  <a:lnTo>
                    <a:pt x="19062" y="212089"/>
                  </a:lnTo>
                  <a:lnTo>
                    <a:pt x="21005" y="218439"/>
                  </a:lnTo>
                  <a:lnTo>
                    <a:pt x="22453" y="222250"/>
                  </a:lnTo>
                  <a:lnTo>
                    <a:pt x="24409" y="226060"/>
                  </a:lnTo>
                  <a:lnTo>
                    <a:pt x="44005" y="226060"/>
                  </a:lnTo>
                  <a:lnTo>
                    <a:pt x="41922" y="218439"/>
                  </a:lnTo>
                  <a:lnTo>
                    <a:pt x="41592" y="215900"/>
                  </a:lnTo>
                  <a:lnTo>
                    <a:pt x="41529" y="214630"/>
                  </a:lnTo>
                  <a:lnTo>
                    <a:pt x="41973" y="210820"/>
                  </a:lnTo>
                  <a:lnTo>
                    <a:pt x="42468" y="209550"/>
                  </a:lnTo>
                  <a:lnTo>
                    <a:pt x="43230" y="208280"/>
                  </a:lnTo>
                  <a:lnTo>
                    <a:pt x="43891" y="207010"/>
                  </a:lnTo>
                  <a:lnTo>
                    <a:pt x="44615" y="205739"/>
                  </a:lnTo>
                  <a:lnTo>
                    <a:pt x="45389" y="204470"/>
                  </a:lnTo>
                  <a:lnTo>
                    <a:pt x="46164" y="204470"/>
                  </a:lnTo>
                  <a:lnTo>
                    <a:pt x="46913" y="203200"/>
                  </a:lnTo>
                  <a:lnTo>
                    <a:pt x="48348" y="201930"/>
                  </a:lnTo>
                  <a:lnTo>
                    <a:pt x="49009" y="201930"/>
                  </a:lnTo>
                  <a:lnTo>
                    <a:pt x="50190" y="200660"/>
                  </a:lnTo>
                  <a:lnTo>
                    <a:pt x="50634" y="199389"/>
                  </a:lnTo>
                  <a:lnTo>
                    <a:pt x="50927" y="199389"/>
                  </a:lnTo>
                  <a:lnTo>
                    <a:pt x="51295" y="198120"/>
                  </a:lnTo>
                  <a:lnTo>
                    <a:pt x="51435" y="198120"/>
                  </a:lnTo>
                  <a:lnTo>
                    <a:pt x="51269" y="196850"/>
                  </a:lnTo>
                  <a:lnTo>
                    <a:pt x="50876" y="196850"/>
                  </a:lnTo>
                  <a:lnTo>
                    <a:pt x="49491" y="194310"/>
                  </a:lnTo>
                  <a:lnTo>
                    <a:pt x="48437" y="194310"/>
                  </a:lnTo>
                  <a:lnTo>
                    <a:pt x="45605" y="191770"/>
                  </a:lnTo>
                  <a:lnTo>
                    <a:pt x="43726" y="190500"/>
                  </a:lnTo>
                  <a:lnTo>
                    <a:pt x="39065" y="187960"/>
                  </a:lnTo>
                  <a:lnTo>
                    <a:pt x="37211" y="186689"/>
                  </a:lnTo>
                  <a:close/>
                </a:path>
                <a:path w="237490" h="289560">
                  <a:moveTo>
                    <a:pt x="145716" y="137160"/>
                  </a:moveTo>
                  <a:lnTo>
                    <a:pt x="86893" y="137160"/>
                  </a:lnTo>
                  <a:lnTo>
                    <a:pt x="89242" y="138430"/>
                  </a:lnTo>
                  <a:lnTo>
                    <a:pt x="91592" y="138430"/>
                  </a:lnTo>
                  <a:lnTo>
                    <a:pt x="94132" y="139700"/>
                  </a:lnTo>
                  <a:lnTo>
                    <a:pt x="102095" y="143510"/>
                  </a:lnTo>
                  <a:lnTo>
                    <a:pt x="92938" y="160020"/>
                  </a:lnTo>
                  <a:lnTo>
                    <a:pt x="89687" y="167639"/>
                  </a:lnTo>
                  <a:lnTo>
                    <a:pt x="85407" y="180339"/>
                  </a:lnTo>
                  <a:lnTo>
                    <a:pt x="84635" y="185420"/>
                  </a:lnTo>
                  <a:lnTo>
                    <a:pt x="84756" y="194310"/>
                  </a:lnTo>
                  <a:lnTo>
                    <a:pt x="100342" y="215900"/>
                  </a:lnTo>
                  <a:lnTo>
                    <a:pt x="105003" y="218439"/>
                  </a:lnTo>
                  <a:lnTo>
                    <a:pt x="113893" y="220980"/>
                  </a:lnTo>
                  <a:lnTo>
                    <a:pt x="122440" y="220980"/>
                  </a:lnTo>
                  <a:lnTo>
                    <a:pt x="126403" y="218439"/>
                  </a:lnTo>
                  <a:lnTo>
                    <a:pt x="130365" y="217170"/>
                  </a:lnTo>
                  <a:lnTo>
                    <a:pt x="149542" y="194310"/>
                  </a:lnTo>
                  <a:lnTo>
                    <a:pt x="120230" y="194310"/>
                  </a:lnTo>
                  <a:lnTo>
                    <a:pt x="116725" y="193039"/>
                  </a:lnTo>
                  <a:lnTo>
                    <a:pt x="106121" y="181610"/>
                  </a:lnTo>
                  <a:lnTo>
                    <a:pt x="106006" y="180339"/>
                  </a:lnTo>
                  <a:lnTo>
                    <a:pt x="105892" y="179070"/>
                  </a:lnTo>
                  <a:lnTo>
                    <a:pt x="106299" y="175260"/>
                  </a:lnTo>
                  <a:lnTo>
                    <a:pt x="107302" y="172720"/>
                  </a:lnTo>
                  <a:lnTo>
                    <a:pt x="108292" y="168910"/>
                  </a:lnTo>
                  <a:lnTo>
                    <a:pt x="109905" y="166370"/>
                  </a:lnTo>
                  <a:lnTo>
                    <a:pt x="117436" y="152400"/>
                  </a:lnTo>
                  <a:lnTo>
                    <a:pt x="169862" y="152400"/>
                  </a:lnTo>
                  <a:lnTo>
                    <a:pt x="169557" y="151130"/>
                  </a:lnTo>
                  <a:lnTo>
                    <a:pt x="169024" y="149860"/>
                  </a:lnTo>
                  <a:lnTo>
                    <a:pt x="168122" y="149860"/>
                  </a:lnTo>
                  <a:lnTo>
                    <a:pt x="145716" y="137160"/>
                  </a:lnTo>
                  <a:close/>
                </a:path>
                <a:path w="237490" h="289560">
                  <a:moveTo>
                    <a:pt x="169862" y="152400"/>
                  </a:moveTo>
                  <a:lnTo>
                    <a:pt x="117436" y="152400"/>
                  </a:lnTo>
                  <a:lnTo>
                    <a:pt x="132194" y="161289"/>
                  </a:lnTo>
                  <a:lnTo>
                    <a:pt x="133870" y="166370"/>
                  </a:lnTo>
                  <a:lnTo>
                    <a:pt x="134772" y="170180"/>
                  </a:lnTo>
                  <a:lnTo>
                    <a:pt x="134886" y="173989"/>
                  </a:lnTo>
                  <a:lnTo>
                    <a:pt x="135001" y="177800"/>
                  </a:lnTo>
                  <a:lnTo>
                    <a:pt x="134086" y="181610"/>
                  </a:lnTo>
                  <a:lnTo>
                    <a:pt x="129819" y="189230"/>
                  </a:lnTo>
                  <a:lnTo>
                    <a:pt x="126974" y="191770"/>
                  </a:lnTo>
                  <a:lnTo>
                    <a:pt x="120230" y="194310"/>
                  </a:lnTo>
                  <a:lnTo>
                    <a:pt x="149542" y="194310"/>
                  </a:lnTo>
                  <a:lnTo>
                    <a:pt x="151345" y="189230"/>
                  </a:lnTo>
                  <a:lnTo>
                    <a:pt x="151447" y="187960"/>
                  </a:lnTo>
                  <a:lnTo>
                    <a:pt x="151549" y="186689"/>
                  </a:lnTo>
                  <a:lnTo>
                    <a:pt x="151650" y="185420"/>
                  </a:lnTo>
                  <a:lnTo>
                    <a:pt x="151752" y="184150"/>
                  </a:lnTo>
                  <a:lnTo>
                    <a:pt x="151853" y="182880"/>
                  </a:lnTo>
                  <a:lnTo>
                    <a:pt x="151955" y="181610"/>
                  </a:lnTo>
                  <a:lnTo>
                    <a:pt x="152057" y="180339"/>
                  </a:lnTo>
                  <a:lnTo>
                    <a:pt x="152158" y="179070"/>
                  </a:lnTo>
                  <a:lnTo>
                    <a:pt x="152260" y="177800"/>
                  </a:lnTo>
                  <a:lnTo>
                    <a:pt x="151574" y="171450"/>
                  </a:lnTo>
                  <a:lnTo>
                    <a:pt x="149783" y="166370"/>
                  </a:lnTo>
                  <a:lnTo>
                    <a:pt x="162966" y="166370"/>
                  </a:lnTo>
                  <a:lnTo>
                    <a:pt x="164287" y="165100"/>
                  </a:lnTo>
                  <a:lnTo>
                    <a:pt x="165938" y="162560"/>
                  </a:lnTo>
                  <a:lnTo>
                    <a:pt x="167474" y="158750"/>
                  </a:lnTo>
                  <a:lnTo>
                    <a:pt x="168529" y="157480"/>
                  </a:lnTo>
                  <a:lnTo>
                    <a:pt x="169659" y="153670"/>
                  </a:lnTo>
                  <a:lnTo>
                    <a:pt x="169862" y="152400"/>
                  </a:lnTo>
                  <a:close/>
                </a:path>
                <a:path w="237490" h="289560">
                  <a:moveTo>
                    <a:pt x="34417" y="185420"/>
                  </a:moveTo>
                  <a:lnTo>
                    <a:pt x="28079" y="185420"/>
                  </a:lnTo>
                  <a:lnTo>
                    <a:pt x="26606" y="186689"/>
                  </a:lnTo>
                  <a:lnTo>
                    <a:pt x="35814" y="186689"/>
                  </a:lnTo>
                  <a:lnTo>
                    <a:pt x="34417" y="185420"/>
                  </a:lnTo>
                  <a:close/>
                </a:path>
                <a:path w="237490" h="289560">
                  <a:moveTo>
                    <a:pt x="31838" y="184150"/>
                  </a:moveTo>
                  <a:lnTo>
                    <a:pt x="30251" y="184150"/>
                  </a:lnTo>
                  <a:lnTo>
                    <a:pt x="28702" y="185420"/>
                  </a:lnTo>
                  <a:lnTo>
                    <a:pt x="33337" y="185420"/>
                  </a:lnTo>
                  <a:lnTo>
                    <a:pt x="31838" y="184150"/>
                  </a:lnTo>
                  <a:close/>
                </a:path>
                <a:path w="237490" h="289560">
                  <a:moveTo>
                    <a:pt x="88074" y="109220"/>
                  </a:moveTo>
                  <a:lnTo>
                    <a:pt x="83235" y="109220"/>
                  </a:lnTo>
                  <a:lnTo>
                    <a:pt x="78727" y="110489"/>
                  </a:lnTo>
                  <a:lnTo>
                    <a:pt x="53987" y="135889"/>
                  </a:lnTo>
                  <a:lnTo>
                    <a:pt x="51828" y="139700"/>
                  </a:lnTo>
                  <a:lnTo>
                    <a:pt x="43980" y="173989"/>
                  </a:lnTo>
                  <a:lnTo>
                    <a:pt x="44831" y="176530"/>
                  </a:lnTo>
                  <a:lnTo>
                    <a:pt x="45529" y="177800"/>
                  </a:lnTo>
                  <a:lnTo>
                    <a:pt x="46507" y="179070"/>
                  </a:lnTo>
                  <a:lnTo>
                    <a:pt x="47485" y="179070"/>
                  </a:lnTo>
                  <a:lnTo>
                    <a:pt x="48983" y="180339"/>
                  </a:lnTo>
                  <a:lnTo>
                    <a:pt x="50990" y="181610"/>
                  </a:lnTo>
                  <a:lnTo>
                    <a:pt x="52476" y="182880"/>
                  </a:lnTo>
                  <a:lnTo>
                    <a:pt x="53898" y="182880"/>
                  </a:lnTo>
                  <a:lnTo>
                    <a:pt x="56578" y="184150"/>
                  </a:lnTo>
                  <a:lnTo>
                    <a:pt x="62877" y="184150"/>
                  </a:lnTo>
                  <a:lnTo>
                    <a:pt x="63271" y="182880"/>
                  </a:lnTo>
                  <a:lnTo>
                    <a:pt x="63868" y="181610"/>
                  </a:lnTo>
                  <a:lnTo>
                    <a:pt x="64173" y="180339"/>
                  </a:lnTo>
                  <a:lnTo>
                    <a:pt x="64236" y="175260"/>
                  </a:lnTo>
                  <a:lnTo>
                    <a:pt x="64312" y="173989"/>
                  </a:lnTo>
                  <a:lnTo>
                    <a:pt x="71323" y="148589"/>
                  </a:lnTo>
                  <a:lnTo>
                    <a:pt x="73088" y="144780"/>
                  </a:lnTo>
                  <a:lnTo>
                    <a:pt x="74891" y="142239"/>
                  </a:lnTo>
                  <a:lnTo>
                    <a:pt x="78574" y="139700"/>
                  </a:lnTo>
                  <a:lnTo>
                    <a:pt x="80530" y="138430"/>
                  </a:lnTo>
                  <a:lnTo>
                    <a:pt x="84683" y="137160"/>
                  </a:lnTo>
                  <a:lnTo>
                    <a:pt x="145716" y="137160"/>
                  </a:lnTo>
                  <a:lnTo>
                    <a:pt x="109867" y="116839"/>
                  </a:lnTo>
                  <a:lnTo>
                    <a:pt x="103911" y="113030"/>
                  </a:lnTo>
                  <a:lnTo>
                    <a:pt x="98361" y="111760"/>
                  </a:lnTo>
                  <a:lnTo>
                    <a:pt x="88074" y="109220"/>
                  </a:lnTo>
                  <a:close/>
                </a:path>
                <a:path w="237490" h="289560">
                  <a:moveTo>
                    <a:pt x="162966" y="166370"/>
                  </a:moveTo>
                  <a:lnTo>
                    <a:pt x="149783" y="166370"/>
                  </a:lnTo>
                  <a:lnTo>
                    <a:pt x="157581" y="170180"/>
                  </a:lnTo>
                  <a:lnTo>
                    <a:pt x="160108" y="170180"/>
                  </a:lnTo>
                  <a:lnTo>
                    <a:pt x="161010" y="168910"/>
                  </a:lnTo>
                  <a:lnTo>
                    <a:pt x="162966" y="166370"/>
                  </a:lnTo>
                  <a:close/>
                </a:path>
                <a:path w="237490" h="289560">
                  <a:moveTo>
                    <a:pt x="224320" y="135889"/>
                  </a:moveTo>
                  <a:lnTo>
                    <a:pt x="220853" y="135889"/>
                  </a:lnTo>
                  <a:lnTo>
                    <a:pt x="222478" y="137160"/>
                  </a:lnTo>
                  <a:lnTo>
                    <a:pt x="223367" y="137160"/>
                  </a:lnTo>
                  <a:lnTo>
                    <a:pt x="224320" y="135889"/>
                  </a:lnTo>
                  <a:close/>
                </a:path>
                <a:path w="237490" h="289560">
                  <a:moveTo>
                    <a:pt x="233615" y="106680"/>
                  </a:moveTo>
                  <a:lnTo>
                    <a:pt x="196697" y="106680"/>
                  </a:lnTo>
                  <a:lnTo>
                    <a:pt x="219176" y="134620"/>
                  </a:lnTo>
                  <a:lnTo>
                    <a:pt x="220027" y="135889"/>
                  </a:lnTo>
                  <a:lnTo>
                    <a:pt x="225285" y="135889"/>
                  </a:lnTo>
                  <a:lnTo>
                    <a:pt x="226314" y="134620"/>
                  </a:lnTo>
                  <a:lnTo>
                    <a:pt x="228536" y="132080"/>
                  </a:lnTo>
                  <a:lnTo>
                    <a:pt x="229819" y="129539"/>
                  </a:lnTo>
                  <a:lnTo>
                    <a:pt x="231292" y="127000"/>
                  </a:lnTo>
                  <a:lnTo>
                    <a:pt x="234111" y="121920"/>
                  </a:lnTo>
                  <a:lnTo>
                    <a:pt x="235902" y="118110"/>
                  </a:lnTo>
                  <a:lnTo>
                    <a:pt x="237413" y="113030"/>
                  </a:lnTo>
                  <a:lnTo>
                    <a:pt x="237147" y="110489"/>
                  </a:lnTo>
                  <a:lnTo>
                    <a:pt x="235864" y="109220"/>
                  </a:lnTo>
                  <a:lnTo>
                    <a:pt x="233615" y="106680"/>
                  </a:lnTo>
                  <a:close/>
                </a:path>
                <a:path w="237490" h="289560">
                  <a:moveTo>
                    <a:pt x="104114" y="64770"/>
                  </a:moveTo>
                  <a:lnTo>
                    <a:pt x="97853" y="64770"/>
                  </a:lnTo>
                  <a:lnTo>
                    <a:pt x="96050" y="66039"/>
                  </a:lnTo>
                  <a:lnTo>
                    <a:pt x="95084" y="67310"/>
                  </a:lnTo>
                  <a:lnTo>
                    <a:pt x="94068" y="68580"/>
                  </a:lnTo>
                  <a:lnTo>
                    <a:pt x="93052" y="71120"/>
                  </a:lnTo>
                  <a:lnTo>
                    <a:pt x="91757" y="72389"/>
                  </a:lnTo>
                  <a:lnTo>
                    <a:pt x="88455" y="78739"/>
                  </a:lnTo>
                  <a:lnTo>
                    <a:pt x="87198" y="81280"/>
                  </a:lnTo>
                  <a:lnTo>
                    <a:pt x="86410" y="82550"/>
                  </a:lnTo>
                  <a:lnTo>
                    <a:pt x="85623" y="85089"/>
                  </a:lnTo>
                  <a:lnTo>
                    <a:pt x="85356" y="86360"/>
                  </a:lnTo>
                  <a:lnTo>
                    <a:pt x="85826" y="88900"/>
                  </a:lnTo>
                  <a:lnTo>
                    <a:pt x="86550" y="90170"/>
                  </a:lnTo>
                  <a:lnTo>
                    <a:pt x="87744" y="90170"/>
                  </a:lnTo>
                  <a:lnTo>
                    <a:pt x="88950" y="91439"/>
                  </a:lnTo>
                  <a:lnTo>
                    <a:pt x="90919" y="91439"/>
                  </a:lnTo>
                  <a:lnTo>
                    <a:pt x="93662" y="92710"/>
                  </a:lnTo>
                  <a:lnTo>
                    <a:pt x="190182" y="107950"/>
                  </a:lnTo>
                  <a:lnTo>
                    <a:pt x="194805" y="107950"/>
                  </a:lnTo>
                  <a:lnTo>
                    <a:pt x="195834" y="106680"/>
                  </a:lnTo>
                  <a:lnTo>
                    <a:pt x="233615" y="106680"/>
                  </a:lnTo>
                  <a:lnTo>
                    <a:pt x="207766" y="77482"/>
                  </a:lnTo>
                  <a:lnTo>
                    <a:pt x="173717" y="77482"/>
                  </a:lnTo>
                  <a:lnTo>
                    <a:pt x="104114" y="64770"/>
                  </a:lnTo>
                  <a:close/>
                </a:path>
                <a:path w="237490" h="289560">
                  <a:moveTo>
                    <a:pt x="137629" y="0"/>
                  </a:moveTo>
                  <a:lnTo>
                    <a:pt x="135216" y="0"/>
                  </a:lnTo>
                  <a:lnTo>
                    <a:pt x="134010" y="1270"/>
                  </a:lnTo>
                  <a:lnTo>
                    <a:pt x="132753" y="2539"/>
                  </a:lnTo>
                  <a:lnTo>
                    <a:pt x="122555" y="21589"/>
                  </a:lnTo>
                  <a:lnTo>
                    <a:pt x="122948" y="22860"/>
                  </a:lnTo>
                  <a:lnTo>
                    <a:pt x="123786" y="24130"/>
                  </a:lnTo>
                  <a:lnTo>
                    <a:pt x="125247" y="25400"/>
                  </a:lnTo>
                  <a:lnTo>
                    <a:pt x="173717" y="77482"/>
                  </a:lnTo>
                  <a:lnTo>
                    <a:pt x="207766" y="77482"/>
                  </a:lnTo>
                  <a:lnTo>
                    <a:pt x="142608" y="3810"/>
                  </a:lnTo>
                  <a:lnTo>
                    <a:pt x="141287" y="2539"/>
                  </a:lnTo>
                  <a:lnTo>
                    <a:pt x="140017" y="1270"/>
                  </a:lnTo>
                  <a:lnTo>
                    <a:pt x="138823" y="1270"/>
                  </a:lnTo>
                  <a:lnTo>
                    <a:pt x="1376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287143" y="2245614"/>
              <a:ext cx="1161415" cy="616585"/>
            </a:xfrm>
            <a:custGeom>
              <a:avLst/>
              <a:gdLst/>
              <a:ahLst/>
              <a:cxnLst/>
              <a:rect l="l" t="t" r="r" b="b"/>
              <a:pathLst>
                <a:path w="1161414" h="616585">
                  <a:moveTo>
                    <a:pt x="1050951" y="35826"/>
                  </a:moveTo>
                  <a:lnTo>
                    <a:pt x="0" y="582676"/>
                  </a:lnTo>
                  <a:lnTo>
                    <a:pt x="17525" y="616458"/>
                  </a:lnTo>
                  <a:lnTo>
                    <a:pt x="1068520" y="69651"/>
                  </a:lnTo>
                  <a:lnTo>
                    <a:pt x="1050951" y="35826"/>
                  </a:lnTo>
                  <a:close/>
                </a:path>
                <a:path w="1161414" h="616585">
                  <a:moveTo>
                    <a:pt x="1141544" y="27050"/>
                  </a:moveTo>
                  <a:lnTo>
                    <a:pt x="1067816" y="27050"/>
                  </a:lnTo>
                  <a:lnTo>
                    <a:pt x="1085469" y="60833"/>
                  </a:lnTo>
                  <a:lnTo>
                    <a:pt x="1068520" y="69651"/>
                  </a:lnTo>
                  <a:lnTo>
                    <a:pt x="1086104" y="103505"/>
                  </a:lnTo>
                  <a:lnTo>
                    <a:pt x="1141544" y="27050"/>
                  </a:lnTo>
                  <a:close/>
                </a:path>
                <a:path w="1161414" h="616585">
                  <a:moveTo>
                    <a:pt x="1067816" y="27050"/>
                  </a:moveTo>
                  <a:lnTo>
                    <a:pt x="1050951" y="35826"/>
                  </a:lnTo>
                  <a:lnTo>
                    <a:pt x="1068520" y="69651"/>
                  </a:lnTo>
                  <a:lnTo>
                    <a:pt x="1085469" y="60833"/>
                  </a:lnTo>
                  <a:lnTo>
                    <a:pt x="1067816" y="27050"/>
                  </a:lnTo>
                  <a:close/>
                </a:path>
                <a:path w="1161414" h="616585">
                  <a:moveTo>
                    <a:pt x="1161160" y="0"/>
                  </a:moveTo>
                  <a:lnTo>
                    <a:pt x="1033398" y="2032"/>
                  </a:lnTo>
                  <a:lnTo>
                    <a:pt x="1050951" y="35826"/>
                  </a:lnTo>
                  <a:lnTo>
                    <a:pt x="1067816" y="27050"/>
                  </a:lnTo>
                  <a:lnTo>
                    <a:pt x="1141544" y="27050"/>
                  </a:lnTo>
                  <a:lnTo>
                    <a:pt x="116116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58412" y="1771523"/>
              <a:ext cx="891032" cy="1153667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1658873" y="4973573"/>
            <a:ext cx="1403985" cy="1131570"/>
            <a:chOff x="1658873" y="4973573"/>
            <a:chExt cx="1403985" cy="1131570"/>
          </a:xfrm>
        </p:grpSpPr>
        <p:sp>
          <p:nvSpPr>
            <p:cNvPr id="26" name="object 26" descr=""/>
            <p:cNvSpPr/>
            <p:nvPr/>
          </p:nvSpPr>
          <p:spPr>
            <a:xfrm>
              <a:off x="1658873" y="5854445"/>
              <a:ext cx="1403985" cy="231775"/>
            </a:xfrm>
            <a:custGeom>
              <a:avLst/>
              <a:gdLst/>
              <a:ahLst/>
              <a:cxnLst/>
              <a:rect l="l" t="t" r="r" b="b"/>
              <a:pathLst>
                <a:path w="1403985" h="231775">
                  <a:moveTo>
                    <a:pt x="0" y="0"/>
                  </a:moveTo>
                  <a:lnTo>
                    <a:pt x="1403984" y="0"/>
                  </a:lnTo>
                </a:path>
                <a:path w="1403985" h="231775">
                  <a:moveTo>
                    <a:pt x="0" y="231647"/>
                  </a:moveTo>
                  <a:lnTo>
                    <a:pt x="1403984" y="231647"/>
                  </a:lnTo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782191" y="5158866"/>
              <a:ext cx="925830" cy="909319"/>
            </a:xfrm>
            <a:custGeom>
              <a:avLst/>
              <a:gdLst/>
              <a:ahLst/>
              <a:cxnLst/>
              <a:rect l="l" t="t" r="r" b="b"/>
              <a:pathLst>
                <a:path w="925830" h="909320">
                  <a:moveTo>
                    <a:pt x="918210" y="11303"/>
                  </a:moveTo>
                  <a:lnTo>
                    <a:pt x="808355" y="76581"/>
                  </a:lnTo>
                  <a:lnTo>
                    <a:pt x="840371" y="97142"/>
                  </a:lnTo>
                  <a:lnTo>
                    <a:pt x="505498" y="618388"/>
                  </a:lnTo>
                  <a:lnTo>
                    <a:pt x="496824" y="568274"/>
                  </a:lnTo>
                  <a:lnTo>
                    <a:pt x="466204" y="590867"/>
                  </a:lnTo>
                  <a:lnTo>
                    <a:pt x="30734" y="0"/>
                  </a:lnTo>
                  <a:lnTo>
                    <a:pt x="0" y="22606"/>
                  </a:lnTo>
                  <a:lnTo>
                    <a:pt x="435495" y="613511"/>
                  </a:lnTo>
                  <a:lnTo>
                    <a:pt x="404876" y="636092"/>
                  </a:lnTo>
                  <a:lnTo>
                    <a:pt x="518668" y="694194"/>
                  </a:lnTo>
                  <a:lnTo>
                    <a:pt x="514096" y="667893"/>
                  </a:lnTo>
                  <a:lnTo>
                    <a:pt x="517525" y="670090"/>
                  </a:lnTo>
                  <a:lnTo>
                    <a:pt x="872477" y="117754"/>
                  </a:lnTo>
                  <a:lnTo>
                    <a:pt x="904494" y="138303"/>
                  </a:lnTo>
                  <a:lnTo>
                    <a:pt x="910666" y="81153"/>
                  </a:lnTo>
                  <a:lnTo>
                    <a:pt x="918210" y="11303"/>
                  </a:lnTo>
                  <a:close/>
                </a:path>
                <a:path w="925830" h="909320">
                  <a:moveTo>
                    <a:pt x="925830" y="226187"/>
                  </a:moveTo>
                  <a:lnTo>
                    <a:pt x="815975" y="291465"/>
                  </a:lnTo>
                  <a:lnTo>
                    <a:pt x="847991" y="312026"/>
                  </a:lnTo>
                  <a:lnTo>
                    <a:pt x="513118" y="833272"/>
                  </a:lnTo>
                  <a:lnTo>
                    <a:pt x="504444" y="783158"/>
                  </a:lnTo>
                  <a:lnTo>
                    <a:pt x="473824" y="805751"/>
                  </a:lnTo>
                  <a:lnTo>
                    <a:pt x="38354" y="214884"/>
                  </a:lnTo>
                  <a:lnTo>
                    <a:pt x="7620" y="237490"/>
                  </a:lnTo>
                  <a:lnTo>
                    <a:pt x="443115" y="828395"/>
                  </a:lnTo>
                  <a:lnTo>
                    <a:pt x="412496" y="850976"/>
                  </a:lnTo>
                  <a:lnTo>
                    <a:pt x="526288" y="909078"/>
                  </a:lnTo>
                  <a:lnTo>
                    <a:pt x="521716" y="882777"/>
                  </a:lnTo>
                  <a:lnTo>
                    <a:pt x="525145" y="884974"/>
                  </a:lnTo>
                  <a:lnTo>
                    <a:pt x="880097" y="332638"/>
                  </a:lnTo>
                  <a:lnTo>
                    <a:pt x="912114" y="353187"/>
                  </a:lnTo>
                  <a:lnTo>
                    <a:pt x="918286" y="296037"/>
                  </a:lnTo>
                  <a:lnTo>
                    <a:pt x="925830" y="22618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231135" y="4973573"/>
              <a:ext cx="114300" cy="824230"/>
            </a:xfrm>
            <a:custGeom>
              <a:avLst/>
              <a:gdLst/>
              <a:ahLst/>
              <a:cxnLst/>
              <a:rect l="l" t="t" r="r" b="b"/>
              <a:pathLst>
                <a:path w="114300" h="824229">
                  <a:moveTo>
                    <a:pt x="76200" y="785964"/>
                  </a:moveTo>
                  <a:lnTo>
                    <a:pt x="38100" y="785964"/>
                  </a:lnTo>
                  <a:lnTo>
                    <a:pt x="38100" y="824064"/>
                  </a:lnTo>
                  <a:lnTo>
                    <a:pt x="76200" y="824064"/>
                  </a:lnTo>
                  <a:lnTo>
                    <a:pt x="76200" y="785964"/>
                  </a:lnTo>
                  <a:close/>
                </a:path>
                <a:path w="114300" h="824229">
                  <a:moveTo>
                    <a:pt x="76200" y="709764"/>
                  </a:moveTo>
                  <a:lnTo>
                    <a:pt x="38100" y="709764"/>
                  </a:lnTo>
                  <a:lnTo>
                    <a:pt x="38100" y="747864"/>
                  </a:lnTo>
                  <a:lnTo>
                    <a:pt x="76200" y="747864"/>
                  </a:lnTo>
                  <a:lnTo>
                    <a:pt x="76200" y="709764"/>
                  </a:lnTo>
                  <a:close/>
                </a:path>
                <a:path w="114300" h="824229">
                  <a:moveTo>
                    <a:pt x="76200" y="633564"/>
                  </a:moveTo>
                  <a:lnTo>
                    <a:pt x="38100" y="633564"/>
                  </a:lnTo>
                  <a:lnTo>
                    <a:pt x="38100" y="671664"/>
                  </a:lnTo>
                  <a:lnTo>
                    <a:pt x="76200" y="671664"/>
                  </a:lnTo>
                  <a:lnTo>
                    <a:pt x="76200" y="633564"/>
                  </a:lnTo>
                  <a:close/>
                </a:path>
                <a:path w="114300" h="824229">
                  <a:moveTo>
                    <a:pt x="76200" y="557403"/>
                  </a:moveTo>
                  <a:lnTo>
                    <a:pt x="38100" y="557403"/>
                  </a:lnTo>
                  <a:lnTo>
                    <a:pt x="38100" y="595503"/>
                  </a:lnTo>
                  <a:lnTo>
                    <a:pt x="76200" y="595503"/>
                  </a:lnTo>
                  <a:lnTo>
                    <a:pt x="76200" y="557403"/>
                  </a:lnTo>
                  <a:close/>
                </a:path>
                <a:path w="114300" h="824229">
                  <a:moveTo>
                    <a:pt x="76200" y="481203"/>
                  </a:moveTo>
                  <a:lnTo>
                    <a:pt x="38100" y="481203"/>
                  </a:lnTo>
                  <a:lnTo>
                    <a:pt x="38100" y="519303"/>
                  </a:lnTo>
                  <a:lnTo>
                    <a:pt x="76200" y="519303"/>
                  </a:lnTo>
                  <a:lnTo>
                    <a:pt x="76200" y="481203"/>
                  </a:lnTo>
                  <a:close/>
                </a:path>
                <a:path w="114300" h="824229">
                  <a:moveTo>
                    <a:pt x="76200" y="405003"/>
                  </a:moveTo>
                  <a:lnTo>
                    <a:pt x="38100" y="405003"/>
                  </a:lnTo>
                  <a:lnTo>
                    <a:pt x="38100" y="443103"/>
                  </a:lnTo>
                  <a:lnTo>
                    <a:pt x="76200" y="443103"/>
                  </a:lnTo>
                  <a:lnTo>
                    <a:pt x="76200" y="405003"/>
                  </a:lnTo>
                  <a:close/>
                </a:path>
                <a:path w="114300" h="824229">
                  <a:moveTo>
                    <a:pt x="76200" y="328803"/>
                  </a:moveTo>
                  <a:lnTo>
                    <a:pt x="38100" y="328803"/>
                  </a:lnTo>
                  <a:lnTo>
                    <a:pt x="38100" y="366903"/>
                  </a:lnTo>
                  <a:lnTo>
                    <a:pt x="76200" y="366903"/>
                  </a:lnTo>
                  <a:lnTo>
                    <a:pt x="76200" y="328803"/>
                  </a:lnTo>
                  <a:close/>
                </a:path>
                <a:path w="114300" h="824229">
                  <a:moveTo>
                    <a:pt x="76200" y="252602"/>
                  </a:moveTo>
                  <a:lnTo>
                    <a:pt x="38100" y="252602"/>
                  </a:lnTo>
                  <a:lnTo>
                    <a:pt x="38100" y="290703"/>
                  </a:lnTo>
                  <a:lnTo>
                    <a:pt x="76200" y="290703"/>
                  </a:lnTo>
                  <a:lnTo>
                    <a:pt x="76200" y="252602"/>
                  </a:lnTo>
                  <a:close/>
                </a:path>
                <a:path w="114300" h="824229">
                  <a:moveTo>
                    <a:pt x="76200" y="176402"/>
                  </a:moveTo>
                  <a:lnTo>
                    <a:pt x="38100" y="176402"/>
                  </a:lnTo>
                  <a:lnTo>
                    <a:pt x="38100" y="214502"/>
                  </a:lnTo>
                  <a:lnTo>
                    <a:pt x="76200" y="214502"/>
                  </a:lnTo>
                  <a:lnTo>
                    <a:pt x="76200" y="176402"/>
                  </a:lnTo>
                  <a:close/>
                </a:path>
                <a:path w="114300" h="824229">
                  <a:moveTo>
                    <a:pt x="76200" y="100202"/>
                  </a:moveTo>
                  <a:lnTo>
                    <a:pt x="38100" y="100202"/>
                  </a:lnTo>
                  <a:lnTo>
                    <a:pt x="38100" y="138302"/>
                  </a:lnTo>
                  <a:lnTo>
                    <a:pt x="76200" y="138302"/>
                  </a:lnTo>
                  <a:lnTo>
                    <a:pt x="76200" y="100202"/>
                  </a:lnTo>
                  <a:close/>
                </a:path>
                <a:path w="114300" h="824229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100202"/>
                  </a:lnTo>
                  <a:lnTo>
                    <a:pt x="107251" y="100202"/>
                  </a:lnTo>
                  <a:lnTo>
                    <a:pt x="57150" y="0"/>
                  </a:lnTo>
                  <a:close/>
                </a:path>
                <a:path w="114300" h="824229">
                  <a:moveTo>
                    <a:pt x="107251" y="100202"/>
                  </a:moveTo>
                  <a:lnTo>
                    <a:pt x="76200" y="100202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7251" y="100202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127760" y="3190189"/>
            <a:ext cx="42799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3000" spc="-30" b="1">
                <a:solidFill>
                  <a:srgbClr val="1F3863"/>
                </a:solidFill>
                <a:latin typeface="Calibri"/>
                <a:cs typeface="Calibri"/>
              </a:rPr>
              <a:t>d</a:t>
            </a:r>
            <a:r>
              <a:rPr dirty="0" sz="1300" spc="-20" b="1">
                <a:solidFill>
                  <a:srgbClr val="1F3863"/>
                </a:solidFill>
                <a:latin typeface="Calibri"/>
                <a:cs typeface="Calibri"/>
              </a:rPr>
              <a:t>hkl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003172" y="2420492"/>
            <a:ext cx="2813050" cy="2341880"/>
            <a:chOff x="1003172" y="2420492"/>
            <a:chExt cx="2813050" cy="2341880"/>
          </a:xfrm>
        </p:grpSpPr>
        <p:sp>
          <p:nvSpPr>
            <p:cNvPr id="31" name="object 31" descr=""/>
            <p:cNvSpPr/>
            <p:nvPr/>
          </p:nvSpPr>
          <p:spPr>
            <a:xfrm>
              <a:off x="1151420" y="2759201"/>
              <a:ext cx="2289810" cy="2003425"/>
            </a:xfrm>
            <a:custGeom>
              <a:avLst/>
              <a:gdLst/>
              <a:ahLst/>
              <a:cxnLst/>
              <a:rect l="l" t="t" r="r" b="b"/>
              <a:pathLst>
                <a:path w="2289810" h="2003425">
                  <a:moveTo>
                    <a:pt x="1153629" y="639699"/>
                  </a:moveTo>
                  <a:lnTo>
                    <a:pt x="1133551" y="610870"/>
                  </a:lnTo>
                  <a:lnTo>
                    <a:pt x="1080604" y="534797"/>
                  </a:lnTo>
                  <a:lnTo>
                    <a:pt x="1062316" y="568350"/>
                  </a:lnTo>
                  <a:lnTo>
                    <a:pt x="18211" y="0"/>
                  </a:lnTo>
                  <a:lnTo>
                    <a:pt x="0" y="33528"/>
                  </a:lnTo>
                  <a:lnTo>
                    <a:pt x="1044092" y="601789"/>
                  </a:lnTo>
                  <a:lnTo>
                    <a:pt x="1025867" y="635254"/>
                  </a:lnTo>
                  <a:lnTo>
                    <a:pt x="1153629" y="639699"/>
                  </a:lnTo>
                  <a:close/>
                </a:path>
                <a:path w="2289810" h="2003425">
                  <a:moveTo>
                    <a:pt x="1621116" y="1175004"/>
                  </a:moveTo>
                  <a:lnTo>
                    <a:pt x="1499704" y="1214882"/>
                  </a:lnTo>
                  <a:lnTo>
                    <a:pt x="1526489" y="1241933"/>
                  </a:lnTo>
                  <a:lnTo>
                    <a:pt x="1140053" y="1624533"/>
                  </a:lnTo>
                  <a:lnTo>
                    <a:pt x="1116164" y="1561719"/>
                  </a:lnTo>
                  <a:lnTo>
                    <a:pt x="1090320" y="1589862"/>
                  </a:lnTo>
                  <a:lnTo>
                    <a:pt x="608672" y="1147318"/>
                  </a:lnTo>
                  <a:lnTo>
                    <a:pt x="583018" y="1175258"/>
                  </a:lnTo>
                  <a:lnTo>
                    <a:pt x="1064539" y="1617916"/>
                  </a:lnTo>
                  <a:lnTo>
                    <a:pt x="1038821" y="1645920"/>
                  </a:lnTo>
                  <a:lnTo>
                    <a:pt x="1161630" y="1681226"/>
                  </a:lnTo>
                  <a:lnTo>
                    <a:pt x="1151153" y="1653705"/>
                  </a:lnTo>
                  <a:lnTo>
                    <a:pt x="1157947" y="1660525"/>
                  </a:lnTo>
                  <a:lnTo>
                    <a:pt x="1553286" y="1268984"/>
                  </a:lnTo>
                  <a:lnTo>
                    <a:pt x="1580095" y="1296035"/>
                  </a:lnTo>
                  <a:lnTo>
                    <a:pt x="1602994" y="1228471"/>
                  </a:lnTo>
                  <a:lnTo>
                    <a:pt x="1621116" y="1175004"/>
                  </a:lnTo>
                  <a:close/>
                </a:path>
                <a:path w="2289810" h="2003425">
                  <a:moveTo>
                    <a:pt x="1628355" y="1490472"/>
                  </a:moveTo>
                  <a:lnTo>
                    <a:pt x="1506308" y="1528191"/>
                  </a:lnTo>
                  <a:lnTo>
                    <a:pt x="1532686" y="1555724"/>
                  </a:lnTo>
                  <a:lnTo>
                    <a:pt x="1124140" y="1946960"/>
                  </a:lnTo>
                  <a:lnTo>
                    <a:pt x="1100924" y="1883156"/>
                  </a:lnTo>
                  <a:lnTo>
                    <a:pt x="1074661" y="1910854"/>
                  </a:lnTo>
                  <a:lnTo>
                    <a:pt x="625690" y="1485773"/>
                  </a:lnTo>
                  <a:lnTo>
                    <a:pt x="599528" y="1513459"/>
                  </a:lnTo>
                  <a:lnTo>
                    <a:pt x="1048461" y="1938502"/>
                  </a:lnTo>
                  <a:lnTo>
                    <a:pt x="1022311" y="1966087"/>
                  </a:lnTo>
                  <a:lnTo>
                    <a:pt x="1144612" y="2003171"/>
                  </a:lnTo>
                  <a:lnTo>
                    <a:pt x="1135456" y="1978037"/>
                  </a:lnTo>
                  <a:lnTo>
                    <a:pt x="1140929" y="1983740"/>
                  </a:lnTo>
                  <a:lnTo>
                    <a:pt x="1559039" y="1583220"/>
                  </a:lnTo>
                  <a:lnTo>
                    <a:pt x="1585429" y="1610741"/>
                  </a:lnTo>
                  <a:lnTo>
                    <a:pt x="1609763" y="1542542"/>
                  </a:lnTo>
                  <a:lnTo>
                    <a:pt x="1628355" y="1490472"/>
                  </a:lnTo>
                  <a:close/>
                </a:path>
                <a:path w="2289810" h="2003425">
                  <a:moveTo>
                    <a:pt x="2289264" y="4572"/>
                  </a:moveTo>
                  <a:lnTo>
                    <a:pt x="2161502" y="6604"/>
                  </a:lnTo>
                  <a:lnTo>
                    <a:pt x="2179053" y="40398"/>
                  </a:lnTo>
                  <a:lnTo>
                    <a:pt x="1128102" y="587248"/>
                  </a:lnTo>
                  <a:lnTo>
                    <a:pt x="1145628" y="621030"/>
                  </a:lnTo>
                  <a:lnTo>
                    <a:pt x="2196617" y="74231"/>
                  </a:lnTo>
                  <a:lnTo>
                    <a:pt x="2214207" y="108077"/>
                  </a:lnTo>
                  <a:lnTo>
                    <a:pt x="2269642" y="31623"/>
                  </a:lnTo>
                  <a:lnTo>
                    <a:pt x="2289264" y="457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12697" y="2448305"/>
              <a:ext cx="2630170" cy="1356360"/>
            </a:xfrm>
            <a:custGeom>
              <a:avLst/>
              <a:gdLst/>
              <a:ahLst/>
              <a:cxnLst/>
              <a:rect l="l" t="t" r="r" b="b"/>
              <a:pathLst>
                <a:path w="2630170" h="1356360">
                  <a:moveTo>
                    <a:pt x="0" y="0"/>
                  </a:moveTo>
                  <a:lnTo>
                    <a:pt x="2630169" y="1356360"/>
                  </a:lnTo>
                </a:path>
              </a:pathLst>
            </a:custGeom>
            <a:ln w="19050">
              <a:solidFill>
                <a:srgbClr val="5B9BD4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493896" y="2522981"/>
              <a:ext cx="322580" cy="1043305"/>
            </a:xfrm>
            <a:custGeom>
              <a:avLst/>
              <a:gdLst/>
              <a:ahLst/>
              <a:cxnLst/>
              <a:rect l="l" t="t" r="r" b="b"/>
              <a:pathLst>
                <a:path w="322579" h="1043304">
                  <a:moveTo>
                    <a:pt x="50418" y="961263"/>
                  </a:moveTo>
                  <a:lnTo>
                    <a:pt x="0" y="1042923"/>
                  </a:lnTo>
                  <a:lnTo>
                    <a:pt x="95503" y="1034160"/>
                  </a:lnTo>
                  <a:lnTo>
                    <a:pt x="85057" y="1017269"/>
                  </a:lnTo>
                  <a:lnTo>
                    <a:pt x="68579" y="1017269"/>
                  </a:lnTo>
                  <a:lnTo>
                    <a:pt x="52958" y="993266"/>
                  </a:lnTo>
                  <a:lnTo>
                    <a:pt x="65283" y="985297"/>
                  </a:lnTo>
                  <a:lnTo>
                    <a:pt x="50418" y="961263"/>
                  </a:lnTo>
                  <a:close/>
                </a:path>
                <a:path w="322579" h="1043304">
                  <a:moveTo>
                    <a:pt x="65283" y="985297"/>
                  </a:moveTo>
                  <a:lnTo>
                    <a:pt x="52958" y="993266"/>
                  </a:lnTo>
                  <a:lnTo>
                    <a:pt x="68579" y="1017269"/>
                  </a:lnTo>
                  <a:lnTo>
                    <a:pt x="80345" y="1009651"/>
                  </a:lnTo>
                  <a:lnTo>
                    <a:pt x="65283" y="985297"/>
                  </a:lnTo>
                  <a:close/>
                </a:path>
                <a:path w="322579" h="1043304">
                  <a:moveTo>
                    <a:pt x="80345" y="1009651"/>
                  </a:moveTo>
                  <a:lnTo>
                    <a:pt x="68579" y="1017269"/>
                  </a:lnTo>
                  <a:lnTo>
                    <a:pt x="85057" y="1017269"/>
                  </a:lnTo>
                  <a:lnTo>
                    <a:pt x="80345" y="1009651"/>
                  </a:lnTo>
                  <a:close/>
                </a:path>
                <a:path w="322579" h="1043304">
                  <a:moveTo>
                    <a:pt x="113885" y="982344"/>
                  </a:moveTo>
                  <a:lnTo>
                    <a:pt x="69850" y="982344"/>
                  </a:lnTo>
                  <a:lnTo>
                    <a:pt x="69045" y="982865"/>
                  </a:lnTo>
                  <a:lnTo>
                    <a:pt x="68452" y="983360"/>
                  </a:lnTo>
                  <a:lnTo>
                    <a:pt x="68278" y="983360"/>
                  </a:lnTo>
                  <a:lnTo>
                    <a:pt x="65283" y="985297"/>
                  </a:lnTo>
                  <a:lnTo>
                    <a:pt x="80345" y="1009651"/>
                  </a:lnTo>
                  <a:lnTo>
                    <a:pt x="86232" y="1005839"/>
                  </a:lnTo>
                  <a:lnTo>
                    <a:pt x="111378" y="984757"/>
                  </a:lnTo>
                  <a:lnTo>
                    <a:pt x="112830" y="983360"/>
                  </a:lnTo>
                  <a:lnTo>
                    <a:pt x="68452" y="983360"/>
                  </a:lnTo>
                  <a:lnTo>
                    <a:pt x="69134" y="982865"/>
                  </a:lnTo>
                  <a:lnTo>
                    <a:pt x="113345" y="982865"/>
                  </a:lnTo>
                  <a:lnTo>
                    <a:pt x="113885" y="982344"/>
                  </a:lnTo>
                  <a:close/>
                </a:path>
                <a:path w="322579" h="1043304">
                  <a:moveTo>
                    <a:pt x="213159" y="61569"/>
                  </a:moveTo>
                  <a:lnTo>
                    <a:pt x="189996" y="78338"/>
                  </a:lnTo>
                  <a:lnTo>
                    <a:pt x="202555" y="98361"/>
                  </a:lnTo>
                  <a:lnTo>
                    <a:pt x="202948" y="98734"/>
                  </a:lnTo>
                  <a:lnTo>
                    <a:pt x="203951" y="100315"/>
                  </a:lnTo>
                  <a:lnTo>
                    <a:pt x="203795" y="100315"/>
                  </a:lnTo>
                  <a:lnTo>
                    <a:pt x="216535" y="124078"/>
                  </a:lnTo>
                  <a:lnTo>
                    <a:pt x="228507" y="149135"/>
                  </a:lnTo>
                  <a:lnTo>
                    <a:pt x="239649" y="175259"/>
                  </a:lnTo>
                  <a:lnTo>
                    <a:pt x="249669" y="201823"/>
                  </a:lnTo>
                  <a:lnTo>
                    <a:pt x="249690" y="201961"/>
                  </a:lnTo>
                  <a:lnTo>
                    <a:pt x="249837" y="202297"/>
                  </a:lnTo>
                  <a:lnTo>
                    <a:pt x="266827" y="256794"/>
                  </a:lnTo>
                  <a:lnTo>
                    <a:pt x="279653" y="312419"/>
                  </a:lnTo>
                  <a:lnTo>
                    <a:pt x="288429" y="371275"/>
                  </a:lnTo>
                  <a:lnTo>
                    <a:pt x="291036" y="398784"/>
                  </a:lnTo>
                  <a:lnTo>
                    <a:pt x="291154" y="400028"/>
                  </a:lnTo>
                  <a:lnTo>
                    <a:pt x="292657" y="426973"/>
                  </a:lnTo>
                  <a:lnTo>
                    <a:pt x="292759" y="428802"/>
                  </a:lnTo>
                  <a:lnTo>
                    <a:pt x="293497" y="457072"/>
                  </a:lnTo>
                  <a:lnTo>
                    <a:pt x="293124" y="486113"/>
                  </a:lnTo>
                  <a:lnTo>
                    <a:pt x="291629" y="515599"/>
                  </a:lnTo>
                  <a:lnTo>
                    <a:pt x="291672" y="516008"/>
                  </a:lnTo>
                  <a:lnTo>
                    <a:pt x="289102" y="544693"/>
                  </a:lnTo>
                  <a:lnTo>
                    <a:pt x="288878" y="547011"/>
                  </a:lnTo>
                  <a:lnTo>
                    <a:pt x="285604" y="573524"/>
                  </a:lnTo>
                  <a:lnTo>
                    <a:pt x="285495" y="574047"/>
                  </a:lnTo>
                  <a:lnTo>
                    <a:pt x="285332" y="575345"/>
                  </a:lnTo>
                  <a:lnTo>
                    <a:pt x="281006" y="602226"/>
                  </a:lnTo>
                  <a:lnTo>
                    <a:pt x="280923" y="602746"/>
                  </a:lnTo>
                  <a:lnTo>
                    <a:pt x="280823" y="603365"/>
                  </a:lnTo>
                  <a:lnTo>
                    <a:pt x="268450" y="658976"/>
                  </a:lnTo>
                  <a:lnTo>
                    <a:pt x="251949" y="714094"/>
                  </a:lnTo>
                  <a:lnTo>
                    <a:pt x="251850" y="714268"/>
                  </a:lnTo>
                  <a:lnTo>
                    <a:pt x="251757" y="714650"/>
                  </a:lnTo>
                  <a:lnTo>
                    <a:pt x="251267" y="716011"/>
                  </a:lnTo>
                  <a:lnTo>
                    <a:pt x="242090" y="740790"/>
                  </a:lnTo>
                  <a:lnTo>
                    <a:pt x="241927" y="740953"/>
                  </a:lnTo>
                  <a:lnTo>
                    <a:pt x="231080" y="767190"/>
                  </a:lnTo>
                  <a:lnTo>
                    <a:pt x="218820" y="793241"/>
                  </a:lnTo>
                  <a:lnTo>
                    <a:pt x="205848" y="818075"/>
                  </a:lnTo>
                  <a:lnTo>
                    <a:pt x="191504" y="842735"/>
                  </a:lnTo>
                  <a:lnTo>
                    <a:pt x="191337" y="842969"/>
                  </a:lnTo>
                  <a:lnTo>
                    <a:pt x="191157" y="843304"/>
                  </a:lnTo>
                  <a:lnTo>
                    <a:pt x="176532" y="866039"/>
                  </a:lnTo>
                  <a:lnTo>
                    <a:pt x="157316" y="892767"/>
                  </a:lnTo>
                  <a:lnTo>
                    <a:pt x="136533" y="918337"/>
                  </a:lnTo>
                  <a:lnTo>
                    <a:pt x="118893" y="937387"/>
                  </a:lnTo>
                  <a:lnTo>
                    <a:pt x="115062" y="941577"/>
                  </a:lnTo>
                  <a:lnTo>
                    <a:pt x="92778" y="963004"/>
                  </a:lnTo>
                  <a:lnTo>
                    <a:pt x="69045" y="982865"/>
                  </a:lnTo>
                  <a:lnTo>
                    <a:pt x="69850" y="982344"/>
                  </a:lnTo>
                  <a:lnTo>
                    <a:pt x="113885" y="982344"/>
                  </a:lnTo>
                  <a:lnTo>
                    <a:pt x="135127" y="961897"/>
                  </a:lnTo>
                  <a:lnTo>
                    <a:pt x="179450" y="910970"/>
                  </a:lnTo>
                  <a:lnTo>
                    <a:pt x="215645" y="857884"/>
                  </a:lnTo>
                  <a:lnTo>
                    <a:pt x="244348" y="806195"/>
                  </a:lnTo>
                  <a:lnTo>
                    <a:pt x="268477" y="751713"/>
                  </a:lnTo>
                  <a:lnTo>
                    <a:pt x="288036" y="695197"/>
                  </a:lnTo>
                  <a:lnTo>
                    <a:pt x="303149" y="637158"/>
                  </a:lnTo>
                  <a:lnTo>
                    <a:pt x="313816" y="577722"/>
                  </a:lnTo>
                  <a:lnTo>
                    <a:pt x="320114" y="518242"/>
                  </a:lnTo>
                  <a:lnTo>
                    <a:pt x="320166" y="517651"/>
                  </a:lnTo>
                  <a:lnTo>
                    <a:pt x="321563" y="487425"/>
                  </a:lnTo>
                  <a:lnTo>
                    <a:pt x="322065" y="457580"/>
                  </a:lnTo>
                  <a:lnTo>
                    <a:pt x="322068" y="457072"/>
                  </a:lnTo>
                  <a:lnTo>
                    <a:pt x="321356" y="428802"/>
                  </a:lnTo>
                  <a:lnTo>
                    <a:pt x="321310" y="426973"/>
                  </a:lnTo>
                  <a:lnTo>
                    <a:pt x="319718" y="400028"/>
                  </a:lnTo>
                  <a:lnTo>
                    <a:pt x="319644" y="398784"/>
                  </a:lnTo>
                  <a:lnTo>
                    <a:pt x="319531" y="396875"/>
                  </a:lnTo>
                  <a:lnTo>
                    <a:pt x="312800" y="336930"/>
                  </a:lnTo>
                  <a:lnTo>
                    <a:pt x="301498" y="278129"/>
                  </a:lnTo>
                  <a:lnTo>
                    <a:pt x="286130" y="220471"/>
                  </a:lnTo>
                  <a:lnTo>
                    <a:pt x="266318" y="164845"/>
                  </a:lnTo>
                  <a:lnTo>
                    <a:pt x="242188" y="111505"/>
                  </a:lnTo>
                  <a:lnTo>
                    <a:pt x="236238" y="100315"/>
                  </a:lnTo>
                  <a:lnTo>
                    <a:pt x="203951" y="100315"/>
                  </a:lnTo>
                  <a:lnTo>
                    <a:pt x="203394" y="99437"/>
                  </a:lnTo>
                  <a:lnTo>
                    <a:pt x="235771" y="99437"/>
                  </a:lnTo>
                  <a:lnTo>
                    <a:pt x="228345" y="85470"/>
                  </a:lnTo>
                  <a:lnTo>
                    <a:pt x="213159" y="61569"/>
                  </a:lnTo>
                  <a:close/>
                </a:path>
                <a:path w="322579" h="1043304">
                  <a:moveTo>
                    <a:pt x="242945" y="738481"/>
                  </a:moveTo>
                  <a:lnTo>
                    <a:pt x="241960" y="740790"/>
                  </a:lnTo>
                  <a:lnTo>
                    <a:pt x="241927" y="740953"/>
                  </a:lnTo>
                  <a:lnTo>
                    <a:pt x="242090" y="740790"/>
                  </a:lnTo>
                  <a:lnTo>
                    <a:pt x="242945" y="738481"/>
                  </a:lnTo>
                  <a:close/>
                </a:path>
                <a:path w="322579" h="1043304">
                  <a:moveTo>
                    <a:pt x="152018" y="0"/>
                  </a:moveTo>
                  <a:lnTo>
                    <a:pt x="167512" y="94614"/>
                  </a:lnTo>
                  <a:lnTo>
                    <a:pt x="189996" y="78338"/>
                  </a:lnTo>
                  <a:lnTo>
                    <a:pt x="181863" y="65531"/>
                  </a:lnTo>
                  <a:lnTo>
                    <a:pt x="205993" y="50291"/>
                  </a:lnTo>
                  <a:lnTo>
                    <a:pt x="228736" y="50291"/>
                  </a:lnTo>
                  <a:lnTo>
                    <a:pt x="236981" y="44322"/>
                  </a:lnTo>
                  <a:lnTo>
                    <a:pt x="152018" y="0"/>
                  </a:lnTo>
                  <a:close/>
                </a:path>
                <a:path w="322579" h="1043304">
                  <a:moveTo>
                    <a:pt x="205993" y="50291"/>
                  </a:moveTo>
                  <a:lnTo>
                    <a:pt x="181863" y="65531"/>
                  </a:lnTo>
                  <a:lnTo>
                    <a:pt x="189996" y="78338"/>
                  </a:lnTo>
                  <a:lnTo>
                    <a:pt x="213159" y="61569"/>
                  </a:lnTo>
                  <a:lnTo>
                    <a:pt x="205993" y="50291"/>
                  </a:lnTo>
                  <a:close/>
                </a:path>
                <a:path w="322579" h="1043304">
                  <a:moveTo>
                    <a:pt x="228736" y="50291"/>
                  </a:moveTo>
                  <a:lnTo>
                    <a:pt x="205993" y="50291"/>
                  </a:lnTo>
                  <a:lnTo>
                    <a:pt x="213159" y="61569"/>
                  </a:lnTo>
                  <a:lnTo>
                    <a:pt x="228736" y="50291"/>
                  </a:lnTo>
                  <a:close/>
                </a:path>
              </a:pathLst>
            </a:custGeom>
            <a:solidFill>
              <a:srgbClr val="212A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338577" y="2430017"/>
              <a:ext cx="1332865" cy="694055"/>
            </a:xfrm>
            <a:custGeom>
              <a:avLst/>
              <a:gdLst/>
              <a:ahLst/>
              <a:cxnLst/>
              <a:rect l="l" t="t" r="r" b="b"/>
              <a:pathLst>
                <a:path w="1332864" h="694055">
                  <a:moveTo>
                    <a:pt x="0" y="694055"/>
                  </a:moveTo>
                  <a:lnTo>
                    <a:pt x="1332357" y="0"/>
                  </a:lnTo>
                </a:path>
              </a:pathLst>
            </a:custGeom>
            <a:ln w="19050">
              <a:solidFill>
                <a:srgbClr val="5B9BD4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1149705" y="4538929"/>
            <a:ext cx="42799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3000" spc="-30" b="1">
                <a:solidFill>
                  <a:srgbClr val="843B0C"/>
                </a:solidFill>
                <a:latin typeface="Calibri"/>
                <a:cs typeface="Calibri"/>
              </a:rPr>
              <a:t>d</a:t>
            </a:r>
            <a:r>
              <a:rPr dirty="0" sz="1300" spc="-20" b="1">
                <a:solidFill>
                  <a:srgbClr val="843B0C"/>
                </a:solidFill>
                <a:latin typeface="Calibri"/>
                <a:cs typeface="Calibri"/>
              </a:rPr>
              <a:t>hkl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165555" y="5897067"/>
            <a:ext cx="42799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3000" spc="-30" b="1">
                <a:solidFill>
                  <a:srgbClr val="00AF50"/>
                </a:solidFill>
                <a:latin typeface="Calibri"/>
                <a:cs typeface="Calibri"/>
              </a:rPr>
              <a:t>d</a:t>
            </a:r>
            <a:r>
              <a:rPr dirty="0" sz="1300" spc="-20" b="1">
                <a:solidFill>
                  <a:srgbClr val="00AF50"/>
                </a:solidFill>
                <a:latin typeface="Calibri"/>
                <a:cs typeface="Calibri"/>
              </a:rPr>
              <a:t>hkl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334639" y="2975228"/>
            <a:ext cx="260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Calibri"/>
                <a:cs typeface="Calibri"/>
              </a:rPr>
              <a:t>2</a:t>
            </a:r>
            <a:r>
              <a:rPr dirty="0" sz="1800" spc="-25">
                <a:latin typeface="Symbol"/>
                <a:cs typeface="Symbol"/>
              </a:rPr>
              <a:t></a:t>
            </a:r>
            <a:endParaRPr sz="1800">
              <a:latin typeface="Symbol"/>
              <a:cs typeface="Symbol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2187067" y="1764792"/>
            <a:ext cx="171450" cy="2663190"/>
            <a:chOff x="2187067" y="1764792"/>
            <a:chExt cx="171450" cy="2663190"/>
          </a:xfrm>
        </p:grpSpPr>
        <p:sp>
          <p:nvSpPr>
            <p:cNvPr id="39" name="object 39" descr=""/>
            <p:cNvSpPr/>
            <p:nvPr/>
          </p:nvSpPr>
          <p:spPr>
            <a:xfrm>
              <a:off x="2238756" y="3603498"/>
              <a:ext cx="114300" cy="824230"/>
            </a:xfrm>
            <a:custGeom>
              <a:avLst/>
              <a:gdLst/>
              <a:ahLst/>
              <a:cxnLst/>
              <a:rect l="l" t="t" r="r" b="b"/>
              <a:pathLst>
                <a:path w="114300" h="824229">
                  <a:moveTo>
                    <a:pt x="76200" y="786002"/>
                  </a:moveTo>
                  <a:lnTo>
                    <a:pt x="38100" y="786002"/>
                  </a:lnTo>
                  <a:lnTo>
                    <a:pt x="38100" y="824102"/>
                  </a:lnTo>
                  <a:lnTo>
                    <a:pt x="76200" y="824102"/>
                  </a:lnTo>
                  <a:lnTo>
                    <a:pt x="76200" y="786002"/>
                  </a:lnTo>
                  <a:close/>
                </a:path>
                <a:path w="114300" h="824229">
                  <a:moveTo>
                    <a:pt x="76200" y="709802"/>
                  </a:moveTo>
                  <a:lnTo>
                    <a:pt x="38100" y="709802"/>
                  </a:lnTo>
                  <a:lnTo>
                    <a:pt x="38100" y="747902"/>
                  </a:lnTo>
                  <a:lnTo>
                    <a:pt x="76200" y="747902"/>
                  </a:lnTo>
                  <a:lnTo>
                    <a:pt x="76200" y="709802"/>
                  </a:lnTo>
                  <a:close/>
                </a:path>
                <a:path w="114300" h="824229">
                  <a:moveTo>
                    <a:pt x="76200" y="633602"/>
                  </a:moveTo>
                  <a:lnTo>
                    <a:pt x="38100" y="633602"/>
                  </a:lnTo>
                  <a:lnTo>
                    <a:pt x="38100" y="671702"/>
                  </a:lnTo>
                  <a:lnTo>
                    <a:pt x="76200" y="671702"/>
                  </a:lnTo>
                  <a:lnTo>
                    <a:pt x="76200" y="633602"/>
                  </a:lnTo>
                  <a:close/>
                </a:path>
                <a:path w="114300" h="824229">
                  <a:moveTo>
                    <a:pt x="76200" y="557402"/>
                  </a:moveTo>
                  <a:lnTo>
                    <a:pt x="38100" y="557402"/>
                  </a:lnTo>
                  <a:lnTo>
                    <a:pt x="38100" y="595502"/>
                  </a:lnTo>
                  <a:lnTo>
                    <a:pt x="76200" y="595502"/>
                  </a:lnTo>
                  <a:lnTo>
                    <a:pt x="76200" y="557402"/>
                  </a:lnTo>
                  <a:close/>
                </a:path>
                <a:path w="114300" h="824229">
                  <a:moveTo>
                    <a:pt x="76200" y="481202"/>
                  </a:moveTo>
                  <a:lnTo>
                    <a:pt x="38100" y="481202"/>
                  </a:lnTo>
                  <a:lnTo>
                    <a:pt x="38100" y="519302"/>
                  </a:lnTo>
                  <a:lnTo>
                    <a:pt x="76200" y="519302"/>
                  </a:lnTo>
                  <a:lnTo>
                    <a:pt x="76200" y="481202"/>
                  </a:lnTo>
                  <a:close/>
                </a:path>
                <a:path w="114300" h="824229">
                  <a:moveTo>
                    <a:pt x="76200" y="405002"/>
                  </a:moveTo>
                  <a:lnTo>
                    <a:pt x="38100" y="405002"/>
                  </a:lnTo>
                  <a:lnTo>
                    <a:pt x="38100" y="443102"/>
                  </a:lnTo>
                  <a:lnTo>
                    <a:pt x="76200" y="443102"/>
                  </a:lnTo>
                  <a:lnTo>
                    <a:pt x="76200" y="405002"/>
                  </a:lnTo>
                  <a:close/>
                </a:path>
                <a:path w="114300" h="824229">
                  <a:moveTo>
                    <a:pt x="76200" y="328802"/>
                  </a:moveTo>
                  <a:lnTo>
                    <a:pt x="38100" y="328802"/>
                  </a:lnTo>
                  <a:lnTo>
                    <a:pt x="38100" y="366902"/>
                  </a:lnTo>
                  <a:lnTo>
                    <a:pt x="76200" y="366902"/>
                  </a:lnTo>
                  <a:lnTo>
                    <a:pt x="76200" y="328802"/>
                  </a:lnTo>
                  <a:close/>
                </a:path>
                <a:path w="114300" h="824229">
                  <a:moveTo>
                    <a:pt x="76200" y="252602"/>
                  </a:moveTo>
                  <a:lnTo>
                    <a:pt x="38100" y="252602"/>
                  </a:lnTo>
                  <a:lnTo>
                    <a:pt x="38100" y="290702"/>
                  </a:lnTo>
                  <a:lnTo>
                    <a:pt x="76200" y="290702"/>
                  </a:lnTo>
                  <a:lnTo>
                    <a:pt x="76200" y="252602"/>
                  </a:lnTo>
                  <a:close/>
                </a:path>
                <a:path w="114300" h="824229">
                  <a:moveTo>
                    <a:pt x="76200" y="176402"/>
                  </a:moveTo>
                  <a:lnTo>
                    <a:pt x="38100" y="176402"/>
                  </a:lnTo>
                  <a:lnTo>
                    <a:pt x="38100" y="214502"/>
                  </a:lnTo>
                  <a:lnTo>
                    <a:pt x="76200" y="214502"/>
                  </a:lnTo>
                  <a:lnTo>
                    <a:pt x="76200" y="176402"/>
                  </a:lnTo>
                  <a:close/>
                </a:path>
                <a:path w="114300" h="824229">
                  <a:moveTo>
                    <a:pt x="76200" y="100202"/>
                  </a:moveTo>
                  <a:lnTo>
                    <a:pt x="38100" y="100202"/>
                  </a:lnTo>
                  <a:lnTo>
                    <a:pt x="38100" y="138302"/>
                  </a:lnTo>
                  <a:lnTo>
                    <a:pt x="76200" y="138302"/>
                  </a:lnTo>
                  <a:lnTo>
                    <a:pt x="76200" y="100202"/>
                  </a:lnTo>
                  <a:close/>
                </a:path>
                <a:path w="114300" h="824229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100202"/>
                  </a:lnTo>
                  <a:lnTo>
                    <a:pt x="107251" y="100202"/>
                  </a:lnTo>
                  <a:lnTo>
                    <a:pt x="57150" y="0"/>
                  </a:lnTo>
                  <a:close/>
                </a:path>
                <a:path w="114300" h="824229">
                  <a:moveTo>
                    <a:pt x="107251" y="100202"/>
                  </a:moveTo>
                  <a:lnTo>
                    <a:pt x="76200" y="100202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7251" y="10020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187067" y="1764792"/>
              <a:ext cx="171450" cy="1064260"/>
            </a:xfrm>
            <a:custGeom>
              <a:avLst/>
              <a:gdLst/>
              <a:ahLst/>
              <a:cxnLst/>
              <a:rect l="l" t="t" r="r" b="b"/>
              <a:pathLst>
                <a:path w="171450" h="1064260">
                  <a:moveTo>
                    <a:pt x="116585" y="835152"/>
                  </a:moveTo>
                  <a:lnTo>
                    <a:pt x="59435" y="835406"/>
                  </a:lnTo>
                  <a:lnTo>
                    <a:pt x="60070" y="1063752"/>
                  </a:lnTo>
                  <a:lnTo>
                    <a:pt x="60070" y="1064006"/>
                  </a:lnTo>
                  <a:lnTo>
                    <a:pt x="117220" y="1063752"/>
                  </a:lnTo>
                  <a:lnTo>
                    <a:pt x="116586" y="835406"/>
                  </a:lnTo>
                  <a:lnTo>
                    <a:pt x="116585" y="835152"/>
                  </a:lnTo>
                  <a:close/>
                </a:path>
                <a:path w="171450" h="1064260">
                  <a:moveTo>
                    <a:pt x="115188" y="435102"/>
                  </a:moveTo>
                  <a:lnTo>
                    <a:pt x="58038" y="435356"/>
                  </a:lnTo>
                  <a:lnTo>
                    <a:pt x="58800" y="663702"/>
                  </a:lnTo>
                  <a:lnTo>
                    <a:pt x="58800" y="663956"/>
                  </a:lnTo>
                  <a:lnTo>
                    <a:pt x="115950" y="663702"/>
                  </a:lnTo>
                  <a:lnTo>
                    <a:pt x="115189" y="435356"/>
                  </a:lnTo>
                  <a:lnTo>
                    <a:pt x="115188" y="435102"/>
                  </a:lnTo>
                  <a:close/>
                </a:path>
                <a:path w="171450" h="1064260">
                  <a:moveTo>
                    <a:pt x="114390" y="171365"/>
                  </a:moveTo>
                  <a:lnTo>
                    <a:pt x="57239" y="171534"/>
                  </a:lnTo>
                  <a:lnTo>
                    <a:pt x="57530" y="263652"/>
                  </a:lnTo>
                  <a:lnTo>
                    <a:pt x="57531" y="263906"/>
                  </a:lnTo>
                  <a:lnTo>
                    <a:pt x="114681" y="263652"/>
                  </a:lnTo>
                  <a:lnTo>
                    <a:pt x="114391" y="171704"/>
                  </a:lnTo>
                  <a:lnTo>
                    <a:pt x="114390" y="171365"/>
                  </a:lnTo>
                  <a:close/>
                </a:path>
                <a:path w="171450" h="1064260">
                  <a:moveTo>
                    <a:pt x="85216" y="0"/>
                  </a:moveTo>
                  <a:lnTo>
                    <a:pt x="252" y="171196"/>
                  </a:lnTo>
                  <a:lnTo>
                    <a:pt x="168" y="171365"/>
                  </a:lnTo>
                  <a:lnTo>
                    <a:pt x="84" y="171534"/>
                  </a:lnTo>
                  <a:lnTo>
                    <a:pt x="0" y="171704"/>
                  </a:lnTo>
                  <a:lnTo>
                    <a:pt x="57239" y="171534"/>
                  </a:lnTo>
                  <a:lnTo>
                    <a:pt x="57150" y="143002"/>
                  </a:lnTo>
                  <a:lnTo>
                    <a:pt x="157120" y="142748"/>
                  </a:lnTo>
                  <a:lnTo>
                    <a:pt x="85216" y="0"/>
                  </a:lnTo>
                  <a:close/>
                </a:path>
                <a:path w="171450" h="1064260">
                  <a:moveTo>
                    <a:pt x="114300" y="142748"/>
                  </a:moveTo>
                  <a:lnTo>
                    <a:pt x="57150" y="143002"/>
                  </a:lnTo>
                  <a:lnTo>
                    <a:pt x="57239" y="171534"/>
                  </a:lnTo>
                  <a:lnTo>
                    <a:pt x="114390" y="171365"/>
                  </a:lnTo>
                  <a:lnTo>
                    <a:pt x="114300" y="142748"/>
                  </a:lnTo>
                  <a:close/>
                </a:path>
                <a:path w="171450" h="1064260">
                  <a:moveTo>
                    <a:pt x="157120" y="142748"/>
                  </a:moveTo>
                  <a:lnTo>
                    <a:pt x="114300" y="142748"/>
                  </a:lnTo>
                  <a:lnTo>
                    <a:pt x="114390" y="171365"/>
                  </a:lnTo>
                  <a:lnTo>
                    <a:pt x="171450" y="171196"/>
                  </a:lnTo>
                  <a:lnTo>
                    <a:pt x="157120" y="142748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220468" y="2103882"/>
              <a:ext cx="114300" cy="824230"/>
            </a:xfrm>
            <a:custGeom>
              <a:avLst/>
              <a:gdLst/>
              <a:ahLst/>
              <a:cxnLst/>
              <a:rect l="l" t="t" r="r" b="b"/>
              <a:pathLst>
                <a:path w="114300" h="824230">
                  <a:moveTo>
                    <a:pt x="76200" y="786002"/>
                  </a:moveTo>
                  <a:lnTo>
                    <a:pt x="38100" y="786002"/>
                  </a:lnTo>
                  <a:lnTo>
                    <a:pt x="38100" y="824102"/>
                  </a:lnTo>
                  <a:lnTo>
                    <a:pt x="76200" y="824102"/>
                  </a:lnTo>
                  <a:lnTo>
                    <a:pt x="76200" y="786002"/>
                  </a:lnTo>
                  <a:close/>
                </a:path>
                <a:path w="114300" h="824230">
                  <a:moveTo>
                    <a:pt x="76200" y="709802"/>
                  </a:moveTo>
                  <a:lnTo>
                    <a:pt x="38100" y="709802"/>
                  </a:lnTo>
                  <a:lnTo>
                    <a:pt x="38100" y="747902"/>
                  </a:lnTo>
                  <a:lnTo>
                    <a:pt x="76200" y="747902"/>
                  </a:lnTo>
                  <a:lnTo>
                    <a:pt x="76200" y="709802"/>
                  </a:lnTo>
                  <a:close/>
                </a:path>
                <a:path w="114300" h="824230">
                  <a:moveTo>
                    <a:pt x="76200" y="633602"/>
                  </a:moveTo>
                  <a:lnTo>
                    <a:pt x="38100" y="633602"/>
                  </a:lnTo>
                  <a:lnTo>
                    <a:pt x="38100" y="671702"/>
                  </a:lnTo>
                  <a:lnTo>
                    <a:pt x="76200" y="671702"/>
                  </a:lnTo>
                  <a:lnTo>
                    <a:pt x="76200" y="633602"/>
                  </a:lnTo>
                  <a:close/>
                </a:path>
                <a:path w="114300" h="824230">
                  <a:moveTo>
                    <a:pt x="76200" y="557402"/>
                  </a:moveTo>
                  <a:lnTo>
                    <a:pt x="38100" y="557402"/>
                  </a:lnTo>
                  <a:lnTo>
                    <a:pt x="38100" y="595502"/>
                  </a:lnTo>
                  <a:lnTo>
                    <a:pt x="76200" y="595502"/>
                  </a:lnTo>
                  <a:lnTo>
                    <a:pt x="76200" y="557402"/>
                  </a:lnTo>
                  <a:close/>
                </a:path>
                <a:path w="114300" h="824230">
                  <a:moveTo>
                    <a:pt x="76200" y="481202"/>
                  </a:moveTo>
                  <a:lnTo>
                    <a:pt x="38100" y="481202"/>
                  </a:lnTo>
                  <a:lnTo>
                    <a:pt x="38100" y="519302"/>
                  </a:lnTo>
                  <a:lnTo>
                    <a:pt x="76200" y="519302"/>
                  </a:lnTo>
                  <a:lnTo>
                    <a:pt x="76200" y="481202"/>
                  </a:lnTo>
                  <a:close/>
                </a:path>
                <a:path w="114300" h="824230">
                  <a:moveTo>
                    <a:pt x="76200" y="405002"/>
                  </a:moveTo>
                  <a:lnTo>
                    <a:pt x="38100" y="405002"/>
                  </a:lnTo>
                  <a:lnTo>
                    <a:pt x="38100" y="443102"/>
                  </a:lnTo>
                  <a:lnTo>
                    <a:pt x="76200" y="443102"/>
                  </a:lnTo>
                  <a:lnTo>
                    <a:pt x="76200" y="405002"/>
                  </a:lnTo>
                  <a:close/>
                </a:path>
                <a:path w="114300" h="824230">
                  <a:moveTo>
                    <a:pt x="76200" y="328802"/>
                  </a:moveTo>
                  <a:lnTo>
                    <a:pt x="38100" y="328802"/>
                  </a:lnTo>
                  <a:lnTo>
                    <a:pt x="38100" y="366902"/>
                  </a:lnTo>
                  <a:lnTo>
                    <a:pt x="76200" y="366902"/>
                  </a:lnTo>
                  <a:lnTo>
                    <a:pt x="76200" y="328802"/>
                  </a:lnTo>
                  <a:close/>
                </a:path>
                <a:path w="114300" h="824230">
                  <a:moveTo>
                    <a:pt x="76200" y="252602"/>
                  </a:moveTo>
                  <a:lnTo>
                    <a:pt x="38100" y="252602"/>
                  </a:lnTo>
                  <a:lnTo>
                    <a:pt x="38100" y="290702"/>
                  </a:lnTo>
                  <a:lnTo>
                    <a:pt x="76200" y="290702"/>
                  </a:lnTo>
                  <a:lnTo>
                    <a:pt x="76200" y="252602"/>
                  </a:lnTo>
                  <a:close/>
                </a:path>
                <a:path w="114300" h="824230">
                  <a:moveTo>
                    <a:pt x="76200" y="176402"/>
                  </a:moveTo>
                  <a:lnTo>
                    <a:pt x="38100" y="176402"/>
                  </a:lnTo>
                  <a:lnTo>
                    <a:pt x="38100" y="214502"/>
                  </a:lnTo>
                  <a:lnTo>
                    <a:pt x="76200" y="214502"/>
                  </a:lnTo>
                  <a:lnTo>
                    <a:pt x="76200" y="176402"/>
                  </a:lnTo>
                  <a:close/>
                </a:path>
                <a:path w="114300" h="824230">
                  <a:moveTo>
                    <a:pt x="76200" y="100202"/>
                  </a:moveTo>
                  <a:lnTo>
                    <a:pt x="38100" y="100202"/>
                  </a:lnTo>
                  <a:lnTo>
                    <a:pt x="38100" y="138302"/>
                  </a:lnTo>
                  <a:lnTo>
                    <a:pt x="76200" y="138302"/>
                  </a:lnTo>
                  <a:lnTo>
                    <a:pt x="76200" y="100202"/>
                  </a:lnTo>
                  <a:close/>
                </a:path>
                <a:path w="114300" h="82423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100202"/>
                  </a:lnTo>
                  <a:lnTo>
                    <a:pt x="107251" y="100202"/>
                  </a:lnTo>
                  <a:lnTo>
                    <a:pt x="57150" y="0"/>
                  </a:lnTo>
                  <a:close/>
                </a:path>
                <a:path w="114300" h="824230">
                  <a:moveTo>
                    <a:pt x="107251" y="100202"/>
                  </a:moveTo>
                  <a:lnTo>
                    <a:pt x="76200" y="100202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7251" y="10020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2" name="object 42" descr=""/>
          <p:cNvGraphicFramePr>
            <a:graphicFrameLocks noGrp="1"/>
          </p:cNvGraphicFramePr>
          <p:nvPr/>
        </p:nvGraphicFramePr>
        <p:xfrm>
          <a:off x="199644" y="1179385"/>
          <a:ext cx="4041775" cy="627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7815"/>
                <a:gridCol w="1022985"/>
                <a:gridCol w="1374775"/>
              </a:tblGrid>
              <a:tr h="532130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800" spc="-10" b="1" i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Bragg’s</a:t>
                      </a:r>
                      <a:r>
                        <a:rPr dirty="0" sz="1800" spc="-50" b="1" i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 i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law: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80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800">
                          <a:solidFill>
                            <a:srgbClr val="1F4E79"/>
                          </a:solidFill>
                          <a:latin typeface="Symbol"/>
                          <a:cs typeface="Symbol"/>
                        </a:rPr>
                        <a:t></a:t>
                      </a:r>
                      <a:r>
                        <a:rPr dirty="0" sz="1800" spc="-45">
                          <a:solidFill>
                            <a:srgbClr val="1F4E7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800" spc="-15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2dsin</a:t>
                      </a:r>
                      <a:r>
                        <a:rPr dirty="0" sz="1800" spc="-10">
                          <a:solidFill>
                            <a:srgbClr val="1F4E79"/>
                          </a:solidFill>
                          <a:latin typeface="Symbol"/>
                          <a:cs typeface="Symbol"/>
                        </a:rPr>
                        <a:t></a:t>
                      </a:r>
                      <a:endParaRPr sz="1800">
                        <a:latin typeface="Symbol"/>
                        <a:cs typeface="Symbol"/>
                      </a:endParaRPr>
                    </a:p>
                  </a:txBody>
                  <a:tcPr marL="0" marR="0" marB="0" marT="12065">
                    <a:lnR w="3175">
                      <a:solidFill>
                        <a:srgbClr val="FFFF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77495" marR="108585" indent="-16192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Diffraction vector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</a:tr>
              <a:tr h="952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065">
                    <a:lnR w="3175">
                      <a:solidFill>
                        <a:srgbClr val="FFFF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175">
                      <a:solidFill>
                        <a:srgbClr val="FFFF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175">
                      <a:solidFill>
                        <a:srgbClr val="FFFF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4" name="object 4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45" name="object 4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46" name="object 4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3" name="object 43" descr=""/>
          <p:cNvSpPr txBox="1"/>
          <p:nvPr/>
        </p:nvSpPr>
        <p:spPr>
          <a:xfrm>
            <a:off x="4518659" y="5253228"/>
            <a:ext cx="4011295" cy="708660"/>
          </a:xfrm>
          <a:prstGeom prst="rect">
            <a:avLst/>
          </a:prstGeom>
          <a:solidFill>
            <a:srgbClr val="7E7E7E"/>
          </a:solidFill>
        </p:spPr>
        <p:txBody>
          <a:bodyPr wrap="square" lIns="0" tIns="31114" rIns="0" bIns="0" rtlCol="0" vert="horz">
            <a:spAutoFit/>
          </a:bodyPr>
          <a:lstStyle/>
          <a:p>
            <a:pPr marL="92710" marR="109855">
              <a:lnSpc>
                <a:spcPct val="100000"/>
              </a:lnSpc>
              <a:spcBef>
                <a:spcPts val="244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Peaks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appear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hkl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normal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diffraction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vector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aligned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parallel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016" y="103123"/>
            <a:ext cx="215392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XRD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analysis: polycrystalline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6971" y="4637532"/>
            <a:ext cx="2458720" cy="1815464"/>
          </a:xfrm>
          <a:prstGeom prst="rect">
            <a:avLst/>
          </a:prstGeom>
          <a:ln w="9525">
            <a:solidFill>
              <a:srgbClr val="FFC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1440" marR="144780">
              <a:lnSpc>
                <a:spcPct val="100000"/>
              </a:lnSpc>
              <a:spcBef>
                <a:spcPts val="325"/>
              </a:spcBef>
            </a:pPr>
            <a:r>
              <a:rPr dirty="0" u="sng" sz="16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Powder</a:t>
            </a:r>
            <a:r>
              <a:rPr dirty="0" u="sng" sz="1600" spc="-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sample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20">
                <a:latin typeface="Arial MT"/>
                <a:cs typeface="Arial MT"/>
              </a:rPr>
              <a:t>have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randomly</a:t>
            </a:r>
            <a:r>
              <a:rPr dirty="0" u="sng" sz="1600" spc="-9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oriented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crystals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exposed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 </a:t>
            </a:r>
            <a:r>
              <a:rPr dirty="0" sz="1600">
                <a:latin typeface="Arial MT"/>
                <a:cs typeface="Arial MT"/>
              </a:rPr>
              <a:t>incident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X-</a:t>
            </a:r>
            <a:r>
              <a:rPr dirty="0" sz="1600">
                <a:latin typeface="Arial MT"/>
                <a:cs typeface="Arial MT"/>
              </a:rPr>
              <a:t>rays.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Some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of </a:t>
            </a:r>
            <a:r>
              <a:rPr dirty="0" sz="1600">
                <a:latin typeface="Arial MT"/>
                <a:cs typeface="Arial MT"/>
              </a:rPr>
              <a:t>them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are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perfectly </a:t>
            </a:r>
            <a:r>
              <a:rPr dirty="0" sz="1600">
                <a:latin typeface="Arial MT"/>
                <a:cs typeface="Arial MT"/>
              </a:rPr>
              <a:t>aligned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parallel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with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 </a:t>
            </a:r>
            <a:r>
              <a:rPr dirty="0" sz="1600">
                <a:latin typeface="Arial MT"/>
                <a:cs typeface="Arial MT"/>
              </a:rPr>
              <a:t>diffraction</a:t>
            </a:r>
            <a:r>
              <a:rPr dirty="0" sz="1600" spc="-10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vector.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84631" y="0"/>
            <a:ext cx="8408035" cy="3644265"/>
            <a:chOff x="484631" y="0"/>
            <a:chExt cx="8408035" cy="364426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7855" y="0"/>
              <a:ext cx="6234684" cy="364388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631" y="1408175"/>
              <a:ext cx="2084033" cy="2113376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742945" y="4286250"/>
            <a:ext cx="407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X-</a:t>
            </a:r>
            <a:r>
              <a:rPr dirty="0" sz="1200" spc="-25" b="1">
                <a:latin typeface="Arial"/>
                <a:cs typeface="Arial"/>
              </a:rPr>
              <a:t>ray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98850" y="5837935"/>
            <a:ext cx="3321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75" b="1">
                <a:latin typeface="Arial"/>
                <a:cs typeface="Arial"/>
              </a:rPr>
              <a:t>111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3217" y="4077461"/>
            <a:ext cx="1638681" cy="172764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032250" y="4286250"/>
            <a:ext cx="313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Det.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35984" y="4700142"/>
            <a:ext cx="7467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2</a:t>
            </a:r>
            <a:r>
              <a:rPr dirty="0" sz="1200">
                <a:latin typeface="Symbol"/>
                <a:cs typeface="Symbol"/>
              </a:rPr>
              <a:t>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Arial MT"/>
                <a:cs typeface="Arial MT"/>
              </a:rPr>
              <a:t>=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29.86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93258" y="5804408"/>
            <a:ext cx="3638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Arial"/>
                <a:cs typeface="Arial"/>
              </a:rPr>
              <a:t>022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62893" y="4077461"/>
            <a:ext cx="1638681" cy="17581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5843396" y="4696714"/>
            <a:ext cx="661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2</a:t>
            </a:r>
            <a:r>
              <a:rPr dirty="0" sz="1200">
                <a:latin typeface="Symbol"/>
                <a:cs typeface="Symbol"/>
              </a:rPr>
              <a:t>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Arial MT"/>
                <a:cs typeface="Arial MT"/>
              </a:rPr>
              <a:t>=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47.3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435977" y="5813856"/>
            <a:ext cx="3638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Arial"/>
                <a:cs typeface="Arial"/>
              </a:rPr>
              <a:t>004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99897" y="4077461"/>
            <a:ext cx="1638681" cy="1759648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7925816" y="4696714"/>
            <a:ext cx="7467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2</a:t>
            </a:r>
            <a:r>
              <a:rPr dirty="0" sz="1200">
                <a:latin typeface="Symbol"/>
                <a:cs typeface="Symbol"/>
              </a:rPr>
              <a:t>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Arial MT"/>
                <a:cs typeface="Arial MT"/>
              </a:rPr>
              <a:t>=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69.13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28547" y="2200147"/>
            <a:ext cx="142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Silicon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 powder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45"/>
              <a:t> </a:t>
            </a:r>
            <a:r>
              <a:rPr dirty="0" spc="-10"/>
              <a:t>diffraction</a:t>
            </a:r>
            <a:r>
              <a:rPr dirty="0" spc="-140"/>
              <a:t> </a:t>
            </a:r>
            <a:r>
              <a:rPr dirty="0" spc="-10"/>
              <a:t>analysis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312163" y="219456"/>
            <a:ext cx="7823200" cy="6115685"/>
            <a:chOff x="1312163" y="219456"/>
            <a:chExt cx="7823200" cy="611568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4040" y="219456"/>
              <a:ext cx="3480816" cy="18288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2163" y="2083307"/>
              <a:ext cx="7409688" cy="4251214"/>
            </a:xfrm>
            <a:prstGeom prst="rect">
              <a:avLst/>
            </a:prstGeom>
          </p:spPr>
        </p:pic>
      </p:grp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06042" y="1724405"/>
          <a:ext cx="3121025" cy="1830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4790"/>
                <a:gridCol w="1537335"/>
              </a:tblGrid>
              <a:tr h="335280">
                <a:tc gridSpan="2">
                  <a:txBody>
                    <a:bodyPr/>
                    <a:lstStyle/>
                    <a:p>
                      <a:pPr marL="9480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Peak</a:t>
                      </a:r>
                      <a:r>
                        <a:rPr dirty="0" sz="16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6705"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Depends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Main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info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259079" marR="155575" indent="-167640">
                        <a:lnSpc>
                          <a:spcPct val="100000"/>
                        </a:lnSpc>
                        <a:spcBef>
                          <a:spcPts val="290"/>
                        </a:spcBef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Periodic arrangement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atoms/molecules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8445" indent="-167005">
                        <a:lnSpc>
                          <a:spcPct val="100000"/>
                        </a:lnSpc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8445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λ of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X-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ray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9079" marR="497840" indent="-167640">
                        <a:lnSpc>
                          <a:spcPct val="100000"/>
                        </a:lnSpc>
                        <a:spcBef>
                          <a:spcPts val="5"/>
                        </a:spcBef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Sample preparation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57810" marR="190500" indent="-167005">
                        <a:lnSpc>
                          <a:spcPct val="100000"/>
                        </a:lnSpc>
                        <a:spcBef>
                          <a:spcPts val="1010"/>
                        </a:spcBef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Qualitative</a:t>
                      </a:r>
                      <a:r>
                        <a:rPr dirty="0" sz="12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phase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analysis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9079" indent="-167640">
                        <a:lnSpc>
                          <a:spcPct val="100000"/>
                        </a:lnSpc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Lattice</a:t>
                      </a:r>
                      <a:r>
                        <a:rPr dirty="0" sz="1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parameters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8445" indent="-167005">
                        <a:lnSpc>
                          <a:spcPct val="100000"/>
                        </a:lnSpc>
                        <a:spcBef>
                          <a:spcPts val="5"/>
                        </a:spcBef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8445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Space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group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8445" indent="-167005">
                        <a:lnSpc>
                          <a:spcPct val="100000"/>
                        </a:lnSpc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8445" algn="l"/>
                        </a:tabLst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Residual</a:t>
                      </a:r>
                      <a:r>
                        <a:rPr dirty="0" sz="12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stress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8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4133977" y="1998217"/>
          <a:ext cx="4154170" cy="1336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8605"/>
                <a:gridCol w="2526665"/>
              </a:tblGrid>
              <a:tr h="335280">
                <a:tc gridSpan="2"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Peak</a:t>
                      </a:r>
                      <a:r>
                        <a:rPr dirty="0" sz="16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Intensity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6705">
                <a:tc>
                  <a:txBody>
                    <a:bodyPr/>
                    <a:lstStyle/>
                    <a:p>
                      <a:pPr marL="3905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Depends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Main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info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 marL="259079" indent="-167005">
                        <a:lnSpc>
                          <a:spcPct val="100000"/>
                        </a:lnSpc>
                        <a:spcBef>
                          <a:spcPts val="1230"/>
                        </a:spcBef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Crystal</a:t>
                      </a:r>
                      <a:r>
                        <a:rPr dirty="0" sz="1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structure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9079" indent="-167005">
                        <a:lnSpc>
                          <a:spcPct val="100000"/>
                        </a:lnSpc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λ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X-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ray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59079" indent="-167005">
                        <a:lnSpc>
                          <a:spcPct val="100000"/>
                        </a:lnSpc>
                        <a:spcBef>
                          <a:spcPts val="505"/>
                        </a:spcBef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Quantitative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phase</a:t>
                      </a:r>
                      <a:r>
                        <a:rPr dirty="0" sz="12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analysis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9079" indent="-167005">
                        <a:lnSpc>
                          <a:spcPct val="100000"/>
                        </a:lnSpc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Crystal</a:t>
                      </a:r>
                      <a:r>
                        <a:rPr dirty="0" sz="1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structure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9079" indent="-167005">
                        <a:lnSpc>
                          <a:spcPct val="100000"/>
                        </a:lnSpc>
                        <a:spcBef>
                          <a:spcPts val="5"/>
                        </a:spcBef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Preferred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orientations/texture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747130" y="3555746"/>
          <a:ext cx="3153410" cy="1336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660"/>
                <a:gridCol w="1466850"/>
              </a:tblGrid>
              <a:tr h="334645">
                <a:tc gridSpan="2"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Peak</a:t>
                      </a:r>
                      <a:r>
                        <a:rPr dirty="0" sz="16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Profile</a:t>
                      </a:r>
                      <a:r>
                        <a:rPr dirty="0" sz="16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(Width</a:t>
                      </a:r>
                      <a:r>
                        <a:rPr dirty="0" sz="16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6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Shape)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7340">
                <a:tc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Depends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4286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Main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info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 marL="259079" indent="-167005">
                        <a:lnSpc>
                          <a:spcPct val="100000"/>
                        </a:lnSpc>
                        <a:spcBef>
                          <a:spcPts val="509"/>
                        </a:spcBef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Instrument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9079" indent="-167005">
                        <a:lnSpc>
                          <a:spcPct val="100000"/>
                        </a:lnSpc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Lattice</a:t>
                      </a:r>
                      <a:r>
                        <a:rPr dirty="0" sz="1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distortion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9079" indent="-167005">
                        <a:lnSpc>
                          <a:spcPct val="100000"/>
                        </a:lnSpc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Microstructure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59079" indent="-167005">
                        <a:lnSpc>
                          <a:spcPct val="100000"/>
                        </a:lnSpc>
                        <a:spcBef>
                          <a:spcPts val="1230"/>
                        </a:spcBef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Crystallite</a:t>
                      </a:r>
                      <a:r>
                        <a:rPr dirty="0" sz="12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sizes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9079" indent="-167005">
                        <a:lnSpc>
                          <a:spcPct val="100000"/>
                        </a:lnSpc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Micro-strain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233297" y="5369178"/>
          <a:ext cx="5100955" cy="109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3025"/>
                <a:gridCol w="2399029"/>
              </a:tblGrid>
              <a:tr h="335280">
                <a:tc gridSpan="2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Background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5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Depends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Main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info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258445" indent="-167005">
                        <a:lnSpc>
                          <a:spcPct val="100000"/>
                        </a:lnSpc>
                        <a:spcBef>
                          <a:spcPts val="400"/>
                        </a:spcBef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8445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Sample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environment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i.e.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air,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holder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8445" indent="-167005">
                        <a:lnSpc>
                          <a:spcPct val="100000"/>
                        </a:lnSpc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8445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Amorphous</a:t>
                      </a:r>
                      <a:r>
                        <a:rPr dirty="0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phase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59079" indent="-167005">
                        <a:lnSpc>
                          <a:spcPct val="100000"/>
                        </a:lnSpc>
                        <a:spcBef>
                          <a:spcPts val="1120"/>
                        </a:spcBef>
                        <a:buClr>
                          <a:srgbClr val="C55A11"/>
                        </a:buClr>
                        <a:buFont typeface="Wingdings"/>
                        <a:buChar char=""/>
                        <a:tabLst>
                          <a:tab pos="259079" algn="l"/>
                        </a:tabLst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Amount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amorphous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phase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42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03859" y="1228344"/>
            <a:ext cx="2336800" cy="494030"/>
          </a:xfrm>
          <a:prstGeom prst="rect">
            <a:avLst/>
          </a:prstGeom>
          <a:solidFill>
            <a:srgbClr val="FFFF66"/>
          </a:solidFill>
        </p:spPr>
        <p:txBody>
          <a:bodyPr wrap="square" lIns="0" tIns="26034" rIns="0" bIns="0" rtlCol="0" vert="horz">
            <a:spAutoFit/>
          </a:bodyPr>
          <a:lstStyle/>
          <a:p>
            <a:pPr marL="445770">
              <a:lnSpc>
                <a:spcPct val="100000"/>
              </a:lnSpc>
              <a:spcBef>
                <a:spcPts val="204"/>
              </a:spcBef>
            </a:pPr>
            <a:r>
              <a:rPr dirty="0" sz="2400" b="1">
                <a:latin typeface="Calibri"/>
                <a:cs typeface="Calibri"/>
              </a:rPr>
              <a:t>nλ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=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2dsinθ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Diffraction</a:t>
            </a:r>
            <a:r>
              <a:rPr dirty="0" spc="-140"/>
              <a:t> </a:t>
            </a:r>
            <a:r>
              <a:rPr dirty="0" spc="-10"/>
              <a:t>geometry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792" y="1709030"/>
            <a:ext cx="4083768" cy="185041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9341" y="1482851"/>
            <a:ext cx="3709583" cy="206163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60654" y="1085799"/>
            <a:ext cx="355790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1F4E79"/>
                </a:solidFill>
                <a:latin typeface="Calibri"/>
                <a:cs typeface="Calibri"/>
              </a:rPr>
              <a:t>Bragg-</a:t>
            </a:r>
            <a:r>
              <a:rPr dirty="0" sz="2400" b="1">
                <a:solidFill>
                  <a:srgbClr val="1F4E79"/>
                </a:solidFill>
                <a:latin typeface="Calibri"/>
                <a:cs typeface="Calibri"/>
              </a:rPr>
              <a:t>Brentanno:</a:t>
            </a:r>
            <a:r>
              <a:rPr dirty="0" sz="2400" spc="-6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F4E79"/>
                </a:solidFill>
                <a:latin typeface="Symbol"/>
                <a:cs typeface="Symbol"/>
              </a:rPr>
              <a:t></a:t>
            </a:r>
            <a:r>
              <a:rPr dirty="0" sz="2400" b="1">
                <a:solidFill>
                  <a:srgbClr val="1F4E79"/>
                </a:solidFill>
                <a:latin typeface="Calibri"/>
                <a:cs typeface="Calibri"/>
              </a:rPr>
              <a:t>/2</a:t>
            </a:r>
            <a:r>
              <a:rPr dirty="0" sz="2400">
                <a:solidFill>
                  <a:srgbClr val="1F4E79"/>
                </a:solidFill>
                <a:latin typeface="Symbol"/>
                <a:cs typeface="Symbol"/>
              </a:rPr>
              <a:t></a:t>
            </a:r>
            <a:r>
              <a:rPr dirty="0" sz="2400" spc="-140">
                <a:solidFill>
                  <a:srgbClr val="1F4E79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1F4E79"/>
                </a:solidFill>
                <a:latin typeface="Calibri"/>
                <a:cs typeface="Calibri"/>
              </a:rPr>
              <a:t>scan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4928361" y="1093723"/>
            <a:ext cx="37833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4E79"/>
                </a:solidFill>
                <a:latin typeface="Calibri"/>
                <a:cs typeface="Calibri"/>
              </a:rPr>
              <a:t>GIXRD:</a:t>
            </a:r>
            <a:r>
              <a:rPr dirty="0" sz="2400" spc="-4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F4E79"/>
                </a:solidFill>
                <a:latin typeface="Calibri"/>
                <a:cs typeface="Calibri"/>
              </a:rPr>
              <a:t>2</a:t>
            </a:r>
            <a:r>
              <a:rPr dirty="0" sz="2400">
                <a:solidFill>
                  <a:srgbClr val="1F4E79"/>
                </a:solidFill>
                <a:latin typeface="Symbol"/>
                <a:cs typeface="Symbol"/>
              </a:rPr>
              <a:t></a:t>
            </a:r>
            <a:r>
              <a:rPr dirty="0" sz="2400" spc="-100">
                <a:solidFill>
                  <a:srgbClr val="1F4E7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F4E79"/>
                </a:solidFill>
                <a:latin typeface="Calibri"/>
                <a:cs typeface="Calibri"/>
              </a:rPr>
              <a:t>scan</a:t>
            </a:r>
            <a:r>
              <a:rPr dirty="0" sz="2400" spc="-4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F4E79"/>
                </a:solidFill>
                <a:latin typeface="Calibri"/>
                <a:cs typeface="Calibri"/>
              </a:rPr>
              <a:t>at</a:t>
            </a:r>
            <a:r>
              <a:rPr dirty="0" sz="2400" spc="-4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F4E79"/>
                </a:solidFill>
                <a:latin typeface="Calibri"/>
                <a:cs typeface="Calibri"/>
              </a:rPr>
              <a:t>fixed</a:t>
            </a:r>
            <a:r>
              <a:rPr dirty="0" sz="2400" spc="-3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F4E79"/>
                </a:solidFill>
                <a:latin typeface="Symbol"/>
                <a:cs typeface="Symbol"/>
              </a:rPr>
              <a:t></a:t>
            </a:r>
            <a:r>
              <a:rPr dirty="0" sz="2400" spc="-45">
                <a:solidFill>
                  <a:srgbClr val="1F4E7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F4E79"/>
                </a:solidFill>
                <a:latin typeface="Calibri"/>
                <a:cs typeface="Calibri"/>
              </a:rPr>
              <a:t>or</a:t>
            </a:r>
            <a:r>
              <a:rPr dirty="0" sz="2400" spc="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1F4E79"/>
                </a:solidFill>
                <a:latin typeface="Symbol"/>
                <a:cs typeface="Symbol"/>
              </a:rPr>
              <a:t>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9448" y="3972255"/>
            <a:ext cx="341566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dirty="0" sz="2400" spc="-10">
                <a:solidFill>
                  <a:srgbClr val="1F4E79"/>
                </a:solidFill>
                <a:latin typeface="Calibri"/>
                <a:cs typeface="Calibri"/>
              </a:rPr>
              <a:t>Powder</a:t>
            </a:r>
            <a:r>
              <a:rPr dirty="0" sz="2400" spc="-8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F4E79"/>
                </a:solidFill>
                <a:latin typeface="Calibri"/>
                <a:cs typeface="Calibri"/>
              </a:rPr>
              <a:t>sample</a:t>
            </a:r>
            <a:endParaRPr sz="2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99085" algn="l"/>
              </a:tabLst>
            </a:pPr>
            <a:r>
              <a:rPr dirty="0" sz="2400">
                <a:solidFill>
                  <a:srgbClr val="1F4E79"/>
                </a:solidFill>
                <a:latin typeface="Calibri"/>
                <a:cs typeface="Calibri"/>
              </a:rPr>
              <a:t>Bulk</a:t>
            </a:r>
            <a:r>
              <a:rPr dirty="0" sz="2400" spc="-1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F4E79"/>
                </a:solidFill>
                <a:latin typeface="Calibri"/>
                <a:cs typeface="Calibri"/>
              </a:rPr>
              <a:t>sample</a:t>
            </a:r>
            <a:endParaRPr sz="2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dirty="0" sz="2400">
                <a:solidFill>
                  <a:srgbClr val="1F4E79"/>
                </a:solidFill>
                <a:latin typeface="Calibri"/>
                <a:cs typeface="Calibri"/>
              </a:rPr>
              <a:t>Thin</a:t>
            </a:r>
            <a:r>
              <a:rPr dirty="0" sz="2400" spc="-3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F4E79"/>
                </a:solidFill>
                <a:latin typeface="Calibri"/>
                <a:cs typeface="Calibri"/>
              </a:rPr>
              <a:t>film</a:t>
            </a:r>
            <a:r>
              <a:rPr dirty="0" sz="2400" spc="-3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F4E79"/>
                </a:solidFill>
                <a:latin typeface="Calibri"/>
                <a:cs typeface="Calibri"/>
              </a:rPr>
              <a:t>(with</a:t>
            </a:r>
            <a:r>
              <a:rPr dirty="0" sz="2400" spc="-4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F4E79"/>
                </a:solidFill>
                <a:latin typeface="Calibri"/>
                <a:cs typeface="Calibri"/>
              </a:rPr>
              <a:t>substrate)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72990" y="3975607"/>
            <a:ext cx="383857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dirty="0" sz="2400" spc="-10">
                <a:solidFill>
                  <a:srgbClr val="1F4E79"/>
                </a:solidFill>
                <a:latin typeface="Calibri"/>
                <a:cs typeface="Calibri"/>
              </a:rPr>
              <a:t>Surface</a:t>
            </a:r>
            <a:endParaRPr sz="2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dirty="0" sz="2400">
                <a:solidFill>
                  <a:srgbClr val="1F4E79"/>
                </a:solidFill>
                <a:latin typeface="Calibri"/>
                <a:cs typeface="Calibri"/>
              </a:rPr>
              <a:t>Thin</a:t>
            </a:r>
            <a:r>
              <a:rPr dirty="0" sz="2400" spc="-2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F4E79"/>
                </a:solidFill>
                <a:latin typeface="Calibri"/>
                <a:cs typeface="Calibri"/>
              </a:rPr>
              <a:t>film</a:t>
            </a:r>
            <a:r>
              <a:rPr dirty="0" sz="2400" spc="-3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F4E79"/>
                </a:solidFill>
                <a:latin typeface="Calibri"/>
                <a:cs typeface="Calibri"/>
              </a:rPr>
              <a:t>(without</a:t>
            </a:r>
            <a:r>
              <a:rPr dirty="0" sz="2400" spc="-3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F4E79"/>
                </a:solidFill>
                <a:latin typeface="Calibri"/>
                <a:cs typeface="Calibri"/>
              </a:rPr>
              <a:t>substrate)</a:t>
            </a:r>
            <a:endParaRPr sz="24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dirty="0" sz="2400">
                <a:solidFill>
                  <a:srgbClr val="1F4E79"/>
                </a:solidFill>
                <a:latin typeface="Calibri"/>
                <a:cs typeface="Calibri"/>
              </a:rPr>
              <a:t>Depth</a:t>
            </a:r>
            <a:r>
              <a:rPr dirty="0" sz="2400" spc="-7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F4E79"/>
                </a:solidFill>
                <a:latin typeface="Calibri"/>
                <a:cs typeface="Calibri"/>
              </a:rPr>
              <a:t>profiling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/>
              <a:t>XRD</a:t>
            </a:r>
            <a:r>
              <a:rPr dirty="0" spc="-80"/>
              <a:t> </a:t>
            </a:r>
            <a:r>
              <a:rPr dirty="0"/>
              <a:t>scan</a:t>
            </a:r>
            <a:r>
              <a:rPr dirty="0" spc="-80"/>
              <a:t> </a:t>
            </a:r>
            <a:r>
              <a:rPr dirty="0" spc="-10"/>
              <a:t>modes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0090" y="5919012"/>
            <a:ext cx="5243195" cy="18796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200" spc="-10">
                <a:latin typeface="Calibri"/>
                <a:cs typeface="Calibri"/>
              </a:rPr>
              <a:t>https://youtu.be/HrWT2M63DbU?list=PLzN0KRQO_AyrEWBW54KFP-RRNdYF2MBoR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412" y="1432560"/>
            <a:ext cx="7886700" cy="443636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710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Symbol"/>
                <a:cs typeface="Symbol"/>
              </a:rPr>
              <a:t></a:t>
            </a:r>
            <a:r>
              <a:rPr dirty="0"/>
              <a:t>/2</a:t>
            </a:r>
            <a:r>
              <a:rPr dirty="0" b="0">
                <a:latin typeface="Symbol"/>
                <a:cs typeface="Symbol"/>
              </a:rPr>
              <a:t></a:t>
            </a:r>
            <a:r>
              <a:rPr dirty="0" spc="-150" b="0">
                <a:latin typeface="Times New Roman"/>
                <a:cs typeface="Times New Roman"/>
              </a:rPr>
              <a:t> </a:t>
            </a:r>
            <a:r>
              <a:rPr dirty="0"/>
              <a:t>:</a:t>
            </a:r>
            <a:r>
              <a:rPr dirty="0" spc="-45"/>
              <a:t> </a:t>
            </a:r>
            <a:r>
              <a:rPr dirty="0" spc="-30"/>
              <a:t>Bragg-</a:t>
            </a:r>
            <a:r>
              <a:rPr dirty="0" spc="-10"/>
              <a:t>Brentanno</a:t>
            </a:r>
            <a:r>
              <a:rPr dirty="0" spc="-40"/>
              <a:t> </a:t>
            </a:r>
            <a:r>
              <a:rPr dirty="0" spc="-10"/>
              <a:t>geometry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67302" y="1310385"/>
            <a:ext cx="481838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Powder</a:t>
            </a:r>
            <a:r>
              <a:rPr dirty="0" sz="1800" spc="-9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XRD</a:t>
            </a:r>
            <a:r>
              <a:rPr dirty="0" sz="1800" spc="-2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dirty="0" sz="1800" spc="-10">
                <a:latin typeface="Calibri"/>
                <a:cs typeface="Calibri"/>
              </a:rPr>
              <a:t>Bragg-Brentanno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(parafocusing)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geometry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dirty="0" sz="1800" spc="-10">
                <a:latin typeface="Calibri"/>
                <a:cs typeface="Calibri"/>
              </a:rPr>
              <a:t>Divergent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beam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optics:</a:t>
            </a:r>
            <a:endParaRPr sz="1800">
              <a:latin typeface="Calibri"/>
              <a:cs typeface="Calibri"/>
            </a:endParaRPr>
          </a:p>
          <a:p>
            <a:pPr marL="32639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-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Including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crystals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tilted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hkl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normal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dirty="0" sz="1800">
                <a:latin typeface="Calibri"/>
                <a:cs typeface="Calibri"/>
              </a:rPr>
              <a:t>Angular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resolution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improved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narrow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1800" spc="-10">
                <a:latin typeface="Calibri"/>
                <a:cs typeface="Calibri"/>
              </a:rPr>
              <a:t>slits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174750" y="2907538"/>
            <a:ext cx="1875155" cy="918210"/>
            <a:chOff x="1174750" y="2907538"/>
            <a:chExt cx="1875155" cy="91821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100" y="2913888"/>
              <a:ext cx="1862327" cy="90525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181100" y="2913888"/>
              <a:ext cx="1862455" cy="905510"/>
            </a:xfrm>
            <a:custGeom>
              <a:avLst/>
              <a:gdLst/>
              <a:ahLst/>
              <a:cxnLst/>
              <a:rect l="l" t="t" r="r" b="b"/>
              <a:pathLst>
                <a:path w="1862455" h="905510">
                  <a:moveTo>
                    <a:pt x="0" y="905256"/>
                  </a:moveTo>
                  <a:lnTo>
                    <a:pt x="1862327" y="905256"/>
                  </a:lnTo>
                  <a:lnTo>
                    <a:pt x="1862327" y="0"/>
                  </a:lnTo>
                  <a:lnTo>
                    <a:pt x="0" y="0"/>
                  </a:lnTo>
                  <a:lnTo>
                    <a:pt x="0" y="905256"/>
                  </a:lnTo>
                  <a:close/>
                </a:path>
              </a:pathLst>
            </a:custGeom>
            <a:ln w="127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128266" y="2095880"/>
            <a:ext cx="314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D75B6"/>
                </a:solidFill>
                <a:latin typeface="Calibri"/>
                <a:cs typeface="Calibri"/>
              </a:rPr>
              <a:t>hkl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98880" y="1290904"/>
            <a:ext cx="16878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C000"/>
                </a:solidFill>
                <a:latin typeface="Calibri"/>
                <a:cs typeface="Calibri"/>
              </a:rPr>
              <a:t>Diffraction</a:t>
            </a:r>
            <a:r>
              <a:rPr dirty="0" sz="1800" b="1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C000"/>
                </a:solidFill>
                <a:latin typeface="Calibri"/>
                <a:cs typeface="Calibri"/>
              </a:rPr>
              <a:t>vector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25297" y="1304289"/>
            <a:ext cx="408940" cy="410845"/>
            <a:chOff x="225297" y="1304289"/>
            <a:chExt cx="408940" cy="410845"/>
          </a:xfrm>
        </p:grpSpPr>
        <p:sp>
          <p:nvSpPr>
            <p:cNvPr id="10" name="object 10" descr=""/>
            <p:cNvSpPr/>
            <p:nvPr/>
          </p:nvSpPr>
          <p:spPr>
            <a:xfrm>
              <a:off x="231647" y="1310639"/>
              <a:ext cx="396240" cy="398145"/>
            </a:xfrm>
            <a:custGeom>
              <a:avLst/>
              <a:gdLst/>
              <a:ahLst/>
              <a:cxnLst/>
              <a:rect l="l" t="t" r="r" b="b"/>
              <a:pathLst>
                <a:path w="396240" h="398144">
                  <a:moveTo>
                    <a:pt x="198120" y="0"/>
                  </a:moveTo>
                  <a:lnTo>
                    <a:pt x="152691" y="5251"/>
                  </a:lnTo>
                  <a:lnTo>
                    <a:pt x="110989" y="20211"/>
                  </a:lnTo>
                  <a:lnTo>
                    <a:pt x="74204" y="43687"/>
                  </a:lnTo>
                  <a:lnTo>
                    <a:pt x="43523" y="74484"/>
                  </a:lnTo>
                  <a:lnTo>
                    <a:pt x="20136" y="111411"/>
                  </a:lnTo>
                  <a:lnTo>
                    <a:pt x="5232" y="153275"/>
                  </a:lnTo>
                  <a:lnTo>
                    <a:pt x="0" y="198882"/>
                  </a:lnTo>
                  <a:lnTo>
                    <a:pt x="5232" y="244488"/>
                  </a:lnTo>
                  <a:lnTo>
                    <a:pt x="20136" y="286352"/>
                  </a:lnTo>
                  <a:lnTo>
                    <a:pt x="43523" y="323279"/>
                  </a:lnTo>
                  <a:lnTo>
                    <a:pt x="74204" y="354076"/>
                  </a:lnTo>
                  <a:lnTo>
                    <a:pt x="110989" y="377552"/>
                  </a:lnTo>
                  <a:lnTo>
                    <a:pt x="152691" y="392512"/>
                  </a:lnTo>
                  <a:lnTo>
                    <a:pt x="198120" y="397763"/>
                  </a:lnTo>
                  <a:lnTo>
                    <a:pt x="243548" y="392512"/>
                  </a:lnTo>
                  <a:lnTo>
                    <a:pt x="285250" y="377552"/>
                  </a:lnTo>
                  <a:lnTo>
                    <a:pt x="322035" y="354076"/>
                  </a:lnTo>
                  <a:lnTo>
                    <a:pt x="352716" y="323279"/>
                  </a:lnTo>
                  <a:lnTo>
                    <a:pt x="376103" y="286352"/>
                  </a:lnTo>
                  <a:lnTo>
                    <a:pt x="391007" y="244488"/>
                  </a:lnTo>
                  <a:lnTo>
                    <a:pt x="396240" y="198882"/>
                  </a:lnTo>
                  <a:lnTo>
                    <a:pt x="391007" y="153275"/>
                  </a:lnTo>
                  <a:lnTo>
                    <a:pt x="376103" y="111411"/>
                  </a:lnTo>
                  <a:lnTo>
                    <a:pt x="352716" y="74484"/>
                  </a:lnTo>
                  <a:lnTo>
                    <a:pt x="322035" y="43687"/>
                  </a:lnTo>
                  <a:lnTo>
                    <a:pt x="285250" y="20211"/>
                  </a:lnTo>
                  <a:lnTo>
                    <a:pt x="243548" y="5251"/>
                  </a:lnTo>
                  <a:lnTo>
                    <a:pt x="19812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31647" y="1310639"/>
              <a:ext cx="396240" cy="398145"/>
            </a:xfrm>
            <a:custGeom>
              <a:avLst/>
              <a:gdLst/>
              <a:ahLst/>
              <a:cxnLst/>
              <a:rect l="l" t="t" r="r" b="b"/>
              <a:pathLst>
                <a:path w="396240" h="398144">
                  <a:moveTo>
                    <a:pt x="0" y="198882"/>
                  </a:moveTo>
                  <a:lnTo>
                    <a:pt x="5232" y="153275"/>
                  </a:lnTo>
                  <a:lnTo>
                    <a:pt x="20136" y="111411"/>
                  </a:lnTo>
                  <a:lnTo>
                    <a:pt x="43523" y="74484"/>
                  </a:lnTo>
                  <a:lnTo>
                    <a:pt x="74204" y="43687"/>
                  </a:lnTo>
                  <a:lnTo>
                    <a:pt x="110989" y="20211"/>
                  </a:lnTo>
                  <a:lnTo>
                    <a:pt x="152691" y="5251"/>
                  </a:lnTo>
                  <a:lnTo>
                    <a:pt x="198120" y="0"/>
                  </a:lnTo>
                  <a:lnTo>
                    <a:pt x="243548" y="5251"/>
                  </a:lnTo>
                  <a:lnTo>
                    <a:pt x="285250" y="20211"/>
                  </a:lnTo>
                  <a:lnTo>
                    <a:pt x="322035" y="43687"/>
                  </a:lnTo>
                  <a:lnTo>
                    <a:pt x="352716" y="74484"/>
                  </a:lnTo>
                  <a:lnTo>
                    <a:pt x="376103" y="111411"/>
                  </a:lnTo>
                  <a:lnTo>
                    <a:pt x="391007" y="153275"/>
                  </a:lnTo>
                  <a:lnTo>
                    <a:pt x="396240" y="198882"/>
                  </a:lnTo>
                  <a:lnTo>
                    <a:pt x="391007" y="244488"/>
                  </a:lnTo>
                  <a:lnTo>
                    <a:pt x="376103" y="286352"/>
                  </a:lnTo>
                  <a:lnTo>
                    <a:pt x="352716" y="323279"/>
                  </a:lnTo>
                  <a:lnTo>
                    <a:pt x="322035" y="354076"/>
                  </a:lnTo>
                  <a:lnTo>
                    <a:pt x="285250" y="377552"/>
                  </a:lnTo>
                  <a:lnTo>
                    <a:pt x="243548" y="392512"/>
                  </a:lnTo>
                  <a:lnTo>
                    <a:pt x="198120" y="397763"/>
                  </a:lnTo>
                  <a:lnTo>
                    <a:pt x="152691" y="392512"/>
                  </a:lnTo>
                  <a:lnTo>
                    <a:pt x="110989" y="377552"/>
                  </a:lnTo>
                  <a:lnTo>
                    <a:pt x="74204" y="354076"/>
                  </a:lnTo>
                  <a:lnTo>
                    <a:pt x="43523" y="323279"/>
                  </a:lnTo>
                  <a:lnTo>
                    <a:pt x="20136" y="286352"/>
                  </a:lnTo>
                  <a:lnTo>
                    <a:pt x="5232" y="244488"/>
                  </a:lnTo>
                  <a:lnTo>
                    <a:pt x="0" y="198882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57936" y="1345184"/>
            <a:ext cx="144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200145" y="1281430"/>
            <a:ext cx="410845" cy="408940"/>
            <a:chOff x="3200145" y="1281430"/>
            <a:chExt cx="410845" cy="408940"/>
          </a:xfrm>
        </p:grpSpPr>
        <p:sp>
          <p:nvSpPr>
            <p:cNvPr id="14" name="object 14" descr=""/>
            <p:cNvSpPr/>
            <p:nvPr/>
          </p:nvSpPr>
          <p:spPr>
            <a:xfrm>
              <a:off x="3206495" y="1287780"/>
              <a:ext cx="398145" cy="396240"/>
            </a:xfrm>
            <a:custGeom>
              <a:avLst/>
              <a:gdLst/>
              <a:ahLst/>
              <a:cxnLst/>
              <a:rect l="l" t="t" r="r" b="b"/>
              <a:pathLst>
                <a:path w="398145" h="396239">
                  <a:moveTo>
                    <a:pt x="198881" y="0"/>
                  </a:moveTo>
                  <a:lnTo>
                    <a:pt x="153275" y="5229"/>
                  </a:lnTo>
                  <a:lnTo>
                    <a:pt x="111411" y="20127"/>
                  </a:lnTo>
                  <a:lnTo>
                    <a:pt x="74484" y="43507"/>
                  </a:lnTo>
                  <a:lnTo>
                    <a:pt x="43687" y="74182"/>
                  </a:lnTo>
                  <a:lnTo>
                    <a:pt x="20211" y="110967"/>
                  </a:lnTo>
                  <a:lnTo>
                    <a:pt x="5251" y="152675"/>
                  </a:lnTo>
                  <a:lnTo>
                    <a:pt x="0" y="198120"/>
                  </a:lnTo>
                  <a:lnTo>
                    <a:pt x="5251" y="243564"/>
                  </a:lnTo>
                  <a:lnTo>
                    <a:pt x="20211" y="285272"/>
                  </a:lnTo>
                  <a:lnTo>
                    <a:pt x="43687" y="322057"/>
                  </a:lnTo>
                  <a:lnTo>
                    <a:pt x="74484" y="352732"/>
                  </a:lnTo>
                  <a:lnTo>
                    <a:pt x="111411" y="376112"/>
                  </a:lnTo>
                  <a:lnTo>
                    <a:pt x="153275" y="391010"/>
                  </a:lnTo>
                  <a:lnTo>
                    <a:pt x="198881" y="396240"/>
                  </a:lnTo>
                  <a:lnTo>
                    <a:pt x="244488" y="391010"/>
                  </a:lnTo>
                  <a:lnTo>
                    <a:pt x="286352" y="376112"/>
                  </a:lnTo>
                  <a:lnTo>
                    <a:pt x="323279" y="352732"/>
                  </a:lnTo>
                  <a:lnTo>
                    <a:pt x="354076" y="322057"/>
                  </a:lnTo>
                  <a:lnTo>
                    <a:pt x="377552" y="285272"/>
                  </a:lnTo>
                  <a:lnTo>
                    <a:pt x="392512" y="243564"/>
                  </a:lnTo>
                  <a:lnTo>
                    <a:pt x="397764" y="198120"/>
                  </a:lnTo>
                  <a:lnTo>
                    <a:pt x="392512" y="152675"/>
                  </a:lnTo>
                  <a:lnTo>
                    <a:pt x="377552" y="110967"/>
                  </a:lnTo>
                  <a:lnTo>
                    <a:pt x="354076" y="74182"/>
                  </a:lnTo>
                  <a:lnTo>
                    <a:pt x="323279" y="43507"/>
                  </a:lnTo>
                  <a:lnTo>
                    <a:pt x="286352" y="20127"/>
                  </a:lnTo>
                  <a:lnTo>
                    <a:pt x="244488" y="5229"/>
                  </a:lnTo>
                  <a:lnTo>
                    <a:pt x="198881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206495" y="1287780"/>
              <a:ext cx="398145" cy="396240"/>
            </a:xfrm>
            <a:custGeom>
              <a:avLst/>
              <a:gdLst/>
              <a:ahLst/>
              <a:cxnLst/>
              <a:rect l="l" t="t" r="r" b="b"/>
              <a:pathLst>
                <a:path w="398145" h="396239">
                  <a:moveTo>
                    <a:pt x="0" y="198120"/>
                  </a:moveTo>
                  <a:lnTo>
                    <a:pt x="5251" y="152675"/>
                  </a:lnTo>
                  <a:lnTo>
                    <a:pt x="20211" y="110967"/>
                  </a:lnTo>
                  <a:lnTo>
                    <a:pt x="43687" y="74182"/>
                  </a:lnTo>
                  <a:lnTo>
                    <a:pt x="74484" y="43507"/>
                  </a:lnTo>
                  <a:lnTo>
                    <a:pt x="111411" y="20127"/>
                  </a:lnTo>
                  <a:lnTo>
                    <a:pt x="153275" y="5229"/>
                  </a:lnTo>
                  <a:lnTo>
                    <a:pt x="198881" y="0"/>
                  </a:lnTo>
                  <a:lnTo>
                    <a:pt x="244488" y="5229"/>
                  </a:lnTo>
                  <a:lnTo>
                    <a:pt x="286352" y="20127"/>
                  </a:lnTo>
                  <a:lnTo>
                    <a:pt x="323279" y="43507"/>
                  </a:lnTo>
                  <a:lnTo>
                    <a:pt x="354076" y="74182"/>
                  </a:lnTo>
                  <a:lnTo>
                    <a:pt x="377552" y="110967"/>
                  </a:lnTo>
                  <a:lnTo>
                    <a:pt x="392512" y="152675"/>
                  </a:lnTo>
                  <a:lnTo>
                    <a:pt x="397764" y="198120"/>
                  </a:lnTo>
                  <a:lnTo>
                    <a:pt x="392512" y="243564"/>
                  </a:lnTo>
                  <a:lnTo>
                    <a:pt x="377552" y="285272"/>
                  </a:lnTo>
                  <a:lnTo>
                    <a:pt x="354076" y="322057"/>
                  </a:lnTo>
                  <a:lnTo>
                    <a:pt x="323279" y="352732"/>
                  </a:lnTo>
                  <a:lnTo>
                    <a:pt x="286352" y="376112"/>
                  </a:lnTo>
                  <a:lnTo>
                    <a:pt x="244488" y="391010"/>
                  </a:lnTo>
                  <a:lnTo>
                    <a:pt x="198881" y="396240"/>
                  </a:lnTo>
                  <a:lnTo>
                    <a:pt x="153275" y="391010"/>
                  </a:lnTo>
                  <a:lnTo>
                    <a:pt x="111411" y="376112"/>
                  </a:lnTo>
                  <a:lnTo>
                    <a:pt x="74484" y="352732"/>
                  </a:lnTo>
                  <a:lnTo>
                    <a:pt x="43687" y="322057"/>
                  </a:lnTo>
                  <a:lnTo>
                    <a:pt x="20211" y="285272"/>
                  </a:lnTo>
                  <a:lnTo>
                    <a:pt x="5251" y="243564"/>
                  </a:lnTo>
                  <a:lnTo>
                    <a:pt x="0" y="198120"/>
                  </a:lnTo>
                  <a:close/>
                </a:path>
              </a:pathLst>
            </a:custGeom>
            <a:ln w="12700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322446" y="1321434"/>
            <a:ext cx="1663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24712" y="1663445"/>
            <a:ext cx="2783205" cy="2237740"/>
            <a:chOff x="624712" y="1663445"/>
            <a:chExt cx="2783205" cy="2237740"/>
          </a:xfrm>
        </p:grpSpPr>
        <p:sp>
          <p:nvSpPr>
            <p:cNvPr id="18" name="object 18" descr=""/>
            <p:cNvSpPr/>
            <p:nvPr/>
          </p:nvSpPr>
          <p:spPr>
            <a:xfrm>
              <a:off x="2078735" y="3058667"/>
              <a:ext cx="900430" cy="838835"/>
            </a:xfrm>
            <a:custGeom>
              <a:avLst/>
              <a:gdLst/>
              <a:ahLst/>
              <a:cxnLst/>
              <a:rect l="l" t="t" r="r" b="b"/>
              <a:pathLst>
                <a:path w="900430" h="838835">
                  <a:moveTo>
                    <a:pt x="0" y="0"/>
                  </a:moveTo>
                  <a:lnTo>
                    <a:pt x="899921" y="838835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577592" y="2356738"/>
              <a:ext cx="599440" cy="1172845"/>
            </a:xfrm>
            <a:custGeom>
              <a:avLst/>
              <a:gdLst/>
              <a:ahLst/>
              <a:cxnLst/>
              <a:rect l="l" t="t" r="r" b="b"/>
              <a:pathLst>
                <a:path w="599439" h="1172845">
                  <a:moveTo>
                    <a:pt x="71755" y="1097026"/>
                  </a:moveTo>
                  <a:lnTo>
                    <a:pt x="0" y="1143000"/>
                  </a:lnTo>
                  <a:lnTo>
                    <a:pt x="79882" y="1172718"/>
                  </a:lnTo>
                  <a:lnTo>
                    <a:pt x="76691" y="1143000"/>
                  </a:lnTo>
                  <a:lnTo>
                    <a:pt x="76637" y="1142491"/>
                  </a:lnTo>
                  <a:lnTo>
                    <a:pt x="64134" y="1142491"/>
                  </a:lnTo>
                  <a:lnTo>
                    <a:pt x="62230" y="1129919"/>
                  </a:lnTo>
                  <a:lnTo>
                    <a:pt x="75076" y="1127955"/>
                  </a:lnTo>
                  <a:lnTo>
                    <a:pt x="71755" y="1097026"/>
                  </a:lnTo>
                  <a:close/>
                </a:path>
                <a:path w="599439" h="1172845">
                  <a:moveTo>
                    <a:pt x="75076" y="1127955"/>
                  </a:moveTo>
                  <a:lnTo>
                    <a:pt x="62230" y="1129919"/>
                  </a:lnTo>
                  <a:lnTo>
                    <a:pt x="64134" y="1142491"/>
                  </a:lnTo>
                  <a:lnTo>
                    <a:pt x="76435" y="1140610"/>
                  </a:lnTo>
                  <a:lnTo>
                    <a:pt x="75076" y="1127955"/>
                  </a:lnTo>
                  <a:close/>
                </a:path>
                <a:path w="599439" h="1172845">
                  <a:moveTo>
                    <a:pt x="76435" y="1140610"/>
                  </a:moveTo>
                  <a:lnTo>
                    <a:pt x="64134" y="1142491"/>
                  </a:lnTo>
                  <a:lnTo>
                    <a:pt x="76637" y="1142491"/>
                  </a:lnTo>
                  <a:lnTo>
                    <a:pt x="76435" y="1140610"/>
                  </a:lnTo>
                  <a:close/>
                </a:path>
                <a:path w="599439" h="1172845">
                  <a:moveTo>
                    <a:pt x="96660" y="1124611"/>
                  </a:moveTo>
                  <a:lnTo>
                    <a:pt x="75076" y="1127955"/>
                  </a:lnTo>
                  <a:lnTo>
                    <a:pt x="76435" y="1140610"/>
                  </a:lnTo>
                  <a:lnTo>
                    <a:pt x="98170" y="1137285"/>
                  </a:lnTo>
                  <a:lnTo>
                    <a:pt x="122046" y="1132077"/>
                  </a:lnTo>
                  <a:lnTo>
                    <a:pt x="145414" y="1126109"/>
                  </a:lnTo>
                  <a:lnTo>
                    <a:pt x="150005" y="1124772"/>
                  </a:lnTo>
                  <a:lnTo>
                    <a:pt x="95933" y="1124772"/>
                  </a:lnTo>
                  <a:lnTo>
                    <a:pt x="96660" y="1124611"/>
                  </a:lnTo>
                  <a:close/>
                </a:path>
                <a:path w="599439" h="1172845">
                  <a:moveTo>
                    <a:pt x="120482" y="1119377"/>
                  </a:moveTo>
                  <a:lnTo>
                    <a:pt x="95933" y="1124772"/>
                  </a:lnTo>
                  <a:lnTo>
                    <a:pt x="150005" y="1124772"/>
                  </a:lnTo>
                  <a:lnTo>
                    <a:pt x="167453" y="1119691"/>
                  </a:lnTo>
                  <a:lnTo>
                    <a:pt x="119262" y="1119691"/>
                  </a:lnTo>
                  <a:lnTo>
                    <a:pt x="120482" y="1119377"/>
                  </a:lnTo>
                  <a:close/>
                </a:path>
                <a:path w="599439" h="1172845">
                  <a:moveTo>
                    <a:pt x="143523" y="1113464"/>
                  </a:moveTo>
                  <a:lnTo>
                    <a:pt x="119262" y="1119691"/>
                  </a:lnTo>
                  <a:lnTo>
                    <a:pt x="167453" y="1119691"/>
                  </a:lnTo>
                  <a:lnTo>
                    <a:pt x="168528" y="1119377"/>
                  </a:lnTo>
                  <a:lnTo>
                    <a:pt x="184993" y="1113859"/>
                  </a:lnTo>
                  <a:lnTo>
                    <a:pt x="142182" y="1113859"/>
                  </a:lnTo>
                  <a:lnTo>
                    <a:pt x="143523" y="1113464"/>
                  </a:lnTo>
                  <a:close/>
                </a:path>
                <a:path w="599439" h="1172845">
                  <a:moveTo>
                    <a:pt x="165863" y="1106889"/>
                  </a:moveTo>
                  <a:lnTo>
                    <a:pt x="142182" y="1113859"/>
                  </a:lnTo>
                  <a:lnTo>
                    <a:pt x="184993" y="1113859"/>
                  </a:lnTo>
                  <a:lnTo>
                    <a:pt x="191262" y="1111758"/>
                  </a:lnTo>
                  <a:lnTo>
                    <a:pt x="203427" y="1107264"/>
                  </a:lnTo>
                  <a:lnTo>
                    <a:pt x="164736" y="1107264"/>
                  </a:lnTo>
                  <a:lnTo>
                    <a:pt x="165863" y="1106889"/>
                  </a:lnTo>
                  <a:close/>
                </a:path>
                <a:path w="599439" h="1172845">
                  <a:moveTo>
                    <a:pt x="232100" y="1082012"/>
                  </a:moveTo>
                  <a:lnTo>
                    <a:pt x="208794" y="1091774"/>
                  </a:lnTo>
                  <a:lnTo>
                    <a:pt x="187070" y="1099820"/>
                  </a:lnTo>
                  <a:lnTo>
                    <a:pt x="164736" y="1107264"/>
                  </a:lnTo>
                  <a:lnTo>
                    <a:pt x="203427" y="1107264"/>
                  </a:lnTo>
                  <a:lnTo>
                    <a:pt x="213613" y="1103502"/>
                  </a:lnTo>
                  <a:lnTo>
                    <a:pt x="235457" y="1094359"/>
                  </a:lnTo>
                  <a:lnTo>
                    <a:pt x="257047" y="1084580"/>
                  </a:lnTo>
                  <a:lnTo>
                    <a:pt x="260708" y="1082738"/>
                  </a:lnTo>
                  <a:lnTo>
                    <a:pt x="230516" y="1082738"/>
                  </a:lnTo>
                  <a:lnTo>
                    <a:pt x="232100" y="1082012"/>
                  </a:lnTo>
                  <a:close/>
                </a:path>
                <a:path w="599439" h="1172845">
                  <a:moveTo>
                    <a:pt x="208818" y="1091774"/>
                  </a:moveTo>
                  <a:lnTo>
                    <a:pt x="208588" y="1091774"/>
                  </a:lnTo>
                  <a:lnTo>
                    <a:pt x="206711" y="1092553"/>
                  </a:lnTo>
                  <a:lnTo>
                    <a:pt x="208818" y="1091774"/>
                  </a:lnTo>
                  <a:close/>
                </a:path>
                <a:path w="599439" h="1172845">
                  <a:moveTo>
                    <a:pt x="219129" y="30489"/>
                  </a:moveTo>
                  <a:lnTo>
                    <a:pt x="216586" y="37973"/>
                  </a:lnTo>
                  <a:lnTo>
                    <a:pt x="215102" y="42573"/>
                  </a:lnTo>
                  <a:lnTo>
                    <a:pt x="232269" y="49086"/>
                  </a:lnTo>
                  <a:lnTo>
                    <a:pt x="233149" y="49479"/>
                  </a:lnTo>
                  <a:lnTo>
                    <a:pt x="286387" y="75940"/>
                  </a:lnTo>
                  <a:lnTo>
                    <a:pt x="336393" y="106963"/>
                  </a:lnTo>
                  <a:lnTo>
                    <a:pt x="384345" y="143474"/>
                  </a:lnTo>
                  <a:lnTo>
                    <a:pt x="426022" y="182187"/>
                  </a:lnTo>
                  <a:lnTo>
                    <a:pt x="463375" y="224230"/>
                  </a:lnTo>
                  <a:lnTo>
                    <a:pt x="496285" y="269308"/>
                  </a:lnTo>
                  <a:lnTo>
                    <a:pt x="496905" y="270346"/>
                  </a:lnTo>
                  <a:lnTo>
                    <a:pt x="497134" y="270680"/>
                  </a:lnTo>
                  <a:lnTo>
                    <a:pt x="525269" y="318897"/>
                  </a:lnTo>
                  <a:lnTo>
                    <a:pt x="548511" y="369566"/>
                  </a:lnTo>
                  <a:lnTo>
                    <a:pt x="565966" y="420981"/>
                  </a:lnTo>
                  <a:lnTo>
                    <a:pt x="578366" y="475038"/>
                  </a:lnTo>
                  <a:lnTo>
                    <a:pt x="582401" y="503290"/>
                  </a:lnTo>
                  <a:lnTo>
                    <a:pt x="582458" y="503690"/>
                  </a:lnTo>
                  <a:lnTo>
                    <a:pt x="584992" y="530478"/>
                  </a:lnTo>
                  <a:lnTo>
                    <a:pt x="585106" y="531684"/>
                  </a:lnTo>
                  <a:lnTo>
                    <a:pt x="586216" y="559181"/>
                  </a:lnTo>
                  <a:lnTo>
                    <a:pt x="586224" y="559562"/>
                  </a:lnTo>
                  <a:lnTo>
                    <a:pt x="585733" y="587247"/>
                  </a:lnTo>
                  <a:lnTo>
                    <a:pt x="583756" y="615167"/>
                  </a:lnTo>
                  <a:lnTo>
                    <a:pt x="580393" y="643307"/>
                  </a:lnTo>
                  <a:lnTo>
                    <a:pt x="575359" y="671163"/>
                  </a:lnTo>
                  <a:lnTo>
                    <a:pt x="575035" y="672477"/>
                  </a:lnTo>
                  <a:lnTo>
                    <a:pt x="574971" y="672826"/>
                  </a:lnTo>
                  <a:lnTo>
                    <a:pt x="568415" y="700904"/>
                  </a:lnTo>
                  <a:lnTo>
                    <a:pt x="568324" y="701297"/>
                  </a:lnTo>
                  <a:lnTo>
                    <a:pt x="568269" y="701530"/>
                  </a:lnTo>
                  <a:lnTo>
                    <a:pt x="553267" y="749077"/>
                  </a:lnTo>
                  <a:lnTo>
                    <a:pt x="536351" y="789794"/>
                  </a:lnTo>
                  <a:lnTo>
                    <a:pt x="514641" y="831956"/>
                  </a:lnTo>
                  <a:lnTo>
                    <a:pt x="490626" y="870256"/>
                  </a:lnTo>
                  <a:lnTo>
                    <a:pt x="490451" y="870492"/>
                  </a:lnTo>
                  <a:lnTo>
                    <a:pt x="489655" y="871702"/>
                  </a:lnTo>
                  <a:lnTo>
                    <a:pt x="463322" y="907022"/>
                  </a:lnTo>
                  <a:lnTo>
                    <a:pt x="434466" y="940053"/>
                  </a:lnTo>
                  <a:lnTo>
                    <a:pt x="402336" y="971668"/>
                  </a:lnTo>
                  <a:lnTo>
                    <a:pt x="385469" y="986556"/>
                  </a:lnTo>
                  <a:lnTo>
                    <a:pt x="385343" y="986711"/>
                  </a:lnTo>
                  <a:lnTo>
                    <a:pt x="349884" y="1014476"/>
                  </a:lnTo>
                  <a:lnTo>
                    <a:pt x="312038" y="1039876"/>
                  </a:lnTo>
                  <a:lnTo>
                    <a:pt x="272160" y="1062736"/>
                  </a:lnTo>
                  <a:lnTo>
                    <a:pt x="230516" y="1082738"/>
                  </a:lnTo>
                  <a:lnTo>
                    <a:pt x="260708" y="1082738"/>
                  </a:lnTo>
                  <a:lnTo>
                    <a:pt x="298576" y="1062736"/>
                  </a:lnTo>
                  <a:lnTo>
                    <a:pt x="338200" y="1038225"/>
                  </a:lnTo>
                  <a:lnTo>
                    <a:pt x="375793" y="1010920"/>
                  </a:lnTo>
                  <a:lnTo>
                    <a:pt x="410971" y="981075"/>
                  </a:lnTo>
                  <a:lnTo>
                    <a:pt x="443738" y="948816"/>
                  </a:lnTo>
                  <a:lnTo>
                    <a:pt x="473837" y="914273"/>
                  </a:lnTo>
                  <a:lnTo>
                    <a:pt x="501141" y="877570"/>
                  </a:lnTo>
                  <a:lnTo>
                    <a:pt x="525399" y="838708"/>
                  </a:lnTo>
                  <a:lnTo>
                    <a:pt x="546607" y="797940"/>
                  </a:lnTo>
                  <a:lnTo>
                    <a:pt x="564514" y="755396"/>
                  </a:lnTo>
                  <a:lnTo>
                    <a:pt x="580644" y="704341"/>
                  </a:lnTo>
                  <a:lnTo>
                    <a:pt x="592835" y="646176"/>
                  </a:lnTo>
                  <a:lnTo>
                    <a:pt x="598424" y="588137"/>
                  </a:lnTo>
                  <a:lnTo>
                    <a:pt x="598932" y="559181"/>
                  </a:lnTo>
                  <a:lnTo>
                    <a:pt x="597715" y="531684"/>
                  </a:lnTo>
                  <a:lnTo>
                    <a:pt x="597662" y="530478"/>
                  </a:lnTo>
                  <a:lnTo>
                    <a:pt x="595270" y="503690"/>
                  </a:lnTo>
                  <a:lnTo>
                    <a:pt x="595234" y="503290"/>
                  </a:lnTo>
                  <a:lnTo>
                    <a:pt x="585469" y="446024"/>
                  </a:lnTo>
                  <a:lnTo>
                    <a:pt x="570102" y="391413"/>
                  </a:lnTo>
                  <a:lnTo>
                    <a:pt x="549020" y="338582"/>
                  </a:lnTo>
                  <a:lnTo>
                    <a:pt x="522731" y="287909"/>
                  </a:lnTo>
                  <a:lnTo>
                    <a:pt x="491363" y="239902"/>
                  </a:lnTo>
                  <a:lnTo>
                    <a:pt x="455040" y="194690"/>
                  </a:lnTo>
                  <a:lnTo>
                    <a:pt x="414146" y="152781"/>
                  </a:lnTo>
                  <a:lnTo>
                    <a:pt x="368681" y="114553"/>
                  </a:lnTo>
                  <a:lnTo>
                    <a:pt x="319024" y="80390"/>
                  </a:lnTo>
                  <a:lnTo>
                    <a:pt x="265430" y="50546"/>
                  </a:lnTo>
                  <a:lnTo>
                    <a:pt x="236981" y="37337"/>
                  </a:lnTo>
                  <a:lnTo>
                    <a:pt x="219129" y="30489"/>
                  </a:lnTo>
                  <a:close/>
                </a:path>
                <a:path w="599439" h="1172845">
                  <a:moveTo>
                    <a:pt x="229488" y="0"/>
                  </a:moveTo>
                  <a:lnTo>
                    <a:pt x="145160" y="11557"/>
                  </a:lnTo>
                  <a:lnTo>
                    <a:pt x="204977" y="72136"/>
                  </a:lnTo>
                  <a:lnTo>
                    <a:pt x="215022" y="42573"/>
                  </a:lnTo>
                  <a:lnTo>
                    <a:pt x="202945" y="37973"/>
                  </a:lnTo>
                  <a:lnTo>
                    <a:pt x="207518" y="26035"/>
                  </a:lnTo>
                  <a:lnTo>
                    <a:pt x="220642" y="26035"/>
                  </a:lnTo>
                  <a:lnTo>
                    <a:pt x="229488" y="0"/>
                  </a:lnTo>
                  <a:close/>
                </a:path>
                <a:path w="599439" h="1172845">
                  <a:moveTo>
                    <a:pt x="232312" y="49086"/>
                  </a:moveTo>
                  <a:lnTo>
                    <a:pt x="232120" y="49086"/>
                  </a:lnTo>
                  <a:lnTo>
                    <a:pt x="233149" y="49479"/>
                  </a:lnTo>
                  <a:lnTo>
                    <a:pt x="232312" y="49086"/>
                  </a:lnTo>
                  <a:close/>
                </a:path>
                <a:path w="599439" h="1172845">
                  <a:moveTo>
                    <a:pt x="207518" y="26035"/>
                  </a:moveTo>
                  <a:lnTo>
                    <a:pt x="202945" y="37973"/>
                  </a:lnTo>
                  <a:lnTo>
                    <a:pt x="215102" y="42573"/>
                  </a:lnTo>
                  <a:lnTo>
                    <a:pt x="216586" y="37973"/>
                  </a:lnTo>
                  <a:lnTo>
                    <a:pt x="219129" y="30489"/>
                  </a:lnTo>
                  <a:lnTo>
                    <a:pt x="207518" y="26035"/>
                  </a:lnTo>
                  <a:close/>
                </a:path>
                <a:path w="599439" h="1172845">
                  <a:moveTo>
                    <a:pt x="220642" y="26035"/>
                  </a:moveTo>
                  <a:lnTo>
                    <a:pt x="207518" y="26035"/>
                  </a:lnTo>
                  <a:lnTo>
                    <a:pt x="219129" y="30489"/>
                  </a:lnTo>
                  <a:lnTo>
                    <a:pt x="220642" y="26035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77913" y="1663445"/>
              <a:ext cx="2533650" cy="1408430"/>
            </a:xfrm>
            <a:custGeom>
              <a:avLst/>
              <a:gdLst/>
              <a:ahLst/>
              <a:cxnLst/>
              <a:rect l="l" t="t" r="r" b="b"/>
              <a:pathLst>
                <a:path w="2533650" h="1408430">
                  <a:moveTo>
                    <a:pt x="948575" y="1216914"/>
                  </a:moveTo>
                  <a:lnTo>
                    <a:pt x="929779" y="1214120"/>
                  </a:lnTo>
                  <a:lnTo>
                    <a:pt x="921524" y="1270762"/>
                  </a:lnTo>
                  <a:lnTo>
                    <a:pt x="940320" y="1273429"/>
                  </a:lnTo>
                  <a:lnTo>
                    <a:pt x="948575" y="1216914"/>
                  </a:lnTo>
                  <a:close/>
                </a:path>
                <a:path w="2533650" h="1408430">
                  <a:moveTo>
                    <a:pt x="959497" y="1141476"/>
                  </a:moveTo>
                  <a:lnTo>
                    <a:pt x="940701" y="1138809"/>
                  </a:lnTo>
                  <a:lnTo>
                    <a:pt x="932446" y="1195324"/>
                  </a:lnTo>
                  <a:lnTo>
                    <a:pt x="951357" y="1198118"/>
                  </a:lnTo>
                  <a:lnTo>
                    <a:pt x="959497" y="1141476"/>
                  </a:lnTo>
                  <a:close/>
                </a:path>
                <a:path w="2533650" h="1408430">
                  <a:moveTo>
                    <a:pt x="970546" y="1066038"/>
                  </a:moveTo>
                  <a:lnTo>
                    <a:pt x="951623" y="1063371"/>
                  </a:lnTo>
                  <a:lnTo>
                    <a:pt x="943368" y="1119886"/>
                  </a:lnTo>
                  <a:lnTo>
                    <a:pt x="962291" y="1122680"/>
                  </a:lnTo>
                  <a:lnTo>
                    <a:pt x="970546" y="1066038"/>
                  </a:lnTo>
                  <a:close/>
                </a:path>
                <a:path w="2533650" h="1408430">
                  <a:moveTo>
                    <a:pt x="1003312" y="839851"/>
                  </a:moveTo>
                  <a:lnTo>
                    <a:pt x="984516" y="837184"/>
                  </a:lnTo>
                  <a:lnTo>
                    <a:pt x="976261" y="893699"/>
                  </a:lnTo>
                  <a:lnTo>
                    <a:pt x="995184" y="896366"/>
                  </a:lnTo>
                  <a:lnTo>
                    <a:pt x="1003312" y="839851"/>
                  </a:lnTo>
                  <a:close/>
                </a:path>
                <a:path w="2533650" h="1408430">
                  <a:moveTo>
                    <a:pt x="1014361" y="764413"/>
                  </a:moveTo>
                  <a:lnTo>
                    <a:pt x="995438" y="761746"/>
                  </a:lnTo>
                  <a:lnTo>
                    <a:pt x="987183" y="818261"/>
                  </a:lnTo>
                  <a:lnTo>
                    <a:pt x="1006106" y="821055"/>
                  </a:lnTo>
                  <a:lnTo>
                    <a:pt x="1014361" y="764413"/>
                  </a:lnTo>
                  <a:close/>
                </a:path>
                <a:path w="2533650" h="1408430">
                  <a:moveTo>
                    <a:pt x="1036205" y="613664"/>
                  </a:moveTo>
                  <a:lnTo>
                    <a:pt x="1017409" y="610870"/>
                  </a:lnTo>
                  <a:lnTo>
                    <a:pt x="1009154" y="667512"/>
                  </a:lnTo>
                  <a:lnTo>
                    <a:pt x="1027950" y="670179"/>
                  </a:lnTo>
                  <a:lnTo>
                    <a:pt x="1036205" y="613664"/>
                  </a:lnTo>
                  <a:close/>
                </a:path>
                <a:path w="2533650" h="1408430">
                  <a:moveTo>
                    <a:pt x="1047127" y="538226"/>
                  </a:moveTo>
                  <a:lnTo>
                    <a:pt x="1028331" y="535432"/>
                  </a:lnTo>
                  <a:lnTo>
                    <a:pt x="1020076" y="592074"/>
                  </a:lnTo>
                  <a:lnTo>
                    <a:pt x="1038999" y="594741"/>
                  </a:lnTo>
                  <a:lnTo>
                    <a:pt x="1047127" y="538226"/>
                  </a:lnTo>
                  <a:close/>
                </a:path>
                <a:path w="2533650" h="1408430">
                  <a:moveTo>
                    <a:pt x="1058049" y="462788"/>
                  </a:moveTo>
                  <a:lnTo>
                    <a:pt x="1039253" y="460121"/>
                  </a:lnTo>
                  <a:lnTo>
                    <a:pt x="1030998" y="516636"/>
                  </a:lnTo>
                  <a:lnTo>
                    <a:pt x="1049921" y="519430"/>
                  </a:lnTo>
                  <a:lnTo>
                    <a:pt x="1058049" y="462788"/>
                  </a:lnTo>
                  <a:close/>
                </a:path>
                <a:path w="2533650" h="1408430">
                  <a:moveTo>
                    <a:pt x="1069098" y="387350"/>
                  </a:moveTo>
                  <a:lnTo>
                    <a:pt x="1050175" y="384683"/>
                  </a:lnTo>
                  <a:lnTo>
                    <a:pt x="1042047" y="441198"/>
                  </a:lnTo>
                  <a:lnTo>
                    <a:pt x="1060843" y="443992"/>
                  </a:lnTo>
                  <a:lnTo>
                    <a:pt x="1069098" y="387350"/>
                  </a:lnTo>
                  <a:close/>
                </a:path>
                <a:path w="2533650" h="1408430">
                  <a:moveTo>
                    <a:pt x="1080020" y="312039"/>
                  </a:moveTo>
                  <a:lnTo>
                    <a:pt x="1061097" y="309245"/>
                  </a:lnTo>
                  <a:lnTo>
                    <a:pt x="1052969" y="365760"/>
                  </a:lnTo>
                  <a:lnTo>
                    <a:pt x="1071765" y="368554"/>
                  </a:lnTo>
                  <a:lnTo>
                    <a:pt x="1080020" y="312039"/>
                  </a:lnTo>
                  <a:close/>
                </a:path>
                <a:path w="2533650" h="1408430">
                  <a:moveTo>
                    <a:pt x="1090942" y="236601"/>
                  </a:moveTo>
                  <a:lnTo>
                    <a:pt x="1072146" y="233807"/>
                  </a:lnTo>
                  <a:lnTo>
                    <a:pt x="1063891" y="290449"/>
                  </a:lnTo>
                  <a:lnTo>
                    <a:pt x="1082687" y="293116"/>
                  </a:lnTo>
                  <a:lnTo>
                    <a:pt x="1090942" y="236601"/>
                  </a:lnTo>
                  <a:close/>
                </a:path>
                <a:path w="2533650" h="1408430">
                  <a:moveTo>
                    <a:pt x="1121803" y="222631"/>
                  </a:moveTo>
                  <a:lnTo>
                    <a:pt x="1120203" y="217805"/>
                  </a:lnTo>
                  <a:lnTo>
                    <a:pt x="1115390" y="203200"/>
                  </a:lnTo>
                  <a:lnTo>
                    <a:pt x="1095133" y="141732"/>
                  </a:lnTo>
                  <a:lnTo>
                    <a:pt x="1046492" y="211709"/>
                  </a:lnTo>
                  <a:lnTo>
                    <a:pt x="1121803" y="222631"/>
                  </a:lnTo>
                  <a:close/>
                </a:path>
                <a:path w="2533650" h="1408430">
                  <a:moveTo>
                    <a:pt x="1419237" y="278384"/>
                  </a:moveTo>
                  <a:lnTo>
                    <a:pt x="1419110" y="173609"/>
                  </a:lnTo>
                  <a:lnTo>
                    <a:pt x="1384185" y="173609"/>
                  </a:lnTo>
                  <a:lnTo>
                    <a:pt x="1384312" y="278384"/>
                  </a:lnTo>
                  <a:lnTo>
                    <a:pt x="1419237" y="278384"/>
                  </a:lnTo>
                  <a:close/>
                </a:path>
                <a:path w="2533650" h="1408430">
                  <a:moveTo>
                    <a:pt x="1419364" y="418084"/>
                  </a:moveTo>
                  <a:lnTo>
                    <a:pt x="1419237" y="313309"/>
                  </a:lnTo>
                  <a:lnTo>
                    <a:pt x="1384312" y="313309"/>
                  </a:lnTo>
                  <a:lnTo>
                    <a:pt x="1384439" y="418084"/>
                  </a:lnTo>
                  <a:lnTo>
                    <a:pt x="1419364" y="418084"/>
                  </a:lnTo>
                  <a:close/>
                </a:path>
                <a:path w="2533650" h="1408430">
                  <a:moveTo>
                    <a:pt x="1419491" y="592709"/>
                  </a:moveTo>
                  <a:lnTo>
                    <a:pt x="1384566" y="592709"/>
                  </a:lnTo>
                  <a:lnTo>
                    <a:pt x="1384566" y="697484"/>
                  </a:lnTo>
                  <a:lnTo>
                    <a:pt x="1419491" y="697484"/>
                  </a:lnTo>
                  <a:lnTo>
                    <a:pt x="1419491" y="592709"/>
                  </a:lnTo>
                  <a:close/>
                </a:path>
                <a:path w="2533650" h="1408430">
                  <a:moveTo>
                    <a:pt x="1419491" y="557784"/>
                  </a:moveTo>
                  <a:lnTo>
                    <a:pt x="1419364" y="453009"/>
                  </a:lnTo>
                  <a:lnTo>
                    <a:pt x="1384439" y="453009"/>
                  </a:lnTo>
                  <a:lnTo>
                    <a:pt x="1384566" y="557784"/>
                  </a:lnTo>
                  <a:lnTo>
                    <a:pt x="1419491" y="557784"/>
                  </a:lnTo>
                  <a:close/>
                </a:path>
                <a:path w="2533650" h="1408430">
                  <a:moveTo>
                    <a:pt x="1419618" y="732409"/>
                  </a:moveTo>
                  <a:lnTo>
                    <a:pt x="1384693" y="732409"/>
                  </a:lnTo>
                  <a:lnTo>
                    <a:pt x="1384693" y="837184"/>
                  </a:lnTo>
                  <a:lnTo>
                    <a:pt x="1419618" y="837184"/>
                  </a:lnTo>
                  <a:lnTo>
                    <a:pt x="1419618" y="732409"/>
                  </a:lnTo>
                  <a:close/>
                </a:path>
                <a:path w="2533650" h="1408430">
                  <a:moveTo>
                    <a:pt x="1419872" y="1116584"/>
                  </a:moveTo>
                  <a:lnTo>
                    <a:pt x="1419745" y="1011809"/>
                  </a:lnTo>
                  <a:lnTo>
                    <a:pt x="1384820" y="1011809"/>
                  </a:lnTo>
                  <a:lnTo>
                    <a:pt x="1384947" y="1116584"/>
                  </a:lnTo>
                  <a:lnTo>
                    <a:pt x="1419872" y="1116584"/>
                  </a:lnTo>
                  <a:close/>
                </a:path>
                <a:path w="2533650" h="1408430">
                  <a:moveTo>
                    <a:pt x="1419999" y="1256284"/>
                  </a:moveTo>
                  <a:lnTo>
                    <a:pt x="1419872" y="1151509"/>
                  </a:lnTo>
                  <a:lnTo>
                    <a:pt x="1384947" y="1151509"/>
                  </a:lnTo>
                  <a:lnTo>
                    <a:pt x="1385074" y="1256284"/>
                  </a:lnTo>
                  <a:lnTo>
                    <a:pt x="1419999" y="1256284"/>
                  </a:lnTo>
                  <a:close/>
                </a:path>
                <a:path w="2533650" h="1408430">
                  <a:moveTo>
                    <a:pt x="1454035" y="104775"/>
                  </a:moveTo>
                  <a:lnTo>
                    <a:pt x="1445323" y="87376"/>
                  </a:lnTo>
                  <a:lnTo>
                    <a:pt x="1401584" y="0"/>
                  </a:lnTo>
                  <a:lnTo>
                    <a:pt x="1349260" y="104775"/>
                  </a:lnTo>
                  <a:lnTo>
                    <a:pt x="1384185" y="104775"/>
                  </a:lnTo>
                  <a:lnTo>
                    <a:pt x="1384185" y="138684"/>
                  </a:lnTo>
                  <a:lnTo>
                    <a:pt x="1419110" y="138684"/>
                  </a:lnTo>
                  <a:lnTo>
                    <a:pt x="1419110" y="104775"/>
                  </a:lnTo>
                  <a:lnTo>
                    <a:pt x="1454035" y="104775"/>
                  </a:lnTo>
                  <a:close/>
                </a:path>
                <a:path w="2533650" h="1408430">
                  <a:moveTo>
                    <a:pt x="1773313" y="281813"/>
                  </a:moveTo>
                  <a:lnTo>
                    <a:pt x="1762391" y="225806"/>
                  </a:lnTo>
                  <a:lnTo>
                    <a:pt x="1743722" y="229489"/>
                  </a:lnTo>
                  <a:lnTo>
                    <a:pt x="1754644" y="285496"/>
                  </a:lnTo>
                  <a:lnTo>
                    <a:pt x="1773313" y="281813"/>
                  </a:lnTo>
                  <a:close/>
                </a:path>
                <a:path w="2533650" h="1408430">
                  <a:moveTo>
                    <a:pt x="1785886" y="196977"/>
                  </a:moveTo>
                  <a:lnTo>
                    <a:pt x="1780489" y="189992"/>
                  </a:lnTo>
                  <a:lnTo>
                    <a:pt x="1733816" y="129540"/>
                  </a:lnTo>
                  <a:lnTo>
                    <a:pt x="1711083" y="211582"/>
                  </a:lnTo>
                  <a:lnTo>
                    <a:pt x="1739112" y="206121"/>
                  </a:lnTo>
                  <a:lnTo>
                    <a:pt x="1740039" y="210693"/>
                  </a:lnTo>
                  <a:lnTo>
                    <a:pt x="1758708" y="207137"/>
                  </a:lnTo>
                  <a:lnTo>
                    <a:pt x="1757807" y="202463"/>
                  </a:lnTo>
                  <a:lnTo>
                    <a:pt x="1785886" y="196977"/>
                  </a:lnTo>
                  <a:close/>
                </a:path>
                <a:path w="2533650" h="1408430">
                  <a:moveTo>
                    <a:pt x="1787918" y="356616"/>
                  </a:moveTo>
                  <a:lnTo>
                    <a:pt x="1776996" y="300609"/>
                  </a:lnTo>
                  <a:lnTo>
                    <a:pt x="1758327" y="304165"/>
                  </a:lnTo>
                  <a:lnTo>
                    <a:pt x="1769249" y="360299"/>
                  </a:lnTo>
                  <a:lnTo>
                    <a:pt x="1787918" y="356616"/>
                  </a:lnTo>
                  <a:close/>
                </a:path>
                <a:path w="2533650" h="1408430">
                  <a:moveTo>
                    <a:pt x="1802650" y="431419"/>
                  </a:moveTo>
                  <a:lnTo>
                    <a:pt x="1791601" y="375285"/>
                  </a:lnTo>
                  <a:lnTo>
                    <a:pt x="1772932" y="378968"/>
                  </a:lnTo>
                  <a:lnTo>
                    <a:pt x="1783981" y="435102"/>
                  </a:lnTo>
                  <a:lnTo>
                    <a:pt x="1802650" y="431419"/>
                  </a:lnTo>
                  <a:close/>
                </a:path>
                <a:path w="2533650" h="1408430">
                  <a:moveTo>
                    <a:pt x="1817255" y="506222"/>
                  </a:moveTo>
                  <a:lnTo>
                    <a:pt x="1806333" y="450088"/>
                  </a:lnTo>
                  <a:lnTo>
                    <a:pt x="1787537" y="453771"/>
                  </a:lnTo>
                  <a:lnTo>
                    <a:pt x="1798586" y="509905"/>
                  </a:lnTo>
                  <a:lnTo>
                    <a:pt x="1817255" y="506222"/>
                  </a:lnTo>
                  <a:close/>
                </a:path>
                <a:path w="2533650" h="1408430">
                  <a:moveTo>
                    <a:pt x="1831860" y="581025"/>
                  </a:moveTo>
                  <a:lnTo>
                    <a:pt x="1820938" y="524891"/>
                  </a:lnTo>
                  <a:lnTo>
                    <a:pt x="1802269" y="528574"/>
                  </a:lnTo>
                  <a:lnTo>
                    <a:pt x="1813191" y="584581"/>
                  </a:lnTo>
                  <a:lnTo>
                    <a:pt x="1831860" y="581025"/>
                  </a:lnTo>
                  <a:close/>
                </a:path>
                <a:path w="2533650" h="1408430">
                  <a:moveTo>
                    <a:pt x="1861197" y="730504"/>
                  </a:moveTo>
                  <a:lnTo>
                    <a:pt x="1850148" y="674497"/>
                  </a:lnTo>
                  <a:lnTo>
                    <a:pt x="1831479" y="678053"/>
                  </a:lnTo>
                  <a:lnTo>
                    <a:pt x="1842528" y="734187"/>
                  </a:lnTo>
                  <a:lnTo>
                    <a:pt x="1861197" y="730504"/>
                  </a:lnTo>
                  <a:close/>
                </a:path>
                <a:path w="2533650" h="1408430">
                  <a:moveTo>
                    <a:pt x="1905139" y="954913"/>
                  </a:moveTo>
                  <a:lnTo>
                    <a:pt x="1894090" y="898779"/>
                  </a:lnTo>
                  <a:lnTo>
                    <a:pt x="1875421" y="902462"/>
                  </a:lnTo>
                  <a:lnTo>
                    <a:pt x="1886343" y="958596"/>
                  </a:lnTo>
                  <a:lnTo>
                    <a:pt x="1905139" y="954913"/>
                  </a:lnTo>
                  <a:close/>
                </a:path>
                <a:path w="2533650" h="1408430">
                  <a:moveTo>
                    <a:pt x="1919744" y="1029716"/>
                  </a:moveTo>
                  <a:lnTo>
                    <a:pt x="1908695" y="973582"/>
                  </a:lnTo>
                  <a:lnTo>
                    <a:pt x="1890026" y="977265"/>
                  </a:lnTo>
                  <a:lnTo>
                    <a:pt x="1901075" y="1033272"/>
                  </a:lnTo>
                  <a:lnTo>
                    <a:pt x="1919744" y="1029716"/>
                  </a:lnTo>
                  <a:close/>
                </a:path>
                <a:path w="2533650" h="1408430">
                  <a:moveTo>
                    <a:pt x="1934349" y="1104392"/>
                  </a:moveTo>
                  <a:lnTo>
                    <a:pt x="1923427" y="1048385"/>
                  </a:lnTo>
                  <a:lnTo>
                    <a:pt x="1904631" y="1052068"/>
                  </a:lnTo>
                  <a:lnTo>
                    <a:pt x="1915680" y="1108075"/>
                  </a:lnTo>
                  <a:lnTo>
                    <a:pt x="1934349" y="1104392"/>
                  </a:lnTo>
                  <a:close/>
                </a:path>
                <a:path w="2533650" h="1408430">
                  <a:moveTo>
                    <a:pt x="1948954" y="1179195"/>
                  </a:moveTo>
                  <a:lnTo>
                    <a:pt x="1938032" y="1123188"/>
                  </a:lnTo>
                  <a:lnTo>
                    <a:pt x="1919363" y="1126744"/>
                  </a:lnTo>
                  <a:lnTo>
                    <a:pt x="1930285" y="1182878"/>
                  </a:lnTo>
                  <a:lnTo>
                    <a:pt x="1948954" y="1179195"/>
                  </a:lnTo>
                  <a:close/>
                </a:path>
                <a:path w="2533650" h="1408430">
                  <a:moveTo>
                    <a:pt x="1963686" y="1253998"/>
                  </a:moveTo>
                  <a:lnTo>
                    <a:pt x="1952637" y="1197864"/>
                  </a:lnTo>
                  <a:lnTo>
                    <a:pt x="1933968" y="1201547"/>
                  </a:lnTo>
                  <a:lnTo>
                    <a:pt x="1944890" y="1257681"/>
                  </a:lnTo>
                  <a:lnTo>
                    <a:pt x="1963686" y="1253998"/>
                  </a:lnTo>
                  <a:close/>
                </a:path>
                <a:path w="2533650" h="1408430">
                  <a:moveTo>
                    <a:pt x="2533154" y="130810"/>
                  </a:moveTo>
                  <a:lnTo>
                    <a:pt x="2531770" y="99949"/>
                  </a:lnTo>
                  <a:lnTo>
                    <a:pt x="2531757" y="99822"/>
                  </a:lnTo>
                  <a:lnTo>
                    <a:pt x="2529395" y="47053"/>
                  </a:lnTo>
                  <a:lnTo>
                    <a:pt x="2529446" y="46863"/>
                  </a:lnTo>
                  <a:lnTo>
                    <a:pt x="2529979" y="45720"/>
                  </a:lnTo>
                  <a:lnTo>
                    <a:pt x="2529700" y="45783"/>
                  </a:lnTo>
                  <a:lnTo>
                    <a:pt x="2529471" y="45834"/>
                  </a:lnTo>
                  <a:lnTo>
                    <a:pt x="2529344" y="45872"/>
                  </a:lnTo>
                  <a:lnTo>
                    <a:pt x="2529344" y="45720"/>
                  </a:lnTo>
                  <a:lnTo>
                    <a:pt x="2529103" y="45923"/>
                  </a:lnTo>
                  <a:lnTo>
                    <a:pt x="2473541" y="57861"/>
                  </a:lnTo>
                  <a:lnTo>
                    <a:pt x="2473541" y="147662"/>
                  </a:lnTo>
                  <a:lnTo>
                    <a:pt x="1969249" y="1282877"/>
                  </a:lnTo>
                  <a:lnTo>
                    <a:pt x="1967242" y="1272667"/>
                  </a:lnTo>
                  <a:lnTo>
                    <a:pt x="1948573" y="1276350"/>
                  </a:lnTo>
                  <a:lnTo>
                    <a:pt x="1955800" y="1313129"/>
                  </a:lnTo>
                  <a:lnTo>
                    <a:pt x="1953158" y="1319098"/>
                  </a:lnTo>
                  <a:lnTo>
                    <a:pt x="1950516" y="1314450"/>
                  </a:lnTo>
                  <a:lnTo>
                    <a:pt x="1923935" y="1267841"/>
                  </a:lnTo>
                  <a:lnTo>
                    <a:pt x="1908098" y="1291577"/>
                  </a:lnTo>
                  <a:lnTo>
                    <a:pt x="1654873" y="1122553"/>
                  </a:lnTo>
                  <a:lnTo>
                    <a:pt x="1868449" y="866952"/>
                  </a:lnTo>
                  <a:lnTo>
                    <a:pt x="1871738" y="883793"/>
                  </a:lnTo>
                  <a:lnTo>
                    <a:pt x="1890407" y="880110"/>
                  </a:lnTo>
                  <a:lnTo>
                    <a:pt x="1884184" y="848131"/>
                  </a:lnTo>
                  <a:lnTo>
                    <a:pt x="2471166" y="145669"/>
                  </a:lnTo>
                  <a:lnTo>
                    <a:pt x="2473541" y="147662"/>
                  </a:lnTo>
                  <a:lnTo>
                    <a:pt x="2473541" y="57861"/>
                  </a:lnTo>
                  <a:lnTo>
                    <a:pt x="2446667" y="63627"/>
                  </a:lnTo>
                  <a:lnTo>
                    <a:pt x="2457551" y="77190"/>
                  </a:lnTo>
                  <a:lnTo>
                    <a:pt x="2412631" y="96774"/>
                  </a:lnTo>
                  <a:lnTo>
                    <a:pt x="2431440" y="112496"/>
                  </a:lnTo>
                  <a:lnTo>
                    <a:pt x="2423020" y="119253"/>
                  </a:lnTo>
                  <a:lnTo>
                    <a:pt x="2423020" y="143675"/>
                  </a:lnTo>
                  <a:lnTo>
                    <a:pt x="1874748" y="799934"/>
                  </a:lnTo>
                  <a:lnTo>
                    <a:pt x="1864880" y="749173"/>
                  </a:lnTo>
                  <a:lnTo>
                    <a:pt x="1846084" y="752856"/>
                  </a:lnTo>
                  <a:lnTo>
                    <a:pt x="1857133" y="808990"/>
                  </a:lnTo>
                  <a:lnTo>
                    <a:pt x="1869160" y="806615"/>
                  </a:lnTo>
                  <a:lnTo>
                    <a:pt x="1622996" y="1101280"/>
                  </a:lnTo>
                  <a:lnTo>
                    <a:pt x="1610728" y="1093101"/>
                  </a:lnTo>
                  <a:lnTo>
                    <a:pt x="1610728" y="1115974"/>
                  </a:lnTo>
                  <a:lnTo>
                    <a:pt x="1419999" y="1344269"/>
                  </a:lnTo>
                  <a:lnTo>
                    <a:pt x="1419999" y="1291209"/>
                  </a:lnTo>
                  <a:lnTo>
                    <a:pt x="1390192" y="1291209"/>
                  </a:lnTo>
                  <a:lnTo>
                    <a:pt x="1384693" y="1275715"/>
                  </a:lnTo>
                  <a:lnTo>
                    <a:pt x="1358277" y="1303185"/>
                  </a:lnTo>
                  <a:lnTo>
                    <a:pt x="1184719" y="1136357"/>
                  </a:lnTo>
                  <a:lnTo>
                    <a:pt x="1384808" y="975944"/>
                  </a:lnTo>
                  <a:lnTo>
                    <a:pt x="1384820" y="976884"/>
                  </a:lnTo>
                  <a:lnTo>
                    <a:pt x="1402384" y="976884"/>
                  </a:lnTo>
                  <a:lnTo>
                    <a:pt x="1610728" y="1115974"/>
                  </a:lnTo>
                  <a:lnTo>
                    <a:pt x="1610728" y="1093101"/>
                  </a:lnTo>
                  <a:lnTo>
                    <a:pt x="1419720" y="965581"/>
                  </a:lnTo>
                  <a:lnTo>
                    <a:pt x="1419694" y="947978"/>
                  </a:lnTo>
                  <a:lnTo>
                    <a:pt x="1821294" y="626046"/>
                  </a:lnTo>
                  <a:lnTo>
                    <a:pt x="1827796" y="659384"/>
                  </a:lnTo>
                  <a:lnTo>
                    <a:pt x="1846592" y="655701"/>
                  </a:lnTo>
                  <a:lnTo>
                    <a:pt x="1838083" y="612584"/>
                  </a:lnTo>
                  <a:lnTo>
                    <a:pt x="2423020" y="143675"/>
                  </a:lnTo>
                  <a:lnTo>
                    <a:pt x="2423020" y="119253"/>
                  </a:lnTo>
                  <a:lnTo>
                    <a:pt x="1819808" y="602805"/>
                  </a:lnTo>
                  <a:lnTo>
                    <a:pt x="1816874" y="603377"/>
                  </a:lnTo>
                  <a:lnTo>
                    <a:pt x="1817166" y="604926"/>
                  </a:lnTo>
                  <a:lnTo>
                    <a:pt x="1419669" y="923569"/>
                  </a:lnTo>
                  <a:lnTo>
                    <a:pt x="1419618" y="872109"/>
                  </a:lnTo>
                  <a:lnTo>
                    <a:pt x="1384693" y="872109"/>
                  </a:lnTo>
                  <a:lnTo>
                    <a:pt x="1384769" y="942251"/>
                  </a:lnTo>
                  <a:lnTo>
                    <a:pt x="1375524" y="936091"/>
                  </a:lnTo>
                  <a:lnTo>
                    <a:pt x="1375524" y="958964"/>
                  </a:lnTo>
                  <a:lnTo>
                    <a:pt x="1170863" y="1123035"/>
                  </a:lnTo>
                  <a:lnTo>
                    <a:pt x="1140828" y="1094168"/>
                  </a:lnTo>
                  <a:lnTo>
                    <a:pt x="1140828" y="1147102"/>
                  </a:lnTo>
                  <a:lnTo>
                    <a:pt x="934732" y="1312316"/>
                  </a:lnTo>
                  <a:lnTo>
                    <a:pt x="937653" y="1292352"/>
                  </a:lnTo>
                  <a:lnTo>
                    <a:pt x="918730" y="1289558"/>
                  </a:lnTo>
                  <a:lnTo>
                    <a:pt x="912952" y="1329778"/>
                  </a:lnTo>
                  <a:lnTo>
                    <a:pt x="910450" y="1331785"/>
                  </a:lnTo>
                  <a:lnTo>
                    <a:pt x="905230" y="1295654"/>
                  </a:lnTo>
                  <a:lnTo>
                    <a:pt x="899807" y="1258062"/>
                  </a:lnTo>
                  <a:lnTo>
                    <a:pt x="876287" y="1274381"/>
                  </a:lnTo>
                  <a:lnTo>
                    <a:pt x="83883" y="130949"/>
                  </a:lnTo>
                  <a:lnTo>
                    <a:pt x="977569" y="990155"/>
                  </a:lnTo>
                  <a:lnTo>
                    <a:pt x="962533" y="987933"/>
                  </a:lnTo>
                  <a:lnTo>
                    <a:pt x="954417" y="1044448"/>
                  </a:lnTo>
                  <a:lnTo>
                    <a:pt x="973201" y="1047242"/>
                  </a:lnTo>
                  <a:lnTo>
                    <a:pt x="981062" y="993508"/>
                  </a:lnTo>
                  <a:lnTo>
                    <a:pt x="1140828" y="1147102"/>
                  </a:lnTo>
                  <a:lnTo>
                    <a:pt x="1140828" y="1094168"/>
                  </a:lnTo>
                  <a:lnTo>
                    <a:pt x="987755" y="947013"/>
                  </a:lnTo>
                  <a:lnTo>
                    <a:pt x="992390" y="915289"/>
                  </a:lnTo>
                  <a:lnTo>
                    <a:pt x="973582" y="912495"/>
                  </a:lnTo>
                  <a:lnTo>
                    <a:pt x="970902" y="930821"/>
                  </a:lnTo>
                  <a:lnTo>
                    <a:pt x="147104" y="138874"/>
                  </a:lnTo>
                  <a:lnTo>
                    <a:pt x="1002919" y="710222"/>
                  </a:lnTo>
                  <a:lnTo>
                    <a:pt x="998232" y="742823"/>
                  </a:lnTo>
                  <a:lnTo>
                    <a:pt x="1017028" y="745617"/>
                  </a:lnTo>
                  <a:lnTo>
                    <a:pt x="1020483" y="721944"/>
                  </a:lnTo>
                  <a:lnTo>
                    <a:pt x="1375524" y="958964"/>
                  </a:lnTo>
                  <a:lnTo>
                    <a:pt x="1375524" y="936091"/>
                  </a:lnTo>
                  <a:lnTo>
                    <a:pt x="1023518" y="701116"/>
                  </a:lnTo>
                  <a:lnTo>
                    <a:pt x="1025283" y="689102"/>
                  </a:lnTo>
                  <a:lnTo>
                    <a:pt x="1006360" y="686308"/>
                  </a:lnTo>
                  <a:lnTo>
                    <a:pt x="1005916" y="689368"/>
                  </a:lnTo>
                  <a:lnTo>
                    <a:pt x="69456" y="64236"/>
                  </a:lnTo>
                  <a:lnTo>
                    <a:pt x="26428" y="22860"/>
                  </a:lnTo>
                  <a:lnTo>
                    <a:pt x="0" y="50292"/>
                  </a:lnTo>
                  <a:lnTo>
                    <a:pt x="14325" y="64071"/>
                  </a:lnTo>
                  <a:lnTo>
                    <a:pt x="860679" y="1285201"/>
                  </a:lnTo>
                  <a:lnTo>
                    <a:pt x="837196" y="1301496"/>
                  </a:lnTo>
                  <a:lnTo>
                    <a:pt x="911199" y="1341970"/>
                  </a:lnTo>
                  <a:lnTo>
                    <a:pt x="910602" y="1346200"/>
                  </a:lnTo>
                  <a:lnTo>
                    <a:pt x="916000" y="1346974"/>
                  </a:lnTo>
                  <a:lnTo>
                    <a:pt x="918349" y="1349883"/>
                  </a:lnTo>
                  <a:lnTo>
                    <a:pt x="921080" y="1347698"/>
                  </a:lnTo>
                  <a:lnTo>
                    <a:pt x="929398" y="1348867"/>
                  </a:lnTo>
                  <a:lnTo>
                    <a:pt x="930694" y="1339989"/>
                  </a:lnTo>
                  <a:lnTo>
                    <a:pt x="1154684" y="1160424"/>
                  </a:lnTo>
                  <a:lnTo>
                    <a:pt x="1331823" y="1330706"/>
                  </a:lnTo>
                  <a:lnTo>
                    <a:pt x="1305445" y="1358138"/>
                  </a:lnTo>
                  <a:lnTo>
                    <a:pt x="1385074" y="1382915"/>
                  </a:lnTo>
                  <a:lnTo>
                    <a:pt x="1385074" y="1395984"/>
                  </a:lnTo>
                  <a:lnTo>
                    <a:pt x="1401584" y="1395984"/>
                  </a:lnTo>
                  <a:lnTo>
                    <a:pt x="1416189" y="1408176"/>
                  </a:lnTo>
                  <a:lnTo>
                    <a:pt x="1426514" y="1395818"/>
                  </a:lnTo>
                  <a:lnTo>
                    <a:pt x="1427492" y="1396111"/>
                  </a:lnTo>
                  <a:lnTo>
                    <a:pt x="1427124" y="1395095"/>
                  </a:lnTo>
                  <a:lnTo>
                    <a:pt x="1642579" y="1137246"/>
                  </a:lnTo>
                  <a:lnTo>
                    <a:pt x="1897519" y="1307426"/>
                  </a:lnTo>
                  <a:lnTo>
                    <a:pt x="1881644" y="1331214"/>
                  </a:lnTo>
                  <a:lnTo>
                    <a:pt x="1946021" y="1339253"/>
                  </a:lnTo>
                  <a:lnTo>
                    <a:pt x="1962035" y="1346327"/>
                  </a:lnTo>
                  <a:lnTo>
                    <a:pt x="1964169" y="1341526"/>
                  </a:lnTo>
                  <a:lnTo>
                    <a:pt x="1966099" y="1341755"/>
                  </a:lnTo>
                  <a:lnTo>
                    <a:pt x="1964944" y="1339761"/>
                  </a:lnTo>
                  <a:lnTo>
                    <a:pt x="1968995" y="1330642"/>
                  </a:lnTo>
                  <a:lnTo>
                    <a:pt x="1978291" y="1328801"/>
                  </a:lnTo>
                  <a:lnTo>
                    <a:pt x="1975675" y="1315580"/>
                  </a:lnTo>
                  <a:lnTo>
                    <a:pt x="2488755" y="160350"/>
                  </a:lnTo>
                  <a:lnTo>
                    <a:pt x="2500388" y="170053"/>
                  </a:lnTo>
                  <a:lnTo>
                    <a:pt x="2511856" y="121386"/>
                  </a:lnTo>
                  <a:lnTo>
                    <a:pt x="2533154" y="13081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8151" y="3005327"/>
              <a:ext cx="208787" cy="192024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978151" y="3005327"/>
              <a:ext cx="208915" cy="192405"/>
            </a:xfrm>
            <a:custGeom>
              <a:avLst/>
              <a:gdLst/>
              <a:ahLst/>
              <a:cxnLst/>
              <a:rect l="l" t="t" r="r" b="b"/>
              <a:pathLst>
                <a:path w="208914" h="192405">
                  <a:moveTo>
                    <a:pt x="0" y="192024"/>
                  </a:moveTo>
                  <a:lnTo>
                    <a:pt x="208787" y="192024"/>
                  </a:lnTo>
                  <a:lnTo>
                    <a:pt x="208787" y="0"/>
                  </a:lnTo>
                  <a:lnTo>
                    <a:pt x="0" y="0"/>
                  </a:lnTo>
                  <a:lnTo>
                    <a:pt x="0" y="192024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75943" y="2407157"/>
              <a:ext cx="571500" cy="604520"/>
            </a:xfrm>
            <a:custGeom>
              <a:avLst/>
              <a:gdLst/>
              <a:ahLst/>
              <a:cxnLst/>
              <a:rect l="l" t="t" r="r" b="b"/>
              <a:pathLst>
                <a:path w="571500" h="604519">
                  <a:moveTo>
                    <a:pt x="156337" y="141605"/>
                  </a:moveTo>
                  <a:lnTo>
                    <a:pt x="144818" y="106807"/>
                  </a:lnTo>
                  <a:lnTo>
                    <a:pt x="109474" y="0"/>
                  </a:lnTo>
                  <a:lnTo>
                    <a:pt x="24384" y="122301"/>
                  </a:lnTo>
                  <a:lnTo>
                    <a:pt x="68300" y="128727"/>
                  </a:lnTo>
                  <a:lnTo>
                    <a:pt x="0" y="598043"/>
                  </a:lnTo>
                  <a:lnTo>
                    <a:pt x="43942" y="604393"/>
                  </a:lnTo>
                  <a:lnTo>
                    <a:pt x="112229" y="135166"/>
                  </a:lnTo>
                  <a:lnTo>
                    <a:pt x="156337" y="141605"/>
                  </a:lnTo>
                  <a:close/>
                </a:path>
                <a:path w="571500" h="604519">
                  <a:moveTo>
                    <a:pt x="571246" y="155702"/>
                  </a:moveTo>
                  <a:lnTo>
                    <a:pt x="560108" y="133858"/>
                  </a:lnTo>
                  <a:lnTo>
                    <a:pt x="503555" y="22860"/>
                  </a:lnTo>
                  <a:lnTo>
                    <a:pt x="437896" y="156718"/>
                  </a:lnTo>
                  <a:lnTo>
                    <a:pt x="482384" y="156387"/>
                  </a:lnTo>
                  <a:lnTo>
                    <a:pt x="482219" y="134112"/>
                  </a:lnTo>
                  <a:lnTo>
                    <a:pt x="482384" y="155702"/>
                  </a:lnTo>
                  <a:lnTo>
                    <a:pt x="482384" y="156387"/>
                  </a:lnTo>
                  <a:lnTo>
                    <a:pt x="485762" y="598424"/>
                  </a:lnTo>
                  <a:lnTo>
                    <a:pt x="485775" y="598805"/>
                  </a:lnTo>
                  <a:lnTo>
                    <a:pt x="530225" y="598424"/>
                  </a:lnTo>
                  <a:lnTo>
                    <a:pt x="526834" y="156718"/>
                  </a:lnTo>
                  <a:lnTo>
                    <a:pt x="526834" y="156044"/>
                  </a:lnTo>
                  <a:lnTo>
                    <a:pt x="526669" y="134112"/>
                  </a:lnTo>
                  <a:lnTo>
                    <a:pt x="526834" y="155702"/>
                  </a:lnTo>
                  <a:lnTo>
                    <a:pt x="526834" y="156044"/>
                  </a:lnTo>
                  <a:lnTo>
                    <a:pt x="571246" y="155702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4470" y="2971926"/>
              <a:ext cx="236474" cy="222250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474470" y="2971926"/>
              <a:ext cx="236854" cy="222250"/>
            </a:xfrm>
            <a:custGeom>
              <a:avLst/>
              <a:gdLst/>
              <a:ahLst/>
              <a:cxnLst/>
              <a:rect l="l" t="t" r="r" b="b"/>
              <a:pathLst>
                <a:path w="236855" h="222250">
                  <a:moveTo>
                    <a:pt x="29337" y="0"/>
                  </a:moveTo>
                  <a:lnTo>
                    <a:pt x="236474" y="31876"/>
                  </a:lnTo>
                  <a:lnTo>
                    <a:pt x="207137" y="222250"/>
                  </a:lnTo>
                  <a:lnTo>
                    <a:pt x="0" y="190373"/>
                  </a:lnTo>
                  <a:lnTo>
                    <a:pt x="29337" y="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481198" y="2393441"/>
              <a:ext cx="170180" cy="619125"/>
            </a:xfrm>
            <a:custGeom>
              <a:avLst/>
              <a:gdLst/>
              <a:ahLst/>
              <a:cxnLst/>
              <a:rect l="l" t="t" r="r" b="b"/>
              <a:pathLst>
                <a:path w="170180" h="619125">
                  <a:moveTo>
                    <a:pt x="87682" y="127710"/>
                  </a:moveTo>
                  <a:lnTo>
                    <a:pt x="43860" y="135162"/>
                  </a:lnTo>
                  <a:lnTo>
                    <a:pt x="126237" y="618617"/>
                  </a:lnTo>
                  <a:lnTo>
                    <a:pt x="170052" y="611124"/>
                  </a:lnTo>
                  <a:lnTo>
                    <a:pt x="87682" y="127710"/>
                  </a:lnTo>
                  <a:close/>
                </a:path>
                <a:path w="170180" h="619125">
                  <a:moveTo>
                    <a:pt x="43306" y="0"/>
                  </a:moveTo>
                  <a:lnTo>
                    <a:pt x="0" y="142621"/>
                  </a:lnTo>
                  <a:lnTo>
                    <a:pt x="43860" y="135162"/>
                  </a:lnTo>
                  <a:lnTo>
                    <a:pt x="40131" y="113284"/>
                  </a:lnTo>
                  <a:lnTo>
                    <a:pt x="83946" y="105791"/>
                  </a:lnTo>
                  <a:lnTo>
                    <a:pt x="120834" y="105791"/>
                  </a:lnTo>
                  <a:lnTo>
                    <a:pt x="43306" y="0"/>
                  </a:lnTo>
                  <a:close/>
                </a:path>
                <a:path w="170180" h="619125">
                  <a:moveTo>
                    <a:pt x="83946" y="105791"/>
                  </a:moveTo>
                  <a:lnTo>
                    <a:pt x="40131" y="113284"/>
                  </a:lnTo>
                  <a:lnTo>
                    <a:pt x="43860" y="135162"/>
                  </a:lnTo>
                  <a:lnTo>
                    <a:pt x="87682" y="127710"/>
                  </a:lnTo>
                  <a:lnTo>
                    <a:pt x="83946" y="105791"/>
                  </a:lnTo>
                  <a:close/>
                </a:path>
                <a:path w="170180" h="619125">
                  <a:moveTo>
                    <a:pt x="120834" y="105791"/>
                  </a:moveTo>
                  <a:lnTo>
                    <a:pt x="83946" y="105791"/>
                  </a:lnTo>
                  <a:lnTo>
                    <a:pt x="87682" y="127710"/>
                  </a:lnTo>
                  <a:lnTo>
                    <a:pt x="131444" y="120269"/>
                  </a:lnTo>
                  <a:lnTo>
                    <a:pt x="120834" y="105791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27173" y="2980181"/>
              <a:ext cx="245618" cy="232663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527173" y="2980181"/>
              <a:ext cx="245745" cy="233045"/>
            </a:xfrm>
            <a:custGeom>
              <a:avLst/>
              <a:gdLst/>
              <a:ahLst/>
              <a:cxnLst/>
              <a:rect l="l" t="t" r="r" b="b"/>
              <a:pathLst>
                <a:path w="245744" h="233044">
                  <a:moveTo>
                    <a:pt x="0" y="44450"/>
                  </a:moveTo>
                  <a:lnTo>
                    <a:pt x="204850" y="0"/>
                  </a:lnTo>
                  <a:lnTo>
                    <a:pt x="245618" y="188213"/>
                  </a:lnTo>
                  <a:lnTo>
                    <a:pt x="40766" y="232663"/>
                  </a:lnTo>
                  <a:lnTo>
                    <a:pt x="0" y="4445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27887" y="3058667"/>
              <a:ext cx="2776855" cy="20320"/>
            </a:xfrm>
            <a:custGeom>
              <a:avLst/>
              <a:gdLst/>
              <a:ahLst/>
              <a:cxnLst/>
              <a:rect l="l" t="t" r="r" b="b"/>
              <a:pathLst>
                <a:path w="2776854" h="20319">
                  <a:moveTo>
                    <a:pt x="0" y="0"/>
                  </a:moveTo>
                  <a:lnTo>
                    <a:pt x="2776601" y="20193"/>
                  </a:lnTo>
                </a:path>
              </a:pathLst>
            </a:custGeom>
            <a:ln w="63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3129533" y="2287015"/>
            <a:ext cx="338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Calibri"/>
                <a:cs typeface="Calibri"/>
              </a:rPr>
              <a:t>2</a:t>
            </a:r>
            <a:r>
              <a:rPr dirty="0" sz="2400" spc="-25">
                <a:latin typeface="Symbol"/>
                <a:cs typeface="Symbol"/>
              </a:rPr>
              <a:t></a:t>
            </a:r>
            <a:endParaRPr sz="2400">
              <a:latin typeface="Symbol"/>
              <a:cs typeface="Symbo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652068" y="1640967"/>
            <a:ext cx="654685" cy="1397635"/>
            <a:chOff x="652068" y="1640967"/>
            <a:chExt cx="654685" cy="1397635"/>
          </a:xfrm>
        </p:grpSpPr>
        <p:sp>
          <p:nvSpPr>
            <p:cNvPr id="32" name="object 32" descr=""/>
            <p:cNvSpPr/>
            <p:nvPr/>
          </p:nvSpPr>
          <p:spPr>
            <a:xfrm>
              <a:off x="848918" y="2334514"/>
              <a:ext cx="456565" cy="704215"/>
            </a:xfrm>
            <a:custGeom>
              <a:avLst/>
              <a:gdLst/>
              <a:ahLst/>
              <a:cxnLst/>
              <a:rect l="l" t="t" r="r" b="b"/>
              <a:pathLst>
                <a:path w="456565" h="704214">
                  <a:moveTo>
                    <a:pt x="31336" y="630412"/>
                  </a:moveTo>
                  <a:lnTo>
                    <a:pt x="0" y="637032"/>
                  </a:lnTo>
                  <a:lnTo>
                    <a:pt x="53098" y="703707"/>
                  </a:lnTo>
                  <a:lnTo>
                    <a:pt x="68963" y="642747"/>
                  </a:lnTo>
                  <a:lnTo>
                    <a:pt x="33667" y="642747"/>
                  </a:lnTo>
                  <a:lnTo>
                    <a:pt x="31336" y="630412"/>
                  </a:lnTo>
                  <a:close/>
                </a:path>
                <a:path w="456565" h="704214">
                  <a:moveTo>
                    <a:pt x="43781" y="627783"/>
                  </a:moveTo>
                  <a:lnTo>
                    <a:pt x="31336" y="630412"/>
                  </a:lnTo>
                  <a:lnTo>
                    <a:pt x="33667" y="642747"/>
                  </a:lnTo>
                  <a:lnTo>
                    <a:pt x="46151" y="640334"/>
                  </a:lnTo>
                  <a:lnTo>
                    <a:pt x="43781" y="627783"/>
                  </a:lnTo>
                  <a:close/>
                </a:path>
                <a:path w="456565" h="704214">
                  <a:moveTo>
                    <a:pt x="74549" y="621284"/>
                  </a:moveTo>
                  <a:lnTo>
                    <a:pt x="43781" y="627783"/>
                  </a:lnTo>
                  <a:lnTo>
                    <a:pt x="46151" y="640334"/>
                  </a:lnTo>
                  <a:lnTo>
                    <a:pt x="33667" y="642747"/>
                  </a:lnTo>
                  <a:lnTo>
                    <a:pt x="68963" y="642747"/>
                  </a:lnTo>
                  <a:lnTo>
                    <a:pt x="74549" y="621284"/>
                  </a:lnTo>
                  <a:close/>
                </a:path>
                <a:path w="456565" h="704214">
                  <a:moveTo>
                    <a:pt x="382957" y="30053"/>
                  </a:moveTo>
                  <a:lnTo>
                    <a:pt x="343014" y="48895"/>
                  </a:lnTo>
                  <a:lnTo>
                    <a:pt x="292506" y="78612"/>
                  </a:lnTo>
                  <a:lnTo>
                    <a:pt x="245846" y="112395"/>
                  </a:lnTo>
                  <a:lnTo>
                    <a:pt x="203111" y="149606"/>
                  </a:lnTo>
                  <a:lnTo>
                    <a:pt x="164503" y="190119"/>
                  </a:lnTo>
                  <a:lnTo>
                    <a:pt x="130225" y="233680"/>
                  </a:lnTo>
                  <a:lnTo>
                    <a:pt x="100469" y="279781"/>
                  </a:lnTo>
                  <a:lnTo>
                    <a:pt x="75425" y="328168"/>
                  </a:lnTo>
                  <a:lnTo>
                    <a:pt x="55181" y="378587"/>
                  </a:lnTo>
                  <a:lnTo>
                    <a:pt x="40055" y="430784"/>
                  </a:lnTo>
                  <a:lnTo>
                    <a:pt x="30226" y="484377"/>
                  </a:lnTo>
                  <a:lnTo>
                    <a:pt x="25793" y="538734"/>
                  </a:lnTo>
                  <a:lnTo>
                    <a:pt x="25603" y="566420"/>
                  </a:lnTo>
                  <a:lnTo>
                    <a:pt x="26893" y="592963"/>
                  </a:lnTo>
                  <a:lnTo>
                    <a:pt x="26949" y="594106"/>
                  </a:lnTo>
                  <a:lnTo>
                    <a:pt x="29539" y="619887"/>
                  </a:lnTo>
                  <a:lnTo>
                    <a:pt x="29567" y="620170"/>
                  </a:lnTo>
                  <a:lnTo>
                    <a:pt x="29679" y="621284"/>
                  </a:lnTo>
                  <a:lnTo>
                    <a:pt x="29756" y="622046"/>
                  </a:lnTo>
                  <a:lnTo>
                    <a:pt x="31336" y="630412"/>
                  </a:lnTo>
                  <a:lnTo>
                    <a:pt x="43781" y="627783"/>
                  </a:lnTo>
                  <a:lnTo>
                    <a:pt x="42386" y="620395"/>
                  </a:lnTo>
                  <a:lnTo>
                    <a:pt x="42291" y="619887"/>
                  </a:lnTo>
                  <a:lnTo>
                    <a:pt x="39713" y="594106"/>
                  </a:lnTo>
                  <a:lnTo>
                    <a:pt x="39598" y="592963"/>
                  </a:lnTo>
                  <a:lnTo>
                    <a:pt x="38315" y="566420"/>
                  </a:lnTo>
                  <a:lnTo>
                    <a:pt x="38491" y="539369"/>
                  </a:lnTo>
                  <a:lnTo>
                    <a:pt x="42808" y="486156"/>
                  </a:lnTo>
                  <a:lnTo>
                    <a:pt x="52396" y="433836"/>
                  </a:lnTo>
                  <a:lnTo>
                    <a:pt x="67164" y="382911"/>
                  </a:lnTo>
                  <a:lnTo>
                    <a:pt x="86910" y="333628"/>
                  </a:lnTo>
                  <a:lnTo>
                    <a:pt x="98593" y="309625"/>
                  </a:lnTo>
                  <a:lnTo>
                    <a:pt x="98716" y="309372"/>
                  </a:lnTo>
                  <a:lnTo>
                    <a:pt x="125375" y="263452"/>
                  </a:lnTo>
                  <a:lnTo>
                    <a:pt x="156668" y="219456"/>
                  </a:lnTo>
                  <a:lnTo>
                    <a:pt x="192198" y="178477"/>
                  </a:lnTo>
                  <a:lnTo>
                    <a:pt x="231541" y="140784"/>
                  </a:lnTo>
                  <a:lnTo>
                    <a:pt x="276713" y="104958"/>
                  </a:lnTo>
                  <a:lnTo>
                    <a:pt x="299286" y="89463"/>
                  </a:lnTo>
                  <a:lnTo>
                    <a:pt x="324162" y="74013"/>
                  </a:lnTo>
                  <a:lnTo>
                    <a:pt x="348857" y="60198"/>
                  </a:lnTo>
                  <a:lnTo>
                    <a:pt x="374634" y="47188"/>
                  </a:lnTo>
                  <a:lnTo>
                    <a:pt x="375487" y="46707"/>
                  </a:lnTo>
                  <a:lnTo>
                    <a:pt x="375694" y="46707"/>
                  </a:lnTo>
                  <a:lnTo>
                    <a:pt x="387464" y="41900"/>
                  </a:lnTo>
                  <a:lnTo>
                    <a:pt x="382957" y="30053"/>
                  </a:lnTo>
                  <a:close/>
                </a:path>
                <a:path w="456565" h="704214">
                  <a:moveTo>
                    <a:pt x="440860" y="25273"/>
                  </a:moveTo>
                  <a:lnTo>
                    <a:pt x="394525" y="25273"/>
                  </a:lnTo>
                  <a:lnTo>
                    <a:pt x="399364" y="36957"/>
                  </a:lnTo>
                  <a:lnTo>
                    <a:pt x="387464" y="41900"/>
                  </a:lnTo>
                  <a:lnTo>
                    <a:pt x="398627" y="71247"/>
                  </a:lnTo>
                  <a:lnTo>
                    <a:pt x="440860" y="25273"/>
                  </a:lnTo>
                  <a:close/>
                </a:path>
                <a:path w="456565" h="704214">
                  <a:moveTo>
                    <a:pt x="375694" y="46707"/>
                  </a:moveTo>
                  <a:lnTo>
                    <a:pt x="375487" y="46707"/>
                  </a:lnTo>
                  <a:lnTo>
                    <a:pt x="374736" y="47188"/>
                  </a:lnTo>
                  <a:lnTo>
                    <a:pt x="374596" y="47188"/>
                  </a:lnTo>
                  <a:lnTo>
                    <a:pt x="375694" y="46707"/>
                  </a:lnTo>
                  <a:close/>
                </a:path>
                <a:path w="456565" h="704214">
                  <a:moveTo>
                    <a:pt x="375694" y="46707"/>
                  </a:moveTo>
                  <a:lnTo>
                    <a:pt x="374596" y="47188"/>
                  </a:lnTo>
                  <a:lnTo>
                    <a:pt x="374736" y="47188"/>
                  </a:lnTo>
                  <a:lnTo>
                    <a:pt x="375694" y="46707"/>
                  </a:lnTo>
                  <a:close/>
                </a:path>
                <a:path w="456565" h="704214">
                  <a:moveTo>
                    <a:pt x="394525" y="25273"/>
                  </a:moveTo>
                  <a:lnTo>
                    <a:pt x="382957" y="30053"/>
                  </a:lnTo>
                  <a:lnTo>
                    <a:pt x="387464" y="41900"/>
                  </a:lnTo>
                  <a:lnTo>
                    <a:pt x="399364" y="36957"/>
                  </a:lnTo>
                  <a:lnTo>
                    <a:pt x="394525" y="25273"/>
                  </a:lnTo>
                  <a:close/>
                </a:path>
                <a:path w="456565" h="704214">
                  <a:moveTo>
                    <a:pt x="371525" y="0"/>
                  </a:moveTo>
                  <a:lnTo>
                    <a:pt x="382957" y="30053"/>
                  </a:lnTo>
                  <a:lnTo>
                    <a:pt x="394525" y="25273"/>
                  </a:lnTo>
                  <a:lnTo>
                    <a:pt x="440860" y="25273"/>
                  </a:lnTo>
                  <a:lnTo>
                    <a:pt x="456260" y="8509"/>
                  </a:lnTo>
                  <a:lnTo>
                    <a:pt x="371525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39660" y="1660017"/>
              <a:ext cx="248285" cy="255904"/>
            </a:xfrm>
            <a:custGeom>
              <a:avLst/>
              <a:gdLst/>
              <a:ahLst/>
              <a:cxnLst/>
              <a:rect l="l" t="t" r="r" b="b"/>
              <a:pathLst>
                <a:path w="248284" h="255905">
                  <a:moveTo>
                    <a:pt x="0" y="255397"/>
                  </a:moveTo>
                  <a:lnTo>
                    <a:pt x="247738" y="0"/>
                  </a:lnTo>
                </a:path>
              </a:pathLst>
            </a:custGeom>
            <a:ln w="381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71118" y="2027428"/>
              <a:ext cx="248285" cy="255904"/>
            </a:xfrm>
            <a:custGeom>
              <a:avLst/>
              <a:gdLst/>
              <a:ahLst/>
              <a:cxnLst/>
              <a:rect l="l" t="t" r="r" b="b"/>
              <a:pathLst>
                <a:path w="248284" h="255905">
                  <a:moveTo>
                    <a:pt x="0" y="255397"/>
                  </a:moveTo>
                  <a:lnTo>
                    <a:pt x="247789" y="0"/>
                  </a:lnTo>
                </a:path>
              </a:pathLst>
            </a:custGeom>
            <a:ln w="381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37896" y="1900459"/>
            <a:ext cx="841375" cy="73596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800" spc="-25">
                <a:latin typeface="Calibri"/>
                <a:cs typeface="Calibri"/>
              </a:rPr>
              <a:t>Div.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slit</a:t>
            </a:r>
            <a:endParaRPr sz="18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320"/>
              </a:spcBef>
            </a:pPr>
            <a:r>
              <a:rPr dirty="0" sz="2400" spc="-50">
                <a:latin typeface="Symbol"/>
                <a:cs typeface="Symbol"/>
              </a:rPr>
              <a:t></a:t>
            </a:r>
            <a:endParaRPr sz="2400">
              <a:latin typeface="Symbol"/>
              <a:cs typeface="Symbol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53758" y="3636025"/>
            <a:ext cx="4434337" cy="2011848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4918709" y="3384930"/>
            <a:ext cx="3689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Calibri"/>
                <a:cs typeface="Calibri"/>
              </a:rPr>
              <a:t>Bragg-</a:t>
            </a:r>
            <a:r>
              <a:rPr dirty="0" sz="1800" spc="-10" b="1">
                <a:latin typeface="Calibri"/>
                <a:cs typeface="Calibri"/>
              </a:rPr>
              <a:t>Brentanno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geometry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with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optics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88564" y="5939159"/>
            <a:ext cx="2060385" cy="500888"/>
          </a:xfrm>
          <a:prstGeom prst="rect">
            <a:avLst/>
          </a:prstGeom>
        </p:spPr>
      </p:pic>
      <p:sp>
        <p:nvSpPr>
          <p:cNvPr id="39" name="object 39" descr=""/>
          <p:cNvSpPr txBox="1"/>
          <p:nvPr/>
        </p:nvSpPr>
        <p:spPr>
          <a:xfrm>
            <a:off x="3056001" y="5603849"/>
            <a:ext cx="1194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Focus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length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07542" y="6427114"/>
            <a:ext cx="932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5/March/2019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3535807" y="6427114"/>
            <a:ext cx="20713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FACTS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short</a:t>
            </a:r>
            <a:r>
              <a:rPr dirty="0" sz="1200" spc="-6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course,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Buenconsejo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8255634" y="6427114"/>
            <a:ext cx="181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4690" rIns="0" bIns="0" rtlCol="0" vert="horz">
            <a:spAutoFit/>
          </a:bodyPr>
          <a:lstStyle/>
          <a:p>
            <a:pPr marL="525145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Bragg-</a:t>
            </a:r>
            <a:r>
              <a:rPr dirty="0" spc="-10"/>
              <a:t>Brentano</a:t>
            </a:r>
            <a:r>
              <a:rPr dirty="0" spc="-85"/>
              <a:t> </a:t>
            </a:r>
            <a:r>
              <a:rPr dirty="0" spc="-10"/>
              <a:t>Geometry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79902" y="4534661"/>
            <a:ext cx="6400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925" y="1562353"/>
            <a:ext cx="3698240" cy="447243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395854" y="5563006"/>
            <a:ext cx="14566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Goniometer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Circle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405633" y="1255902"/>
            <a:ext cx="12522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Focusing</a:t>
            </a:r>
            <a:r>
              <a:rPr dirty="0" sz="14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Arial MT"/>
                <a:cs typeface="Arial MT"/>
              </a:rPr>
              <a:t>Circle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443854" y="1411604"/>
            <a:ext cx="3253104" cy="1976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Geometry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has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very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precise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600">
              <a:latin typeface="Arial MT"/>
              <a:cs typeface="Arial MT"/>
            </a:endParaRPr>
          </a:p>
          <a:p>
            <a:pPr marL="299085" marR="700405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Sample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should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be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on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 </a:t>
            </a:r>
            <a:r>
              <a:rPr dirty="0" sz="1600">
                <a:latin typeface="Arial MT"/>
                <a:cs typeface="Arial MT"/>
              </a:rPr>
              <a:t>focusing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circle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600">
              <a:latin typeface="Arial MT"/>
              <a:cs typeface="Arial MT"/>
            </a:endParaRPr>
          </a:p>
          <a:p>
            <a:pPr marL="299085" marR="11811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Randomly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oriented </a:t>
            </a:r>
            <a:r>
              <a:rPr dirty="0" sz="1600">
                <a:latin typeface="Arial MT"/>
                <a:cs typeface="Arial MT"/>
              </a:rPr>
              <a:t>crystals/grains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(1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–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10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microns)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prevent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preferred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orientation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443854" y="3606546"/>
            <a:ext cx="3188335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dirty="0" sz="1600">
                <a:latin typeface="Arial MT"/>
                <a:cs typeface="Arial MT"/>
              </a:rPr>
              <a:t>Goniometer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provides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 </a:t>
            </a:r>
            <a:r>
              <a:rPr dirty="0" sz="1600">
                <a:latin typeface="Arial MT"/>
                <a:cs typeface="Arial MT"/>
              </a:rPr>
              <a:t>precision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accuracy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required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keep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10">
                <a:latin typeface="Arial MT"/>
                <a:cs typeface="Arial MT"/>
              </a:rPr>
              <a:t> diffraction </a:t>
            </a:r>
            <a:r>
              <a:rPr dirty="0" sz="1600">
                <a:latin typeface="Arial MT"/>
                <a:cs typeface="Arial MT"/>
              </a:rPr>
              <a:t>experiment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correct geometry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443854" y="5069840"/>
            <a:ext cx="3259454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dirty="0" sz="1600" spc="-10">
                <a:latin typeface="Arial MT"/>
                <a:cs typeface="Arial MT"/>
              </a:rPr>
              <a:t>X-</a:t>
            </a:r>
            <a:r>
              <a:rPr dirty="0" sz="1600">
                <a:latin typeface="Arial MT"/>
                <a:cs typeface="Arial MT"/>
              </a:rPr>
              <a:t>ray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optics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(Incident/diffracted) </a:t>
            </a:r>
            <a:r>
              <a:rPr dirty="0" sz="1600">
                <a:latin typeface="Arial MT"/>
                <a:cs typeface="Arial MT"/>
              </a:rPr>
              <a:t>conditions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beam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for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optimum </a:t>
            </a:r>
            <a:r>
              <a:rPr dirty="0" sz="1600">
                <a:latin typeface="Arial MT"/>
                <a:cs typeface="Arial MT"/>
              </a:rPr>
              <a:t>data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collection.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710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Symbol"/>
                <a:cs typeface="Symbol"/>
              </a:rPr>
              <a:t></a:t>
            </a:r>
            <a:r>
              <a:rPr dirty="0"/>
              <a:t>/2</a:t>
            </a:r>
            <a:r>
              <a:rPr dirty="0" b="0">
                <a:latin typeface="Symbol"/>
                <a:cs typeface="Symbol"/>
              </a:rPr>
              <a:t></a:t>
            </a:r>
            <a:r>
              <a:rPr dirty="0"/>
              <a:t>:</a:t>
            </a:r>
            <a:r>
              <a:rPr dirty="0" spc="-80"/>
              <a:t> </a:t>
            </a:r>
            <a:r>
              <a:rPr dirty="0" spc="-30"/>
              <a:t>Bragg-</a:t>
            </a:r>
            <a:r>
              <a:rPr dirty="0" spc="-10"/>
              <a:t>Brentanno</a:t>
            </a:r>
            <a:r>
              <a:rPr dirty="0" spc="-60"/>
              <a:t> </a:t>
            </a:r>
            <a:r>
              <a:rPr dirty="0" spc="-10"/>
              <a:t>geometry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20648" y="1187450"/>
            <a:ext cx="3644900" cy="4426585"/>
            <a:chOff x="620648" y="1187450"/>
            <a:chExt cx="3644900" cy="4426585"/>
          </a:xfrm>
        </p:grpSpPr>
        <p:sp>
          <p:nvSpPr>
            <p:cNvPr id="4" name="object 4" descr=""/>
            <p:cNvSpPr/>
            <p:nvPr/>
          </p:nvSpPr>
          <p:spPr>
            <a:xfrm>
              <a:off x="630173" y="1977390"/>
              <a:ext cx="3625850" cy="3627120"/>
            </a:xfrm>
            <a:custGeom>
              <a:avLst/>
              <a:gdLst/>
              <a:ahLst/>
              <a:cxnLst/>
              <a:rect l="l" t="t" r="r" b="b"/>
              <a:pathLst>
                <a:path w="3625850" h="3627120">
                  <a:moveTo>
                    <a:pt x="1812798" y="0"/>
                  </a:moveTo>
                  <a:lnTo>
                    <a:pt x="1764506" y="631"/>
                  </a:lnTo>
                  <a:lnTo>
                    <a:pt x="1716525" y="2513"/>
                  </a:lnTo>
                  <a:lnTo>
                    <a:pt x="1668872" y="5632"/>
                  </a:lnTo>
                  <a:lnTo>
                    <a:pt x="1621561" y="9971"/>
                  </a:lnTo>
                  <a:lnTo>
                    <a:pt x="1574609" y="15514"/>
                  </a:lnTo>
                  <a:lnTo>
                    <a:pt x="1528031" y="22247"/>
                  </a:lnTo>
                  <a:lnTo>
                    <a:pt x="1481843" y="30153"/>
                  </a:lnTo>
                  <a:lnTo>
                    <a:pt x="1436060" y="39216"/>
                  </a:lnTo>
                  <a:lnTo>
                    <a:pt x="1390698" y="49422"/>
                  </a:lnTo>
                  <a:lnTo>
                    <a:pt x="1345773" y="60753"/>
                  </a:lnTo>
                  <a:lnTo>
                    <a:pt x="1301300" y="73196"/>
                  </a:lnTo>
                  <a:lnTo>
                    <a:pt x="1257296" y="86733"/>
                  </a:lnTo>
                  <a:lnTo>
                    <a:pt x="1213775" y="101350"/>
                  </a:lnTo>
                  <a:lnTo>
                    <a:pt x="1170753" y="117031"/>
                  </a:lnTo>
                  <a:lnTo>
                    <a:pt x="1128247" y="133759"/>
                  </a:lnTo>
                  <a:lnTo>
                    <a:pt x="1086271" y="151520"/>
                  </a:lnTo>
                  <a:lnTo>
                    <a:pt x="1044841" y="170297"/>
                  </a:lnTo>
                  <a:lnTo>
                    <a:pt x="1003974" y="190076"/>
                  </a:lnTo>
                  <a:lnTo>
                    <a:pt x="963684" y="210840"/>
                  </a:lnTo>
                  <a:lnTo>
                    <a:pt x="923988" y="232573"/>
                  </a:lnTo>
                  <a:lnTo>
                    <a:pt x="884901" y="255261"/>
                  </a:lnTo>
                  <a:lnTo>
                    <a:pt x="846438" y="278886"/>
                  </a:lnTo>
                  <a:lnTo>
                    <a:pt x="808616" y="303435"/>
                  </a:lnTo>
                  <a:lnTo>
                    <a:pt x="771450" y="328891"/>
                  </a:lnTo>
                  <a:lnTo>
                    <a:pt x="734955" y="355238"/>
                  </a:lnTo>
                  <a:lnTo>
                    <a:pt x="699148" y="382460"/>
                  </a:lnTo>
                  <a:lnTo>
                    <a:pt x="664044" y="410543"/>
                  </a:lnTo>
                  <a:lnTo>
                    <a:pt x="629658" y="439470"/>
                  </a:lnTo>
                  <a:lnTo>
                    <a:pt x="596007" y="469226"/>
                  </a:lnTo>
                  <a:lnTo>
                    <a:pt x="563106" y="499795"/>
                  </a:lnTo>
                  <a:lnTo>
                    <a:pt x="530971" y="531161"/>
                  </a:lnTo>
                  <a:lnTo>
                    <a:pt x="499616" y="563309"/>
                  </a:lnTo>
                  <a:lnTo>
                    <a:pt x="469059" y="596223"/>
                  </a:lnTo>
                  <a:lnTo>
                    <a:pt x="439315" y="629888"/>
                  </a:lnTo>
                  <a:lnTo>
                    <a:pt x="410399" y="664287"/>
                  </a:lnTo>
                  <a:lnTo>
                    <a:pt x="382326" y="699405"/>
                  </a:lnTo>
                  <a:lnTo>
                    <a:pt x="355114" y="735227"/>
                  </a:lnTo>
                  <a:lnTo>
                    <a:pt x="328776" y="771736"/>
                  </a:lnTo>
                  <a:lnTo>
                    <a:pt x="303330" y="808918"/>
                  </a:lnTo>
                  <a:lnTo>
                    <a:pt x="278791" y="846755"/>
                  </a:lnTo>
                  <a:lnTo>
                    <a:pt x="255173" y="885234"/>
                  </a:lnTo>
                  <a:lnTo>
                    <a:pt x="232494" y="924338"/>
                  </a:lnTo>
                  <a:lnTo>
                    <a:pt x="210768" y="964051"/>
                  </a:lnTo>
                  <a:lnTo>
                    <a:pt x="190012" y="1004358"/>
                  </a:lnTo>
                  <a:lnTo>
                    <a:pt x="170240" y="1045243"/>
                  </a:lnTo>
                  <a:lnTo>
                    <a:pt x="151469" y="1086690"/>
                  </a:lnTo>
                  <a:lnTo>
                    <a:pt x="133714" y="1128685"/>
                  </a:lnTo>
                  <a:lnTo>
                    <a:pt x="116992" y="1171210"/>
                  </a:lnTo>
                  <a:lnTo>
                    <a:pt x="101317" y="1214251"/>
                  </a:lnTo>
                  <a:lnTo>
                    <a:pt x="86705" y="1257791"/>
                  </a:lnTo>
                  <a:lnTo>
                    <a:pt x="73172" y="1301816"/>
                  </a:lnTo>
                  <a:lnTo>
                    <a:pt x="60734" y="1346309"/>
                  </a:lnTo>
                  <a:lnTo>
                    <a:pt x="49406" y="1391255"/>
                  </a:lnTo>
                  <a:lnTo>
                    <a:pt x="39204" y="1436638"/>
                  </a:lnTo>
                  <a:lnTo>
                    <a:pt x="30143" y="1482443"/>
                  </a:lnTo>
                  <a:lnTo>
                    <a:pt x="22240" y="1528653"/>
                  </a:lnTo>
                  <a:lnTo>
                    <a:pt x="15509" y="1575253"/>
                  </a:lnTo>
                  <a:lnTo>
                    <a:pt x="9968" y="1622228"/>
                  </a:lnTo>
                  <a:lnTo>
                    <a:pt x="5630" y="1669562"/>
                  </a:lnTo>
                  <a:lnTo>
                    <a:pt x="2512" y="1717239"/>
                  </a:lnTo>
                  <a:lnTo>
                    <a:pt x="630" y="1765243"/>
                  </a:lnTo>
                  <a:lnTo>
                    <a:pt x="0" y="1813560"/>
                  </a:lnTo>
                  <a:lnTo>
                    <a:pt x="630" y="1861876"/>
                  </a:lnTo>
                  <a:lnTo>
                    <a:pt x="2512" y="1909880"/>
                  </a:lnTo>
                  <a:lnTo>
                    <a:pt x="5630" y="1957557"/>
                  </a:lnTo>
                  <a:lnTo>
                    <a:pt x="9968" y="2004891"/>
                  </a:lnTo>
                  <a:lnTo>
                    <a:pt x="15509" y="2051866"/>
                  </a:lnTo>
                  <a:lnTo>
                    <a:pt x="22240" y="2098466"/>
                  </a:lnTo>
                  <a:lnTo>
                    <a:pt x="30143" y="2144676"/>
                  </a:lnTo>
                  <a:lnTo>
                    <a:pt x="39204" y="2190481"/>
                  </a:lnTo>
                  <a:lnTo>
                    <a:pt x="49406" y="2235864"/>
                  </a:lnTo>
                  <a:lnTo>
                    <a:pt x="60734" y="2280810"/>
                  </a:lnTo>
                  <a:lnTo>
                    <a:pt x="73172" y="2325303"/>
                  </a:lnTo>
                  <a:lnTo>
                    <a:pt x="86705" y="2369328"/>
                  </a:lnTo>
                  <a:lnTo>
                    <a:pt x="101317" y="2412868"/>
                  </a:lnTo>
                  <a:lnTo>
                    <a:pt x="116992" y="2455909"/>
                  </a:lnTo>
                  <a:lnTo>
                    <a:pt x="133714" y="2498434"/>
                  </a:lnTo>
                  <a:lnTo>
                    <a:pt x="151469" y="2540429"/>
                  </a:lnTo>
                  <a:lnTo>
                    <a:pt x="170240" y="2581876"/>
                  </a:lnTo>
                  <a:lnTo>
                    <a:pt x="190012" y="2622761"/>
                  </a:lnTo>
                  <a:lnTo>
                    <a:pt x="210768" y="2663068"/>
                  </a:lnTo>
                  <a:lnTo>
                    <a:pt x="232494" y="2702781"/>
                  </a:lnTo>
                  <a:lnTo>
                    <a:pt x="255173" y="2741885"/>
                  </a:lnTo>
                  <a:lnTo>
                    <a:pt x="278791" y="2780364"/>
                  </a:lnTo>
                  <a:lnTo>
                    <a:pt x="303330" y="2818201"/>
                  </a:lnTo>
                  <a:lnTo>
                    <a:pt x="328776" y="2855383"/>
                  </a:lnTo>
                  <a:lnTo>
                    <a:pt x="355114" y="2891892"/>
                  </a:lnTo>
                  <a:lnTo>
                    <a:pt x="382326" y="2927714"/>
                  </a:lnTo>
                  <a:lnTo>
                    <a:pt x="410399" y="2962832"/>
                  </a:lnTo>
                  <a:lnTo>
                    <a:pt x="439315" y="2997231"/>
                  </a:lnTo>
                  <a:lnTo>
                    <a:pt x="469059" y="3030896"/>
                  </a:lnTo>
                  <a:lnTo>
                    <a:pt x="499616" y="3063810"/>
                  </a:lnTo>
                  <a:lnTo>
                    <a:pt x="530971" y="3095958"/>
                  </a:lnTo>
                  <a:lnTo>
                    <a:pt x="563106" y="3127324"/>
                  </a:lnTo>
                  <a:lnTo>
                    <a:pt x="596007" y="3157893"/>
                  </a:lnTo>
                  <a:lnTo>
                    <a:pt x="629658" y="3187649"/>
                  </a:lnTo>
                  <a:lnTo>
                    <a:pt x="664044" y="3216576"/>
                  </a:lnTo>
                  <a:lnTo>
                    <a:pt x="699148" y="3244659"/>
                  </a:lnTo>
                  <a:lnTo>
                    <a:pt x="734955" y="3271881"/>
                  </a:lnTo>
                  <a:lnTo>
                    <a:pt x="771450" y="3298228"/>
                  </a:lnTo>
                  <a:lnTo>
                    <a:pt x="808616" y="3323684"/>
                  </a:lnTo>
                  <a:lnTo>
                    <a:pt x="846438" y="3348233"/>
                  </a:lnTo>
                  <a:lnTo>
                    <a:pt x="884901" y="3371858"/>
                  </a:lnTo>
                  <a:lnTo>
                    <a:pt x="923988" y="3394546"/>
                  </a:lnTo>
                  <a:lnTo>
                    <a:pt x="963684" y="3416279"/>
                  </a:lnTo>
                  <a:lnTo>
                    <a:pt x="1003974" y="3437043"/>
                  </a:lnTo>
                  <a:lnTo>
                    <a:pt x="1044841" y="3456822"/>
                  </a:lnTo>
                  <a:lnTo>
                    <a:pt x="1086271" y="3475599"/>
                  </a:lnTo>
                  <a:lnTo>
                    <a:pt x="1128247" y="3493360"/>
                  </a:lnTo>
                  <a:lnTo>
                    <a:pt x="1170753" y="3510088"/>
                  </a:lnTo>
                  <a:lnTo>
                    <a:pt x="1213775" y="3525769"/>
                  </a:lnTo>
                  <a:lnTo>
                    <a:pt x="1257296" y="3540386"/>
                  </a:lnTo>
                  <a:lnTo>
                    <a:pt x="1301300" y="3553923"/>
                  </a:lnTo>
                  <a:lnTo>
                    <a:pt x="1345773" y="3566366"/>
                  </a:lnTo>
                  <a:lnTo>
                    <a:pt x="1390698" y="3577697"/>
                  </a:lnTo>
                  <a:lnTo>
                    <a:pt x="1436060" y="3587903"/>
                  </a:lnTo>
                  <a:lnTo>
                    <a:pt x="1481843" y="3596966"/>
                  </a:lnTo>
                  <a:lnTo>
                    <a:pt x="1528031" y="3604872"/>
                  </a:lnTo>
                  <a:lnTo>
                    <a:pt x="1574609" y="3611605"/>
                  </a:lnTo>
                  <a:lnTo>
                    <a:pt x="1621561" y="3617148"/>
                  </a:lnTo>
                  <a:lnTo>
                    <a:pt x="1668872" y="3621487"/>
                  </a:lnTo>
                  <a:lnTo>
                    <a:pt x="1716525" y="3624606"/>
                  </a:lnTo>
                  <a:lnTo>
                    <a:pt x="1764506" y="3626488"/>
                  </a:lnTo>
                  <a:lnTo>
                    <a:pt x="1812798" y="3627120"/>
                  </a:lnTo>
                  <a:lnTo>
                    <a:pt x="1861089" y="3626488"/>
                  </a:lnTo>
                  <a:lnTo>
                    <a:pt x="1909070" y="3624606"/>
                  </a:lnTo>
                  <a:lnTo>
                    <a:pt x="1956723" y="3621487"/>
                  </a:lnTo>
                  <a:lnTo>
                    <a:pt x="2004034" y="3617148"/>
                  </a:lnTo>
                  <a:lnTo>
                    <a:pt x="2050986" y="3611605"/>
                  </a:lnTo>
                  <a:lnTo>
                    <a:pt x="2097564" y="3604872"/>
                  </a:lnTo>
                  <a:lnTo>
                    <a:pt x="2143752" y="3596966"/>
                  </a:lnTo>
                  <a:lnTo>
                    <a:pt x="2189535" y="3587903"/>
                  </a:lnTo>
                  <a:lnTo>
                    <a:pt x="2234897" y="3577697"/>
                  </a:lnTo>
                  <a:lnTo>
                    <a:pt x="2279822" y="3566366"/>
                  </a:lnTo>
                  <a:lnTo>
                    <a:pt x="2324295" y="3553923"/>
                  </a:lnTo>
                  <a:lnTo>
                    <a:pt x="2368299" y="3540386"/>
                  </a:lnTo>
                  <a:lnTo>
                    <a:pt x="2411820" y="3525769"/>
                  </a:lnTo>
                  <a:lnTo>
                    <a:pt x="2454842" y="3510088"/>
                  </a:lnTo>
                  <a:lnTo>
                    <a:pt x="2497348" y="3493360"/>
                  </a:lnTo>
                  <a:lnTo>
                    <a:pt x="2539324" y="3475599"/>
                  </a:lnTo>
                  <a:lnTo>
                    <a:pt x="2580754" y="3456822"/>
                  </a:lnTo>
                  <a:lnTo>
                    <a:pt x="2621621" y="3437043"/>
                  </a:lnTo>
                  <a:lnTo>
                    <a:pt x="2661911" y="3416279"/>
                  </a:lnTo>
                  <a:lnTo>
                    <a:pt x="2701607" y="3394546"/>
                  </a:lnTo>
                  <a:lnTo>
                    <a:pt x="2740694" y="3371858"/>
                  </a:lnTo>
                  <a:lnTo>
                    <a:pt x="2779157" y="3348233"/>
                  </a:lnTo>
                  <a:lnTo>
                    <a:pt x="2816979" y="3323684"/>
                  </a:lnTo>
                  <a:lnTo>
                    <a:pt x="2854145" y="3298228"/>
                  </a:lnTo>
                  <a:lnTo>
                    <a:pt x="2890640" y="3271881"/>
                  </a:lnTo>
                  <a:lnTo>
                    <a:pt x="2926447" y="3244659"/>
                  </a:lnTo>
                  <a:lnTo>
                    <a:pt x="2961551" y="3216576"/>
                  </a:lnTo>
                  <a:lnTo>
                    <a:pt x="2995937" y="3187649"/>
                  </a:lnTo>
                  <a:lnTo>
                    <a:pt x="3029588" y="3157893"/>
                  </a:lnTo>
                  <a:lnTo>
                    <a:pt x="3062489" y="3127324"/>
                  </a:lnTo>
                  <a:lnTo>
                    <a:pt x="3094624" y="3095958"/>
                  </a:lnTo>
                  <a:lnTo>
                    <a:pt x="3125979" y="3063810"/>
                  </a:lnTo>
                  <a:lnTo>
                    <a:pt x="3156536" y="3030896"/>
                  </a:lnTo>
                  <a:lnTo>
                    <a:pt x="3186280" y="2997231"/>
                  </a:lnTo>
                  <a:lnTo>
                    <a:pt x="3215196" y="2962832"/>
                  </a:lnTo>
                  <a:lnTo>
                    <a:pt x="3243269" y="2927714"/>
                  </a:lnTo>
                  <a:lnTo>
                    <a:pt x="3270481" y="2891892"/>
                  </a:lnTo>
                  <a:lnTo>
                    <a:pt x="3296819" y="2855383"/>
                  </a:lnTo>
                  <a:lnTo>
                    <a:pt x="3322265" y="2818201"/>
                  </a:lnTo>
                  <a:lnTo>
                    <a:pt x="3346804" y="2780364"/>
                  </a:lnTo>
                  <a:lnTo>
                    <a:pt x="3370422" y="2741885"/>
                  </a:lnTo>
                  <a:lnTo>
                    <a:pt x="3393101" y="2702781"/>
                  </a:lnTo>
                  <a:lnTo>
                    <a:pt x="3414827" y="2663068"/>
                  </a:lnTo>
                  <a:lnTo>
                    <a:pt x="3435583" y="2622761"/>
                  </a:lnTo>
                  <a:lnTo>
                    <a:pt x="3455355" y="2581876"/>
                  </a:lnTo>
                  <a:lnTo>
                    <a:pt x="3474126" y="2540429"/>
                  </a:lnTo>
                  <a:lnTo>
                    <a:pt x="3491881" y="2498434"/>
                  </a:lnTo>
                  <a:lnTo>
                    <a:pt x="3508603" y="2455909"/>
                  </a:lnTo>
                  <a:lnTo>
                    <a:pt x="3524278" y="2412868"/>
                  </a:lnTo>
                  <a:lnTo>
                    <a:pt x="3538890" y="2369328"/>
                  </a:lnTo>
                  <a:lnTo>
                    <a:pt x="3552423" y="2325303"/>
                  </a:lnTo>
                  <a:lnTo>
                    <a:pt x="3564861" y="2280810"/>
                  </a:lnTo>
                  <a:lnTo>
                    <a:pt x="3576189" y="2235864"/>
                  </a:lnTo>
                  <a:lnTo>
                    <a:pt x="3586391" y="2190481"/>
                  </a:lnTo>
                  <a:lnTo>
                    <a:pt x="3595452" y="2144676"/>
                  </a:lnTo>
                  <a:lnTo>
                    <a:pt x="3603355" y="2098466"/>
                  </a:lnTo>
                  <a:lnTo>
                    <a:pt x="3610086" y="2051866"/>
                  </a:lnTo>
                  <a:lnTo>
                    <a:pt x="3615627" y="2004891"/>
                  </a:lnTo>
                  <a:lnTo>
                    <a:pt x="3619965" y="1957557"/>
                  </a:lnTo>
                  <a:lnTo>
                    <a:pt x="3623083" y="1909880"/>
                  </a:lnTo>
                  <a:lnTo>
                    <a:pt x="3624965" y="1861876"/>
                  </a:lnTo>
                  <a:lnTo>
                    <a:pt x="3625596" y="1813560"/>
                  </a:lnTo>
                  <a:lnTo>
                    <a:pt x="3624965" y="1765243"/>
                  </a:lnTo>
                  <a:lnTo>
                    <a:pt x="3623083" y="1717239"/>
                  </a:lnTo>
                  <a:lnTo>
                    <a:pt x="3619965" y="1669562"/>
                  </a:lnTo>
                  <a:lnTo>
                    <a:pt x="3615627" y="1622228"/>
                  </a:lnTo>
                  <a:lnTo>
                    <a:pt x="3610086" y="1575253"/>
                  </a:lnTo>
                  <a:lnTo>
                    <a:pt x="3603355" y="1528653"/>
                  </a:lnTo>
                  <a:lnTo>
                    <a:pt x="3595452" y="1482443"/>
                  </a:lnTo>
                  <a:lnTo>
                    <a:pt x="3586391" y="1436638"/>
                  </a:lnTo>
                  <a:lnTo>
                    <a:pt x="3576189" y="1391255"/>
                  </a:lnTo>
                  <a:lnTo>
                    <a:pt x="3564861" y="1346309"/>
                  </a:lnTo>
                  <a:lnTo>
                    <a:pt x="3552423" y="1301816"/>
                  </a:lnTo>
                  <a:lnTo>
                    <a:pt x="3538890" y="1257791"/>
                  </a:lnTo>
                  <a:lnTo>
                    <a:pt x="3524278" y="1214251"/>
                  </a:lnTo>
                  <a:lnTo>
                    <a:pt x="3508603" y="1171210"/>
                  </a:lnTo>
                  <a:lnTo>
                    <a:pt x="3491881" y="1128685"/>
                  </a:lnTo>
                  <a:lnTo>
                    <a:pt x="3474126" y="1086690"/>
                  </a:lnTo>
                  <a:lnTo>
                    <a:pt x="3455355" y="1045243"/>
                  </a:lnTo>
                  <a:lnTo>
                    <a:pt x="3435583" y="1004358"/>
                  </a:lnTo>
                  <a:lnTo>
                    <a:pt x="3414827" y="964051"/>
                  </a:lnTo>
                  <a:lnTo>
                    <a:pt x="3393101" y="924338"/>
                  </a:lnTo>
                  <a:lnTo>
                    <a:pt x="3370422" y="885234"/>
                  </a:lnTo>
                  <a:lnTo>
                    <a:pt x="3346804" y="846755"/>
                  </a:lnTo>
                  <a:lnTo>
                    <a:pt x="3322265" y="808918"/>
                  </a:lnTo>
                  <a:lnTo>
                    <a:pt x="3296819" y="771736"/>
                  </a:lnTo>
                  <a:lnTo>
                    <a:pt x="3270481" y="735227"/>
                  </a:lnTo>
                  <a:lnTo>
                    <a:pt x="3243269" y="699405"/>
                  </a:lnTo>
                  <a:lnTo>
                    <a:pt x="3215196" y="664287"/>
                  </a:lnTo>
                  <a:lnTo>
                    <a:pt x="3186280" y="629888"/>
                  </a:lnTo>
                  <a:lnTo>
                    <a:pt x="3156536" y="596223"/>
                  </a:lnTo>
                  <a:lnTo>
                    <a:pt x="3125979" y="563309"/>
                  </a:lnTo>
                  <a:lnTo>
                    <a:pt x="3094624" y="531161"/>
                  </a:lnTo>
                  <a:lnTo>
                    <a:pt x="3062489" y="499795"/>
                  </a:lnTo>
                  <a:lnTo>
                    <a:pt x="3029588" y="469226"/>
                  </a:lnTo>
                  <a:lnTo>
                    <a:pt x="2995937" y="439470"/>
                  </a:lnTo>
                  <a:lnTo>
                    <a:pt x="2961551" y="410543"/>
                  </a:lnTo>
                  <a:lnTo>
                    <a:pt x="2926447" y="382460"/>
                  </a:lnTo>
                  <a:lnTo>
                    <a:pt x="2890640" y="355238"/>
                  </a:lnTo>
                  <a:lnTo>
                    <a:pt x="2854145" y="328891"/>
                  </a:lnTo>
                  <a:lnTo>
                    <a:pt x="2816979" y="303435"/>
                  </a:lnTo>
                  <a:lnTo>
                    <a:pt x="2779157" y="278886"/>
                  </a:lnTo>
                  <a:lnTo>
                    <a:pt x="2740694" y="255261"/>
                  </a:lnTo>
                  <a:lnTo>
                    <a:pt x="2701607" y="232573"/>
                  </a:lnTo>
                  <a:lnTo>
                    <a:pt x="2661911" y="210840"/>
                  </a:lnTo>
                  <a:lnTo>
                    <a:pt x="2621621" y="190076"/>
                  </a:lnTo>
                  <a:lnTo>
                    <a:pt x="2580754" y="170297"/>
                  </a:lnTo>
                  <a:lnTo>
                    <a:pt x="2539324" y="151520"/>
                  </a:lnTo>
                  <a:lnTo>
                    <a:pt x="2497348" y="133759"/>
                  </a:lnTo>
                  <a:lnTo>
                    <a:pt x="2454842" y="117031"/>
                  </a:lnTo>
                  <a:lnTo>
                    <a:pt x="2411820" y="101350"/>
                  </a:lnTo>
                  <a:lnTo>
                    <a:pt x="2368299" y="86733"/>
                  </a:lnTo>
                  <a:lnTo>
                    <a:pt x="2324295" y="73196"/>
                  </a:lnTo>
                  <a:lnTo>
                    <a:pt x="2279822" y="60753"/>
                  </a:lnTo>
                  <a:lnTo>
                    <a:pt x="2234897" y="49422"/>
                  </a:lnTo>
                  <a:lnTo>
                    <a:pt x="2189535" y="39216"/>
                  </a:lnTo>
                  <a:lnTo>
                    <a:pt x="2143752" y="30153"/>
                  </a:lnTo>
                  <a:lnTo>
                    <a:pt x="2097564" y="22247"/>
                  </a:lnTo>
                  <a:lnTo>
                    <a:pt x="2050986" y="15514"/>
                  </a:lnTo>
                  <a:lnTo>
                    <a:pt x="2004034" y="9971"/>
                  </a:lnTo>
                  <a:lnTo>
                    <a:pt x="1956723" y="5632"/>
                  </a:lnTo>
                  <a:lnTo>
                    <a:pt x="1909070" y="2513"/>
                  </a:lnTo>
                  <a:lnTo>
                    <a:pt x="1861089" y="631"/>
                  </a:lnTo>
                  <a:lnTo>
                    <a:pt x="1812798" y="0"/>
                  </a:lnTo>
                  <a:close/>
                </a:path>
              </a:pathLst>
            </a:custGeom>
            <a:solidFill>
              <a:srgbClr val="171717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30173" y="1977390"/>
              <a:ext cx="3625850" cy="3627120"/>
            </a:xfrm>
            <a:custGeom>
              <a:avLst/>
              <a:gdLst/>
              <a:ahLst/>
              <a:cxnLst/>
              <a:rect l="l" t="t" r="r" b="b"/>
              <a:pathLst>
                <a:path w="3625850" h="3627120">
                  <a:moveTo>
                    <a:pt x="0" y="1813560"/>
                  </a:moveTo>
                  <a:lnTo>
                    <a:pt x="630" y="1765243"/>
                  </a:lnTo>
                  <a:lnTo>
                    <a:pt x="2512" y="1717239"/>
                  </a:lnTo>
                  <a:lnTo>
                    <a:pt x="5630" y="1669562"/>
                  </a:lnTo>
                  <a:lnTo>
                    <a:pt x="9968" y="1622228"/>
                  </a:lnTo>
                  <a:lnTo>
                    <a:pt x="15509" y="1575253"/>
                  </a:lnTo>
                  <a:lnTo>
                    <a:pt x="22240" y="1528653"/>
                  </a:lnTo>
                  <a:lnTo>
                    <a:pt x="30143" y="1482443"/>
                  </a:lnTo>
                  <a:lnTo>
                    <a:pt x="39204" y="1436638"/>
                  </a:lnTo>
                  <a:lnTo>
                    <a:pt x="49406" y="1391255"/>
                  </a:lnTo>
                  <a:lnTo>
                    <a:pt x="60734" y="1346309"/>
                  </a:lnTo>
                  <a:lnTo>
                    <a:pt x="73172" y="1301816"/>
                  </a:lnTo>
                  <a:lnTo>
                    <a:pt x="86705" y="1257791"/>
                  </a:lnTo>
                  <a:lnTo>
                    <a:pt x="101317" y="1214251"/>
                  </a:lnTo>
                  <a:lnTo>
                    <a:pt x="116992" y="1171210"/>
                  </a:lnTo>
                  <a:lnTo>
                    <a:pt x="133714" y="1128685"/>
                  </a:lnTo>
                  <a:lnTo>
                    <a:pt x="151469" y="1086690"/>
                  </a:lnTo>
                  <a:lnTo>
                    <a:pt x="170240" y="1045243"/>
                  </a:lnTo>
                  <a:lnTo>
                    <a:pt x="190012" y="1004358"/>
                  </a:lnTo>
                  <a:lnTo>
                    <a:pt x="210768" y="964051"/>
                  </a:lnTo>
                  <a:lnTo>
                    <a:pt x="232494" y="924338"/>
                  </a:lnTo>
                  <a:lnTo>
                    <a:pt x="255173" y="885234"/>
                  </a:lnTo>
                  <a:lnTo>
                    <a:pt x="278791" y="846755"/>
                  </a:lnTo>
                  <a:lnTo>
                    <a:pt x="303330" y="808918"/>
                  </a:lnTo>
                  <a:lnTo>
                    <a:pt x="328776" y="771736"/>
                  </a:lnTo>
                  <a:lnTo>
                    <a:pt x="355114" y="735227"/>
                  </a:lnTo>
                  <a:lnTo>
                    <a:pt x="382326" y="699405"/>
                  </a:lnTo>
                  <a:lnTo>
                    <a:pt x="410399" y="664287"/>
                  </a:lnTo>
                  <a:lnTo>
                    <a:pt x="439315" y="629888"/>
                  </a:lnTo>
                  <a:lnTo>
                    <a:pt x="469059" y="596223"/>
                  </a:lnTo>
                  <a:lnTo>
                    <a:pt x="499616" y="563309"/>
                  </a:lnTo>
                  <a:lnTo>
                    <a:pt x="530971" y="531161"/>
                  </a:lnTo>
                  <a:lnTo>
                    <a:pt x="563106" y="499795"/>
                  </a:lnTo>
                  <a:lnTo>
                    <a:pt x="596007" y="469226"/>
                  </a:lnTo>
                  <a:lnTo>
                    <a:pt x="629658" y="439470"/>
                  </a:lnTo>
                  <a:lnTo>
                    <a:pt x="664044" y="410543"/>
                  </a:lnTo>
                  <a:lnTo>
                    <a:pt x="699148" y="382460"/>
                  </a:lnTo>
                  <a:lnTo>
                    <a:pt x="734955" y="355238"/>
                  </a:lnTo>
                  <a:lnTo>
                    <a:pt x="771450" y="328891"/>
                  </a:lnTo>
                  <a:lnTo>
                    <a:pt x="808616" y="303435"/>
                  </a:lnTo>
                  <a:lnTo>
                    <a:pt x="846438" y="278886"/>
                  </a:lnTo>
                  <a:lnTo>
                    <a:pt x="884901" y="255261"/>
                  </a:lnTo>
                  <a:lnTo>
                    <a:pt x="923988" y="232573"/>
                  </a:lnTo>
                  <a:lnTo>
                    <a:pt x="963684" y="210840"/>
                  </a:lnTo>
                  <a:lnTo>
                    <a:pt x="1003974" y="190076"/>
                  </a:lnTo>
                  <a:lnTo>
                    <a:pt x="1044841" y="170297"/>
                  </a:lnTo>
                  <a:lnTo>
                    <a:pt x="1086271" y="151520"/>
                  </a:lnTo>
                  <a:lnTo>
                    <a:pt x="1128247" y="133759"/>
                  </a:lnTo>
                  <a:lnTo>
                    <a:pt x="1170753" y="117031"/>
                  </a:lnTo>
                  <a:lnTo>
                    <a:pt x="1213775" y="101350"/>
                  </a:lnTo>
                  <a:lnTo>
                    <a:pt x="1257296" y="86733"/>
                  </a:lnTo>
                  <a:lnTo>
                    <a:pt x="1301300" y="73196"/>
                  </a:lnTo>
                  <a:lnTo>
                    <a:pt x="1345773" y="60753"/>
                  </a:lnTo>
                  <a:lnTo>
                    <a:pt x="1390698" y="49422"/>
                  </a:lnTo>
                  <a:lnTo>
                    <a:pt x="1436060" y="39216"/>
                  </a:lnTo>
                  <a:lnTo>
                    <a:pt x="1481843" y="30153"/>
                  </a:lnTo>
                  <a:lnTo>
                    <a:pt x="1528031" y="22247"/>
                  </a:lnTo>
                  <a:lnTo>
                    <a:pt x="1574609" y="15514"/>
                  </a:lnTo>
                  <a:lnTo>
                    <a:pt x="1621561" y="9971"/>
                  </a:lnTo>
                  <a:lnTo>
                    <a:pt x="1668872" y="5632"/>
                  </a:lnTo>
                  <a:lnTo>
                    <a:pt x="1716525" y="2513"/>
                  </a:lnTo>
                  <a:lnTo>
                    <a:pt x="1764506" y="631"/>
                  </a:lnTo>
                  <a:lnTo>
                    <a:pt x="1812798" y="0"/>
                  </a:lnTo>
                  <a:lnTo>
                    <a:pt x="1861089" y="631"/>
                  </a:lnTo>
                  <a:lnTo>
                    <a:pt x="1909070" y="2513"/>
                  </a:lnTo>
                  <a:lnTo>
                    <a:pt x="1956723" y="5632"/>
                  </a:lnTo>
                  <a:lnTo>
                    <a:pt x="2004034" y="9971"/>
                  </a:lnTo>
                  <a:lnTo>
                    <a:pt x="2050986" y="15514"/>
                  </a:lnTo>
                  <a:lnTo>
                    <a:pt x="2097564" y="22247"/>
                  </a:lnTo>
                  <a:lnTo>
                    <a:pt x="2143752" y="30153"/>
                  </a:lnTo>
                  <a:lnTo>
                    <a:pt x="2189535" y="39216"/>
                  </a:lnTo>
                  <a:lnTo>
                    <a:pt x="2234897" y="49422"/>
                  </a:lnTo>
                  <a:lnTo>
                    <a:pt x="2279822" y="60753"/>
                  </a:lnTo>
                  <a:lnTo>
                    <a:pt x="2324295" y="73196"/>
                  </a:lnTo>
                  <a:lnTo>
                    <a:pt x="2368299" y="86733"/>
                  </a:lnTo>
                  <a:lnTo>
                    <a:pt x="2411820" y="101350"/>
                  </a:lnTo>
                  <a:lnTo>
                    <a:pt x="2454842" y="117031"/>
                  </a:lnTo>
                  <a:lnTo>
                    <a:pt x="2497348" y="133759"/>
                  </a:lnTo>
                  <a:lnTo>
                    <a:pt x="2539324" y="151520"/>
                  </a:lnTo>
                  <a:lnTo>
                    <a:pt x="2580754" y="170297"/>
                  </a:lnTo>
                  <a:lnTo>
                    <a:pt x="2621621" y="190076"/>
                  </a:lnTo>
                  <a:lnTo>
                    <a:pt x="2661911" y="210840"/>
                  </a:lnTo>
                  <a:lnTo>
                    <a:pt x="2701607" y="232573"/>
                  </a:lnTo>
                  <a:lnTo>
                    <a:pt x="2740694" y="255261"/>
                  </a:lnTo>
                  <a:lnTo>
                    <a:pt x="2779157" y="278886"/>
                  </a:lnTo>
                  <a:lnTo>
                    <a:pt x="2816979" y="303435"/>
                  </a:lnTo>
                  <a:lnTo>
                    <a:pt x="2854145" y="328891"/>
                  </a:lnTo>
                  <a:lnTo>
                    <a:pt x="2890640" y="355238"/>
                  </a:lnTo>
                  <a:lnTo>
                    <a:pt x="2926447" y="382460"/>
                  </a:lnTo>
                  <a:lnTo>
                    <a:pt x="2961551" y="410543"/>
                  </a:lnTo>
                  <a:lnTo>
                    <a:pt x="2995937" y="439470"/>
                  </a:lnTo>
                  <a:lnTo>
                    <a:pt x="3029588" y="469226"/>
                  </a:lnTo>
                  <a:lnTo>
                    <a:pt x="3062489" y="499795"/>
                  </a:lnTo>
                  <a:lnTo>
                    <a:pt x="3094624" y="531161"/>
                  </a:lnTo>
                  <a:lnTo>
                    <a:pt x="3125979" y="563309"/>
                  </a:lnTo>
                  <a:lnTo>
                    <a:pt x="3156536" y="596223"/>
                  </a:lnTo>
                  <a:lnTo>
                    <a:pt x="3186280" y="629888"/>
                  </a:lnTo>
                  <a:lnTo>
                    <a:pt x="3215196" y="664287"/>
                  </a:lnTo>
                  <a:lnTo>
                    <a:pt x="3243269" y="699405"/>
                  </a:lnTo>
                  <a:lnTo>
                    <a:pt x="3270481" y="735227"/>
                  </a:lnTo>
                  <a:lnTo>
                    <a:pt x="3296819" y="771736"/>
                  </a:lnTo>
                  <a:lnTo>
                    <a:pt x="3322265" y="808918"/>
                  </a:lnTo>
                  <a:lnTo>
                    <a:pt x="3346804" y="846755"/>
                  </a:lnTo>
                  <a:lnTo>
                    <a:pt x="3370422" y="885234"/>
                  </a:lnTo>
                  <a:lnTo>
                    <a:pt x="3393101" y="924338"/>
                  </a:lnTo>
                  <a:lnTo>
                    <a:pt x="3414827" y="964051"/>
                  </a:lnTo>
                  <a:lnTo>
                    <a:pt x="3435583" y="1004358"/>
                  </a:lnTo>
                  <a:lnTo>
                    <a:pt x="3455355" y="1045243"/>
                  </a:lnTo>
                  <a:lnTo>
                    <a:pt x="3474126" y="1086690"/>
                  </a:lnTo>
                  <a:lnTo>
                    <a:pt x="3491881" y="1128685"/>
                  </a:lnTo>
                  <a:lnTo>
                    <a:pt x="3508603" y="1171210"/>
                  </a:lnTo>
                  <a:lnTo>
                    <a:pt x="3524278" y="1214251"/>
                  </a:lnTo>
                  <a:lnTo>
                    <a:pt x="3538890" y="1257791"/>
                  </a:lnTo>
                  <a:lnTo>
                    <a:pt x="3552423" y="1301816"/>
                  </a:lnTo>
                  <a:lnTo>
                    <a:pt x="3564861" y="1346309"/>
                  </a:lnTo>
                  <a:lnTo>
                    <a:pt x="3576189" y="1391255"/>
                  </a:lnTo>
                  <a:lnTo>
                    <a:pt x="3586391" y="1436638"/>
                  </a:lnTo>
                  <a:lnTo>
                    <a:pt x="3595452" y="1482443"/>
                  </a:lnTo>
                  <a:lnTo>
                    <a:pt x="3603355" y="1528653"/>
                  </a:lnTo>
                  <a:lnTo>
                    <a:pt x="3610086" y="1575253"/>
                  </a:lnTo>
                  <a:lnTo>
                    <a:pt x="3615627" y="1622228"/>
                  </a:lnTo>
                  <a:lnTo>
                    <a:pt x="3619965" y="1669562"/>
                  </a:lnTo>
                  <a:lnTo>
                    <a:pt x="3623083" y="1717239"/>
                  </a:lnTo>
                  <a:lnTo>
                    <a:pt x="3624965" y="1765243"/>
                  </a:lnTo>
                  <a:lnTo>
                    <a:pt x="3625596" y="1813560"/>
                  </a:lnTo>
                  <a:lnTo>
                    <a:pt x="3624965" y="1861876"/>
                  </a:lnTo>
                  <a:lnTo>
                    <a:pt x="3623083" y="1909880"/>
                  </a:lnTo>
                  <a:lnTo>
                    <a:pt x="3619965" y="1957557"/>
                  </a:lnTo>
                  <a:lnTo>
                    <a:pt x="3615627" y="2004891"/>
                  </a:lnTo>
                  <a:lnTo>
                    <a:pt x="3610086" y="2051866"/>
                  </a:lnTo>
                  <a:lnTo>
                    <a:pt x="3603355" y="2098466"/>
                  </a:lnTo>
                  <a:lnTo>
                    <a:pt x="3595452" y="2144676"/>
                  </a:lnTo>
                  <a:lnTo>
                    <a:pt x="3586391" y="2190481"/>
                  </a:lnTo>
                  <a:lnTo>
                    <a:pt x="3576189" y="2235864"/>
                  </a:lnTo>
                  <a:lnTo>
                    <a:pt x="3564861" y="2280810"/>
                  </a:lnTo>
                  <a:lnTo>
                    <a:pt x="3552423" y="2325303"/>
                  </a:lnTo>
                  <a:lnTo>
                    <a:pt x="3538890" y="2369328"/>
                  </a:lnTo>
                  <a:lnTo>
                    <a:pt x="3524278" y="2412868"/>
                  </a:lnTo>
                  <a:lnTo>
                    <a:pt x="3508603" y="2455909"/>
                  </a:lnTo>
                  <a:lnTo>
                    <a:pt x="3491881" y="2498434"/>
                  </a:lnTo>
                  <a:lnTo>
                    <a:pt x="3474126" y="2540429"/>
                  </a:lnTo>
                  <a:lnTo>
                    <a:pt x="3455355" y="2581876"/>
                  </a:lnTo>
                  <a:lnTo>
                    <a:pt x="3435583" y="2622761"/>
                  </a:lnTo>
                  <a:lnTo>
                    <a:pt x="3414827" y="2663068"/>
                  </a:lnTo>
                  <a:lnTo>
                    <a:pt x="3393101" y="2702781"/>
                  </a:lnTo>
                  <a:lnTo>
                    <a:pt x="3370422" y="2741885"/>
                  </a:lnTo>
                  <a:lnTo>
                    <a:pt x="3346804" y="2780364"/>
                  </a:lnTo>
                  <a:lnTo>
                    <a:pt x="3322265" y="2818201"/>
                  </a:lnTo>
                  <a:lnTo>
                    <a:pt x="3296819" y="2855383"/>
                  </a:lnTo>
                  <a:lnTo>
                    <a:pt x="3270481" y="2891892"/>
                  </a:lnTo>
                  <a:lnTo>
                    <a:pt x="3243269" y="2927714"/>
                  </a:lnTo>
                  <a:lnTo>
                    <a:pt x="3215196" y="2962832"/>
                  </a:lnTo>
                  <a:lnTo>
                    <a:pt x="3186280" y="2997231"/>
                  </a:lnTo>
                  <a:lnTo>
                    <a:pt x="3156536" y="3030896"/>
                  </a:lnTo>
                  <a:lnTo>
                    <a:pt x="3125979" y="3063810"/>
                  </a:lnTo>
                  <a:lnTo>
                    <a:pt x="3094624" y="3095958"/>
                  </a:lnTo>
                  <a:lnTo>
                    <a:pt x="3062489" y="3127324"/>
                  </a:lnTo>
                  <a:lnTo>
                    <a:pt x="3029588" y="3157893"/>
                  </a:lnTo>
                  <a:lnTo>
                    <a:pt x="2995937" y="3187649"/>
                  </a:lnTo>
                  <a:lnTo>
                    <a:pt x="2961551" y="3216576"/>
                  </a:lnTo>
                  <a:lnTo>
                    <a:pt x="2926447" y="3244659"/>
                  </a:lnTo>
                  <a:lnTo>
                    <a:pt x="2890640" y="3271881"/>
                  </a:lnTo>
                  <a:lnTo>
                    <a:pt x="2854145" y="3298228"/>
                  </a:lnTo>
                  <a:lnTo>
                    <a:pt x="2816979" y="3323684"/>
                  </a:lnTo>
                  <a:lnTo>
                    <a:pt x="2779157" y="3348233"/>
                  </a:lnTo>
                  <a:lnTo>
                    <a:pt x="2740694" y="3371858"/>
                  </a:lnTo>
                  <a:lnTo>
                    <a:pt x="2701607" y="3394546"/>
                  </a:lnTo>
                  <a:lnTo>
                    <a:pt x="2661911" y="3416279"/>
                  </a:lnTo>
                  <a:lnTo>
                    <a:pt x="2621621" y="3437043"/>
                  </a:lnTo>
                  <a:lnTo>
                    <a:pt x="2580754" y="3456822"/>
                  </a:lnTo>
                  <a:lnTo>
                    <a:pt x="2539324" y="3475599"/>
                  </a:lnTo>
                  <a:lnTo>
                    <a:pt x="2497348" y="3493360"/>
                  </a:lnTo>
                  <a:lnTo>
                    <a:pt x="2454842" y="3510088"/>
                  </a:lnTo>
                  <a:lnTo>
                    <a:pt x="2411820" y="3525769"/>
                  </a:lnTo>
                  <a:lnTo>
                    <a:pt x="2368299" y="3540386"/>
                  </a:lnTo>
                  <a:lnTo>
                    <a:pt x="2324295" y="3553923"/>
                  </a:lnTo>
                  <a:lnTo>
                    <a:pt x="2279822" y="3566366"/>
                  </a:lnTo>
                  <a:lnTo>
                    <a:pt x="2234897" y="3577697"/>
                  </a:lnTo>
                  <a:lnTo>
                    <a:pt x="2189535" y="3587903"/>
                  </a:lnTo>
                  <a:lnTo>
                    <a:pt x="2143752" y="3596966"/>
                  </a:lnTo>
                  <a:lnTo>
                    <a:pt x="2097564" y="3604872"/>
                  </a:lnTo>
                  <a:lnTo>
                    <a:pt x="2050986" y="3611605"/>
                  </a:lnTo>
                  <a:lnTo>
                    <a:pt x="2004034" y="3617148"/>
                  </a:lnTo>
                  <a:lnTo>
                    <a:pt x="1956723" y="3621487"/>
                  </a:lnTo>
                  <a:lnTo>
                    <a:pt x="1909070" y="3624606"/>
                  </a:lnTo>
                  <a:lnTo>
                    <a:pt x="1861089" y="3626488"/>
                  </a:lnTo>
                  <a:lnTo>
                    <a:pt x="1812798" y="3627120"/>
                  </a:lnTo>
                  <a:lnTo>
                    <a:pt x="1764506" y="3626488"/>
                  </a:lnTo>
                  <a:lnTo>
                    <a:pt x="1716525" y="3624606"/>
                  </a:lnTo>
                  <a:lnTo>
                    <a:pt x="1668872" y="3621487"/>
                  </a:lnTo>
                  <a:lnTo>
                    <a:pt x="1621561" y="3617148"/>
                  </a:lnTo>
                  <a:lnTo>
                    <a:pt x="1574609" y="3611605"/>
                  </a:lnTo>
                  <a:lnTo>
                    <a:pt x="1528031" y="3604872"/>
                  </a:lnTo>
                  <a:lnTo>
                    <a:pt x="1481843" y="3596966"/>
                  </a:lnTo>
                  <a:lnTo>
                    <a:pt x="1436060" y="3587903"/>
                  </a:lnTo>
                  <a:lnTo>
                    <a:pt x="1390698" y="3577697"/>
                  </a:lnTo>
                  <a:lnTo>
                    <a:pt x="1345773" y="3566366"/>
                  </a:lnTo>
                  <a:lnTo>
                    <a:pt x="1301300" y="3553923"/>
                  </a:lnTo>
                  <a:lnTo>
                    <a:pt x="1257296" y="3540386"/>
                  </a:lnTo>
                  <a:lnTo>
                    <a:pt x="1213775" y="3525769"/>
                  </a:lnTo>
                  <a:lnTo>
                    <a:pt x="1170753" y="3510088"/>
                  </a:lnTo>
                  <a:lnTo>
                    <a:pt x="1128247" y="3493360"/>
                  </a:lnTo>
                  <a:lnTo>
                    <a:pt x="1086271" y="3475599"/>
                  </a:lnTo>
                  <a:lnTo>
                    <a:pt x="1044841" y="3456822"/>
                  </a:lnTo>
                  <a:lnTo>
                    <a:pt x="1003974" y="3437043"/>
                  </a:lnTo>
                  <a:lnTo>
                    <a:pt x="963684" y="3416279"/>
                  </a:lnTo>
                  <a:lnTo>
                    <a:pt x="923988" y="3394546"/>
                  </a:lnTo>
                  <a:lnTo>
                    <a:pt x="884901" y="3371858"/>
                  </a:lnTo>
                  <a:lnTo>
                    <a:pt x="846438" y="3348233"/>
                  </a:lnTo>
                  <a:lnTo>
                    <a:pt x="808616" y="3323684"/>
                  </a:lnTo>
                  <a:lnTo>
                    <a:pt x="771450" y="3298228"/>
                  </a:lnTo>
                  <a:lnTo>
                    <a:pt x="734955" y="3271881"/>
                  </a:lnTo>
                  <a:lnTo>
                    <a:pt x="699148" y="3244659"/>
                  </a:lnTo>
                  <a:lnTo>
                    <a:pt x="664044" y="3216576"/>
                  </a:lnTo>
                  <a:lnTo>
                    <a:pt x="629658" y="3187649"/>
                  </a:lnTo>
                  <a:lnTo>
                    <a:pt x="596007" y="3157893"/>
                  </a:lnTo>
                  <a:lnTo>
                    <a:pt x="563106" y="3127324"/>
                  </a:lnTo>
                  <a:lnTo>
                    <a:pt x="530971" y="3095958"/>
                  </a:lnTo>
                  <a:lnTo>
                    <a:pt x="499616" y="3063810"/>
                  </a:lnTo>
                  <a:lnTo>
                    <a:pt x="469059" y="3030896"/>
                  </a:lnTo>
                  <a:lnTo>
                    <a:pt x="439315" y="2997231"/>
                  </a:lnTo>
                  <a:lnTo>
                    <a:pt x="410399" y="2962832"/>
                  </a:lnTo>
                  <a:lnTo>
                    <a:pt x="382326" y="2927714"/>
                  </a:lnTo>
                  <a:lnTo>
                    <a:pt x="355114" y="2891892"/>
                  </a:lnTo>
                  <a:lnTo>
                    <a:pt x="328776" y="2855383"/>
                  </a:lnTo>
                  <a:lnTo>
                    <a:pt x="303330" y="2818201"/>
                  </a:lnTo>
                  <a:lnTo>
                    <a:pt x="278791" y="2780364"/>
                  </a:lnTo>
                  <a:lnTo>
                    <a:pt x="255173" y="2741885"/>
                  </a:lnTo>
                  <a:lnTo>
                    <a:pt x="232494" y="2702781"/>
                  </a:lnTo>
                  <a:lnTo>
                    <a:pt x="210768" y="2663068"/>
                  </a:lnTo>
                  <a:lnTo>
                    <a:pt x="190012" y="2622761"/>
                  </a:lnTo>
                  <a:lnTo>
                    <a:pt x="170240" y="2581876"/>
                  </a:lnTo>
                  <a:lnTo>
                    <a:pt x="151469" y="2540429"/>
                  </a:lnTo>
                  <a:lnTo>
                    <a:pt x="133714" y="2498434"/>
                  </a:lnTo>
                  <a:lnTo>
                    <a:pt x="116992" y="2455909"/>
                  </a:lnTo>
                  <a:lnTo>
                    <a:pt x="101317" y="2412868"/>
                  </a:lnTo>
                  <a:lnTo>
                    <a:pt x="86705" y="2369328"/>
                  </a:lnTo>
                  <a:lnTo>
                    <a:pt x="73172" y="2325303"/>
                  </a:lnTo>
                  <a:lnTo>
                    <a:pt x="60734" y="2280810"/>
                  </a:lnTo>
                  <a:lnTo>
                    <a:pt x="49406" y="2235864"/>
                  </a:lnTo>
                  <a:lnTo>
                    <a:pt x="39204" y="2190481"/>
                  </a:lnTo>
                  <a:lnTo>
                    <a:pt x="30143" y="2144676"/>
                  </a:lnTo>
                  <a:lnTo>
                    <a:pt x="22240" y="2098466"/>
                  </a:lnTo>
                  <a:lnTo>
                    <a:pt x="15509" y="2051866"/>
                  </a:lnTo>
                  <a:lnTo>
                    <a:pt x="9968" y="2004891"/>
                  </a:lnTo>
                  <a:lnTo>
                    <a:pt x="5630" y="1957557"/>
                  </a:lnTo>
                  <a:lnTo>
                    <a:pt x="2512" y="1909880"/>
                  </a:lnTo>
                  <a:lnTo>
                    <a:pt x="630" y="1861876"/>
                  </a:lnTo>
                  <a:lnTo>
                    <a:pt x="0" y="18135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61287" y="3788664"/>
              <a:ext cx="2583180" cy="0"/>
            </a:xfrm>
            <a:custGeom>
              <a:avLst/>
              <a:gdLst/>
              <a:ahLst/>
              <a:cxnLst/>
              <a:rect l="l" t="t" r="r" b="b"/>
              <a:pathLst>
                <a:path w="2583179" h="0">
                  <a:moveTo>
                    <a:pt x="0" y="0"/>
                  </a:moveTo>
                  <a:lnTo>
                    <a:pt x="2582926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62050" y="2490977"/>
              <a:ext cx="2550795" cy="1301115"/>
            </a:xfrm>
            <a:custGeom>
              <a:avLst/>
              <a:gdLst/>
              <a:ahLst/>
              <a:cxnLst/>
              <a:rect l="l" t="t" r="r" b="b"/>
              <a:pathLst>
                <a:path w="2550795" h="1301114">
                  <a:moveTo>
                    <a:pt x="0" y="0"/>
                  </a:moveTo>
                  <a:lnTo>
                    <a:pt x="1291463" y="1294257"/>
                  </a:lnTo>
                </a:path>
                <a:path w="2550795" h="1301114">
                  <a:moveTo>
                    <a:pt x="2550541" y="12192"/>
                  </a:moveTo>
                  <a:lnTo>
                    <a:pt x="1284732" y="1300861"/>
                  </a:lnTo>
                </a:path>
              </a:pathLst>
            </a:custGeom>
            <a:ln w="254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446781" y="1200150"/>
              <a:ext cx="0" cy="2583180"/>
            </a:xfrm>
            <a:custGeom>
              <a:avLst/>
              <a:gdLst/>
              <a:ahLst/>
              <a:cxnLst/>
              <a:rect l="l" t="t" r="r" b="b"/>
              <a:pathLst>
                <a:path w="0" h="2583179">
                  <a:moveTo>
                    <a:pt x="0" y="0"/>
                  </a:moveTo>
                  <a:lnTo>
                    <a:pt x="0" y="2582926"/>
                  </a:lnTo>
                </a:path>
              </a:pathLst>
            </a:custGeom>
            <a:ln w="25400">
              <a:solidFill>
                <a:srgbClr val="FFFF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70634" y="2398141"/>
              <a:ext cx="2541270" cy="1394460"/>
            </a:xfrm>
            <a:custGeom>
              <a:avLst/>
              <a:gdLst/>
              <a:ahLst/>
              <a:cxnLst/>
              <a:rect l="l" t="t" r="r" b="b"/>
              <a:pathLst>
                <a:path w="2541270" h="1394460">
                  <a:moveTo>
                    <a:pt x="0" y="210947"/>
                  </a:moveTo>
                  <a:lnTo>
                    <a:pt x="1399286" y="1387729"/>
                  </a:lnTo>
                </a:path>
                <a:path w="2541270" h="1394460">
                  <a:moveTo>
                    <a:pt x="2541016" y="0"/>
                  </a:moveTo>
                  <a:lnTo>
                    <a:pt x="1392428" y="1394079"/>
                  </a:lnTo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437129" y="1210564"/>
              <a:ext cx="225425" cy="2573655"/>
            </a:xfrm>
            <a:custGeom>
              <a:avLst/>
              <a:gdLst/>
              <a:ahLst/>
              <a:cxnLst/>
              <a:rect l="l" t="t" r="r" b="b"/>
              <a:pathLst>
                <a:path w="225425" h="2573654">
                  <a:moveTo>
                    <a:pt x="0" y="0"/>
                  </a:moveTo>
                  <a:lnTo>
                    <a:pt x="225170" y="2573147"/>
                  </a:lnTo>
                </a:path>
              </a:pathLst>
            </a:custGeom>
            <a:ln w="12700">
              <a:solidFill>
                <a:srgbClr val="FFFF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56398" y="2386838"/>
              <a:ext cx="2539365" cy="1407160"/>
            </a:xfrm>
            <a:custGeom>
              <a:avLst/>
              <a:gdLst/>
              <a:ahLst/>
              <a:cxnLst/>
              <a:rect l="l" t="t" r="r" b="b"/>
              <a:pathLst>
                <a:path w="2539365" h="1407160">
                  <a:moveTo>
                    <a:pt x="0" y="0"/>
                  </a:moveTo>
                  <a:lnTo>
                    <a:pt x="1173721" y="1401953"/>
                  </a:lnTo>
                </a:path>
                <a:path w="2539365" h="1407160">
                  <a:moveTo>
                    <a:pt x="2539098" y="233552"/>
                  </a:moveTo>
                  <a:lnTo>
                    <a:pt x="1165847" y="1406906"/>
                  </a:lnTo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223007" y="1212215"/>
              <a:ext cx="225425" cy="2573020"/>
            </a:xfrm>
            <a:custGeom>
              <a:avLst/>
              <a:gdLst/>
              <a:ahLst/>
              <a:cxnLst/>
              <a:rect l="l" t="t" r="r" b="b"/>
              <a:pathLst>
                <a:path w="225425" h="2573020">
                  <a:moveTo>
                    <a:pt x="225044" y="0"/>
                  </a:moveTo>
                  <a:lnTo>
                    <a:pt x="0" y="2573020"/>
                  </a:lnTo>
                </a:path>
              </a:pathLst>
            </a:custGeom>
            <a:ln w="12700">
              <a:solidFill>
                <a:srgbClr val="FFFF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49095" y="1222248"/>
              <a:ext cx="2569845" cy="2569845"/>
            </a:xfrm>
            <a:custGeom>
              <a:avLst/>
              <a:gdLst/>
              <a:ahLst/>
              <a:cxnLst/>
              <a:rect l="l" t="t" r="r" b="b"/>
              <a:pathLst>
                <a:path w="2569845" h="2569845">
                  <a:moveTo>
                    <a:pt x="0" y="1284731"/>
                  </a:moveTo>
                  <a:lnTo>
                    <a:pt x="886" y="1236567"/>
                  </a:lnTo>
                  <a:lnTo>
                    <a:pt x="3523" y="1188849"/>
                  </a:lnTo>
                  <a:lnTo>
                    <a:pt x="7881" y="1141610"/>
                  </a:lnTo>
                  <a:lnTo>
                    <a:pt x="13929" y="1094881"/>
                  </a:lnTo>
                  <a:lnTo>
                    <a:pt x="21635" y="1048692"/>
                  </a:lnTo>
                  <a:lnTo>
                    <a:pt x="30968" y="1003075"/>
                  </a:lnTo>
                  <a:lnTo>
                    <a:pt x="41898" y="958060"/>
                  </a:lnTo>
                  <a:lnTo>
                    <a:pt x="54393" y="913680"/>
                  </a:lnTo>
                  <a:lnTo>
                    <a:pt x="68422" y="869964"/>
                  </a:lnTo>
                  <a:lnTo>
                    <a:pt x="83954" y="826944"/>
                  </a:lnTo>
                  <a:lnTo>
                    <a:pt x="100959" y="784651"/>
                  </a:lnTo>
                  <a:lnTo>
                    <a:pt x="119404" y="743116"/>
                  </a:lnTo>
                  <a:lnTo>
                    <a:pt x="139259" y="702370"/>
                  </a:lnTo>
                  <a:lnTo>
                    <a:pt x="160494" y="662444"/>
                  </a:lnTo>
                  <a:lnTo>
                    <a:pt x="183076" y="623369"/>
                  </a:lnTo>
                  <a:lnTo>
                    <a:pt x="206975" y="585177"/>
                  </a:lnTo>
                  <a:lnTo>
                    <a:pt x="232160" y="547897"/>
                  </a:lnTo>
                  <a:lnTo>
                    <a:pt x="258599" y="511562"/>
                  </a:lnTo>
                  <a:lnTo>
                    <a:pt x="286263" y="476202"/>
                  </a:lnTo>
                  <a:lnTo>
                    <a:pt x="315119" y="441848"/>
                  </a:lnTo>
                  <a:lnTo>
                    <a:pt x="345136" y="408532"/>
                  </a:lnTo>
                  <a:lnTo>
                    <a:pt x="376285" y="376285"/>
                  </a:lnTo>
                  <a:lnTo>
                    <a:pt x="408532" y="345136"/>
                  </a:lnTo>
                  <a:lnTo>
                    <a:pt x="441848" y="315119"/>
                  </a:lnTo>
                  <a:lnTo>
                    <a:pt x="476202" y="286263"/>
                  </a:lnTo>
                  <a:lnTo>
                    <a:pt x="511562" y="258599"/>
                  </a:lnTo>
                  <a:lnTo>
                    <a:pt x="547897" y="232160"/>
                  </a:lnTo>
                  <a:lnTo>
                    <a:pt x="585177" y="206975"/>
                  </a:lnTo>
                  <a:lnTo>
                    <a:pt x="623369" y="183076"/>
                  </a:lnTo>
                  <a:lnTo>
                    <a:pt x="662444" y="160494"/>
                  </a:lnTo>
                  <a:lnTo>
                    <a:pt x="702370" y="139259"/>
                  </a:lnTo>
                  <a:lnTo>
                    <a:pt x="743116" y="119404"/>
                  </a:lnTo>
                  <a:lnTo>
                    <a:pt x="784651" y="100959"/>
                  </a:lnTo>
                  <a:lnTo>
                    <a:pt x="826944" y="83954"/>
                  </a:lnTo>
                  <a:lnTo>
                    <a:pt x="869964" y="68422"/>
                  </a:lnTo>
                  <a:lnTo>
                    <a:pt x="913680" y="54393"/>
                  </a:lnTo>
                  <a:lnTo>
                    <a:pt x="958060" y="41898"/>
                  </a:lnTo>
                  <a:lnTo>
                    <a:pt x="1003075" y="30968"/>
                  </a:lnTo>
                  <a:lnTo>
                    <a:pt x="1048692" y="21635"/>
                  </a:lnTo>
                  <a:lnTo>
                    <a:pt x="1094881" y="13929"/>
                  </a:lnTo>
                  <a:lnTo>
                    <a:pt x="1141610" y="7881"/>
                  </a:lnTo>
                  <a:lnTo>
                    <a:pt x="1188849" y="3523"/>
                  </a:lnTo>
                  <a:lnTo>
                    <a:pt x="1236567" y="886"/>
                  </a:lnTo>
                  <a:lnTo>
                    <a:pt x="1284731" y="0"/>
                  </a:lnTo>
                  <a:lnTo>
                    <a:pt x="1332896" y="886"/>
                  </a:lnTo>
                  <a:lnTo>
                    <a:pt x="1380614" y="3523"/>
                  </a:lnTo>
                  <a:lnTo>
                    <a:pt x="1427853" y="7881"/>
                  </a:lnTo>
                  <a:lnTo>
                    <a:pt x="1474582" y="13929"/>
                  </a:lnTo>
                  <a:lnTo>
                    <a:pt x="1520771" y="21635"/>
                  </a:lnTo>
                  <a:lnTo>
                    <a:pt x="1566388" y="30968"/>
                  </a:lnTo>
                  <a:lnTo>
                    <a:pt x="1611403" y="41898"/>
                  </a:lnTo>
                  <a:lnTo>
                    <a:pt x="1655783" y="54393"/>
                  </a:lnTo>
                  <a:lnTo>
                    <a:pt x="1699499" y="68422"/>
                  </a:lnTo>
                  <a:lnTo>
                    <a:pt x="1742519" y="83954"/>
                  </a:lnTo>
                  <a:lnTo>
                    <a:pt x="1784812" y="100959"/>
                  </a:lnTo>
                  <a:lnTo>
                    <a:pt x="1826347" y="119404"/>
                  </a:lnTo>
                  <a:lnTo>
                    <a:pt x="1867093" y="139259"/>
                  </a:lnTo>
                  <a:lnTo>
                    <a:pt x="1907019" y="160494"/>
                  </a:lnTo>
                  <a:lnTo>
                    <a:pt x="1946094" y="183076"/>
                  </a:lnTo>
                  <a:lnTo>
                    <a:pt x="1984286" y="206975"/>
                  </a:lnTo>
                  <a:lnTo>
                    <a:pt x="2021566" y="232160"/>
                  </a:lnTo>
                  <a:lnTo>
                    <a:pt x="2057901" y="258599"/>
                  </a:lnTo>
                  <a:lnTo>
                    <a:pt x="2093261" y="286263"/>
                  </a:lnTo>
                  <a:lnTo>
                    <a:pt x="2127615" y="315119"/>
                  </a:lnTo>
                  <a:lnTo>
                    <a:pt x="2160931" y="345136"/>
                  </a:lnTo>
                  <a:lnTo>
                    <a:pt x="2193178" y="376285"/>
                  </a:lnTo>
                  <a:lnTo>
                    <a:pt x="2224327" y="408532"/>
                  </a:lnTo>
                  <a:lnTo>
                    <a:pt x="2254344" y="441848"/>
                  </a:lnTo>
                  <a:lnTo>
                    <a:pt x="2283200" y="476202"/>
                  </a:lnTo>
                  <a:lnTo>
                    <a:pt x="2310864" y="511562"/>
                  </a:lnTo>
                  <a:lnTo>
                    <a:pt x="2337303" y="547897"/>
                  </a:lnTo>
                  <a:lnTo>
                    <a:pt x="2362488" y="585177"/>
                  </a:lnTo>
                  <a:lnTo>
                    <a:pt x="2386387" y="623369"/>
                  </a:lnTo>
                  <a:lnTo>
                    <a:pt x="2408969" y="662444"/>
                  </a:lnTo>
                  <a:lnTo>
                    <a:pt x="2430204" y="702370"/>
                  </a:lnTo>
                  <a:lnTo>
                    <a:pt x="2450059" y="743116"/>
                  </a:lnTo>
                  <a:lnTo>
                    <a:pt x="2468504" y="784651"/>
                  </a:lnTo>
                  <a:lnTo>
                    <a:pt x="2485509" y="826944"/>
                  </a:lnTo>
                  <a:lnTo>
                    <a:pt x="2501041" y="869964"/>
                  </a:lnTo>
                  <a:lnTo>
                    <a:pt x="2515070" y="913680"/>
                  </a:lnTo>
                  <a:lnTo>
                    <a:pt x="2527565" y="958060"/>
                  </a:lnTo>
                  <a:lnTo>
                    <a:pt x="2538495" y="1003075"/>
                  </a:lnTo>
                  <a:lnTo>
                    <a:pt x="2547828" y="1048692"/>
                  </a:lnTo>
                  <a:lnTo>
                    <a:pt x="2555534" y="1094881"/>
                  </a:lnTo>
                  <a:lnTo>
                    <a:pt x="2561582" y="1141610"/>
                  </a:lnTo>
                  <a:lnTo>
                    <a:pt x="2565940" y="1188849"/>
                  </a:lnTo>
                  <a:lnTo>
                    <a:pt x="2568577" y="1236567"/>
                  </a:lnTo>
                  <a:lnTo>
                    <a:pt x="2569464" y="1284731"/>
                  </a:lnTo>
                  <a:lnTo>
                    <a:pt x="2568577" y="1332896"/>
                  </a:lnTo>
                  <a:lnTo>
                    <a:pt x="2565940" y="1380614"/>
                  </a:lnTo>
                  <a:lnTo>
                    <a:pt x="2561582" y="1427853"/>
                  </a:lnTo>
                  <a:lnTo>
                    <a:pt x="2555534" y="1474582"/>
                  </a:lnTo>
                  <a:lnTo>
                    <a:pt x="2547828" y="1520771"/>
                  </a:lnTo>
                  <a:lnTo>
                    <a:pt x="2538495" y="1566388"/>
                  </a:lnTo>
                  <a:lnTo>
                    <a:pt x="2527565" y="1611403"/>
                  </a:lnTo>
                  <a:lnTo>
                    <a:pt x="2515070" y="1655783"/>
                  </a:lnTo>
                  <a:lnTo>
                    <a:pt x="2501041" y="1699499"/>
                  </a:lnTo>
                  <a:lnTo>
                    <a:pt x="2485509" y="1742519"/>
                  </a:lnTo>
                  <a:lnTo>
                    <a:pt x="2468504" y="1784812"/>
                  </a:lnTo>
                  <a:lnTo>
                    <a:pt x="2450059" y="1826347"/>
                  </a:lnTo>
                  <a:lnTo>
                    <a:pt x="2430204" y="1867093"/>
                  </a:lnTo>
                  <a:lnTo>
                    <a:pt x="2408969" y="1907019"/>
                  </a:lnTo>
                  <a:lnTo>
                    <a:pt x="2386387" y="1946094"/>
                  </a:lnTo>
                  <a:lnTo>
                    <a:pt x="2362488" y="1984286"/>
                  </a:lnTo>
                  <a:lnTo>
                    <a:pt x="2337303" y="2021566"/>
                  </a:lnTo>
                  <a:lnTo>
                    <a:pt x="2310864" y="2057901"/>
                  </a:lnTo>
                  <a:lnTo>
                    <a:pt x="2283200" y="2093261"/>
                  </a:lnTo>
                  <a:lnTo>
                    <a:pt x="2254344" y="2127615"/>
                  </a:lnTo>
                  <a:lnTo>
                    <a:pt x="2224327" y="2160931"/>
                  </a:lnTo>
                  <a:lnTo>
                    <a:pt x="2193178" y="2193178"/>
                  </a:lnTo>
                  <a:lnTo>
                    <a:pt x="2160931" y="2224327"/>
                  </a:lnTo>
                  <a:lnTo>
                    <a:pt x="2127615" y="2254344"/>
                  </a:lnTo>
                  <a:lnTo>
                    <a:pt x="2093261" y="2283200"/>
                  </a:lnTo>
                  <a:lnTo>
                    <a:pt x="2057901" y="2310864"/>
                  </a:lnTo>
                  <a:lnTo>
                    <a:pt x="2021566" y="2337303"/>
                  </a:lnTo>
                  <a:lnTo>
                    <a:pt x="1984286" y="2362488"/>
                  </a:lnTo>
                  <a:lnTo>
                    <a:pt x="1946094" y="2386387"/>
                  </a:lnTo>
                  <a:lnTo>
                    <a:pt x="1907019" y="2408969"/>
                  </a:lnTo>
                  <a:lnTo>
                    <a:pt x="1867093" y="2430204"/>
                  </a:lnTo>
                  <a:lnTo>
                    <a:pt x="1826347" y="2450059"/>
                  </a:lnTo>
                  <a:lnTo>
                    <a:pt x="1784812" y="2468504"/>
                  </a:lnTo>
                  <a:lnTo>
                    <a:pt x="1742519" y="2485509"/>
                  </a:lnTo>
                  <a:lnTo>
                    <a:pt x="1699499" y="2501041"/>
                  </a:lnTo>
                  <a:lnTo>
                    <a:pt x="1655783" y="2515070"/>
                  </a:lnTo>
                  <a:lnTo>
                    <a:pt x="1611403" y="2527565"/>
                  </a:lnTo>
                  <a:lnTo>
                    <a:pt x="1566388" y="2538495"/>
                  </a:lnTo>
                  <a:lnTo>
                    <a:pt x="1520771" y="2547828"/>
                  </a:lnTo>
                  <a:lnTo>
                    <a:pt x="1474582" y="2555534"/>
                  </a:lnTo>
                  <a:lnTo>
                    <a:pt x="1427853" y="2561582"/>
                  </a:lnTo>
                  <a:lnTo>
                    <a:pt x="1380614" y="2565940"/>
                  </a:lnTo>
                  <a:lnTo>
                    <a:pt x="1332896" y="2568577"/>
                  </a:lnTo>
                  <a:lnTo>
                    <a:pt x="1284731" y="2569464"/>
                  </a:lnTo>
                  <a:lnTo>
                    <a:pt x="1236567" y="2568577"/>
                  </a:lnTo>
                  <a:lnTo>
                    <a:pt x="1188849" y="2565940"/>
                  </a:lnTo>
                  <a:lnTo>
                    <a:pt x="1141610" y="2561582"/>
                  </a:lnTo>
                  <a:lnTo>
                    <a:pt x="1094881" y="2555534"/>
                  </a:lnTo>
                  <a:lnTo>
                    <a:pt x="1048692" y="2547828"/>
                  </a:lnTo>
                  <a:lnTo>
                    <a:pt x="1003075" y="2538495"/>
                  </a:lnTo>
                  <a:lnTo>
                    <a:pt x="958060" y="2527565"/>
                  </a:lnTo>
                  <a:lnTo>
                    <a:pt x="913680" y="2515070"/>
                  </a:lnTo>
                  <a:lnTo>
                    <a:pt x="869964" y="2501041"/>
                  </a:lnTo>
                  <a:lnTo>
                    <a:pt x="826944" y="2485509"/>
                  </a:lnTo>
                  <a:lnTo>
                    <a:pt x="784651" y="2468504"/>
                  </a:lnTo>
                  <a:lnTo>
                    <a:pt x="743116" y="2450059"/>
                  </a:lnTo>
                  <a:lnTo>
                    <a:pt x="702370" y="2430204"/>
                  </a:lnTo>
                  <a:lnTo>
                    <a:pt x="662444" y="2408969"/>
                  </a:lnTo>
                  <a:lnTo>
                    <a:pt x="623369" y="2386387"/>
                  </a:lnTo>
                  <a:lnTo>
                    <a:pt x="585177" y="2362488"/>
                  </a:lnTo>
                  <a:lnTo>
                    <a:pt x="547897" y="2337303"/>
                  </a:lnTo>
                  <a:lnTo>
                    <a:pt x="511562" y="2310864"/>
                  </a:lnTo>
                  <a:lnTo>
                    <a:pt x="476202" y="2283200"/>
                  </a:lnTo>
                  <a:lnTo>
                    <a:pt x="441848" y="2254344"/>
                  </a:lnTo>
                  <a:lnTo>
                    <a:pt x="408532" y="2224327"/>
                  </a:lnTo>
                  <a:lnTo>
                    <a:pt x="376285" y="2193178"/>
                  </a:lnTo>
                  <a:lnTo>
                    <a:pt x="345136" y="2160931"/>
                  </a:lnTo>
                  <a:lnTo>
                    <a:pt x="315119" y="2127615"/>
                  </a:lnTo>
                  <a:lnTo>
                    <a:pt x="286263" y="2093261"/>
                  </a:lnTo>
                  <a:lnTo>
                    <a:pt x="258599" y="2057901"/>
                  </a:lnTo>
                  <a:lnTo>
                    <a:pt x="232160" y="2021566"/>
                  </a:lnTo>
                  <a:lnTo>
                    <a:pt x="206975" y="1984286"/>
                  </a:lnTo>
                  <a:lnTo>
                    <a:pt x="183076" y="1946094"/>
                  </a:lnTo>
                  <a:lnTo>
                    <a:pt x="160494" y="1907019"/>
                  </a:lnTo>
                  <a:lnTo>
                    <a:pt x="139259" y="1867093"/>
                  </a:lnTo>
                  <a:lnTo>
                    <a:pt x="119404" y="1826347"/>
                  </a:lnTo>
                  <a:lnTo>
                    <a:pt x="100959" y="1784812"/>
                  </a:lnTo>
                  <a:lnTo>
                    <a:pt x="83954" y="1742519"/>
                  </a:lnTo>
                  <a:lnTo>
                    <a:pt x="68422" y="1699499"/>
                  </a:lnTo>
                  <a:lnTo>
                    <a:pt x="54393" y="1655783"/>
                  </a:lnTo>
                  <a:lnTo>
                    <a:pt x="41898" y="1611403"/>
                  </a:lnTo>
                  <a:lnTo>
                    <a:pt x="30968" y="1566388"/>
                  </a:lnTo>
                  <a:lnTo>
                    <a:pt x="21635" y="1520771"/>
                  </a:lnTo>
                  <a:lnTo>
                    <a:pt x="13929" y="1474582"/>
                  </a:lnTo>
                  <a:lnTo>
                    <a:pt x="7881" y="1427853"/>
                  </a:lnTo>
                  <a:lnTo>
                    <a:pt x="3523" y="1380614"/>
                  </a:lnTo>
                  <a:lnTo>
                    <a:pt x="886" y="1332896"/>
                  </a:lnTo>
                  <a:lnTo>
                    <a:pt x="0" y="1284731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3476" y="3785616"/>
              <a:ext cx="1084326" cy="12573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970787" y="2260091"/>
              <a:ext cx="394970" cy="416559"/>
            </a:xfrm>
            <a:custGeom>
              <a:avLst/>
              <a:gdLst/>
              <a:ahLst/>
              <a:cxnLst/>
              <a:rect l="l" t="t" r="r" b="b"/>
              <a:pathLst>
                <a:path w="394969" h="416560">
                  <a:moveTo>
                    <a:pt x="197358" y="0"/>
                  </a:moveTo>
                  <a:lnTo>
                    <a:pt x="152103" y="5491"/>
                  </a:lnTo>
                  <a:lnTo>
                    <a:pt x="110562" y="21136"/>
                  </a:lnTo>
                  <a:lnTo>
                    <a:pt x="73917" y="45686"/>
                  </a:lnTo>
                  <a:lnTo>
                    <a:pt x="43355" y="77897"/>
                  </a:lnTo>
                  <a:lnTo>
                    <a:pt x="20058" y="116521"/>
                  </a:lnTo>
                  <a:lnTo>
                    <a:pt x="5212" y="160313"/>
                  </a:lnTo>
                  <a:lnTo>
                    <a:pt x="0" y="208025"/>
                  </a:lnTo>
                  <a:lnTo>
                    <a:pt x="5212" y="255738"/>
                  </a:lnTo>
                  <a:lnTo>
                    <a:pt x="20058" y="299530"/>
                  </a:lnTo>
                  <a:lnTo>
                    <a:pt x="43355" y="338154"/>
                  </a:lnTo>
                  <a:lnTo>
                    <a:pt x="73917" y="370365"/>
                  </a:lnTo>
                  <a:lnTo>
                    <a:pt x="110562" y="394915"/>
                  </a:lnTo>
                  <a:lnTo>
                    <a:pt x="152103" y="410560"/>
                  </a:lnTo>
                  <a:lnTo>
                    <a:pt x="197358" y="416052"/>
                  </a:lnTo>
                  <a:lnTo>
                    <a:pt x="242600" y="410560"/>
                  </a:lnTo>
                  <a:lnTo>
                    <a:pt x="284137" y="394915"/>
                  </a:lnTo>
                  <a:lnTo>
                    <a:pt x="320782" y="370365"/>
                  </a:lnTo>
                  <a:lnTo>
                    <a:pt x="351348" y="338154"/>
                  </a:lnTo>
                  <a:lnTo>
                    <a:pt x="374650" y="299530"/>
                  </a:lnTo>
                  <a:lnTo>
                    <a:pt x="389501" y="255738"/>
                  </a:lnTo>
                  <a:lnTo>
                    <a:pt x="394716" y="208025"/>
                  </a:lnTo>
                  <a:lnTo>
                    <a:pt x="389501" y="160313"/>
                  </a:lnTo>
                  <a:lnTo>
                    <a:pt x="374650" y="116521"/>
                  </a:lnTo>
                  <a:lnTo>
                    <a:pt x="351348" y="77897"/>
                  </a:lnTo>
                  <a:lnTo>
                    <a:pt x="320782" y="45686"/>
                  </a:lnTo>
                  <a:lnTo>
                    <a:pt x="284137" y="21136"/>
                  </a:lnTo>
                  <a:lnTo>
                    <a:pt x="242600" y="5491"/>
                  </a:lnTo>
                  <a:lnTo>
                    <a:pt x="197358" y="0"/>
                  </a:lnTo>
                  <a:close/>
                </a:path>
              </a:pathLst>
            </a:custGeom>
            <a:solidFill>
              <a:srgbClr val="BE9000">
                <a:alpha val="2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70787" y="2260091"/>
              <a:ext cx="394970" cy="416559"/>
            </a:xfrm>
            <a:custGeom>
              <a:avLst/>
              <a:gdLst/>
              <a:ahLst/>
              <a:cxnLst/>
              <a:rect l="l" t="t" r="r" b="b"/>
              <a:pathLst>
                <a:path w="394969" h="416560">
                  <a:moveTo>
                    <a:pt x="0" y="208025"/>
                  </a:moveTo>
                  <a:lnTo>
                    <a:pt x="5212" y="160313"/>
                  </a:lnTo>
                  <a:lnTo>
                    <a:pt x="20058" y="116521"/>
                  </a:lnTo>
                  <a:lnTo>
                    <a:pt x="43355" y="77897"/>
                  </a:lnTo>
                  <a:lnTo>
                    <a:pt x="73917" y="45686"/>
                  </a:lnTo>
                  <a:lnTo>
                    <a:pt x="110562" y="21136"/>
                  </a:lnTo>
                  <a:lnTo>
                    <a:pt x="152103" y="5491"/>
                  </a:lnTo>
                  <a:lnTo>
                    <a:pt x="197358" y="0"/>
                  </a:lnTo>
                  <a:lnTo>
                    <a:pt x="242600" y="5491"/>
                  </a:lnTo>
                  <a:lnTo>
                    <a:pt x="284137" y="21136"/>
                  </a:lnTo>
                  <a:lnTo>
                    <a:pt x="320782" y="45686"/>
                  </a:lnTo>
                  <a:lnTo>
                    <a:pt x="351348" y="77897"/>
                  </a:lnTo>
                  <a:lnTo>
                    <a:pt x="374650" y="116521"/>
                  </a:lnTo>
                  <a:lnTo>
                    <a:pt x="389501" y="160313"/>
                  </a:lnTo>
                  <a:lnTo>
                    <a:pt x="394716" y="208025"/>
                  </a:lnTo>
                  <a:lnTo>
                    <a:pt x="389501" y="255738"/>
                  </a:lnTo>
                  <a:lnTo>
                    <a:pt x="374650" y="299530"/>
                  </a:lnTo>
                  <a:lnTo>
                    <a:pt x="351348" y="338154"/>
                  </a:lnTo>
                  <a:lnTo>
                    <a:pt x="320782" y="370365"/>
                  </a:lnTo>
                  <a:lnTo>
                    <a:pt x="284137" y="394915"/>
                  </a:lnTo>
                  <a:lnTo>
                    <a:pt x="242600" y="410560"/>
                  </a:lnTo>
                  <a:lnTo>
                    <a:pt x="197358" y="416052"/>
                  </a:lnTo>
                  <a:lnTo>
                    <a:pt x="152103" y="410560"/>
                  </a:lnTo>
                  <a:lnTo>
                    <a:pt x="110562" y="394915"/>
                  </a:lnTo>
                  <a:lnTo>
                    <a:pt x="73917" y="370365"/>
                  </a:lnTo>
                  <a:lnTo>
                    <a:pt x="43355" y="338154"/>
                  </a:lnTo>
                  <a:lnTo>
                    <a:pt x="20058" y="299530"/>
                  </a:lnTo>
                  <a:lnTo>
                    <a:pt x="5212" y="255738"/>
                  </a:lnTo>
                  <a:lnTo>
                    <a:pt x="0" y="208025"/>
                  </a:lnTo>
                  <a:close/>
                </a:path>
              </a:pathLst>
            </a:custGeom>
            <a:ln w="12700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092809" y="2303221"/>
            <a:ext cx="1517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520185" y="2291842"/>
            <a:ext cx="407670" cy="430530"/>
            <a:chOff x="3520185" y="2291842"/>
            <a:chExt cx="407670" cy="430530"/>
          </a:xfrm>
        </p:grpSpPr>
        <p:sp>
          <p:nvSpPr>
            <p:cNvPr id="19" name="object 19" descr=""/>
            <p:cNvSpPr/>
            <p:nvPr/>
          </p:nvSpPr>
          <p:spPr>
            <a:xfrm>
              <a:off x="3526535" y="2298192"/>
              <a:ext cx="394970" cy="417830"/>
            </a:xfrm>
            <a:custGeom>
              <a:avLst/>
              <a:gdLst/>
              <a:ahLst/>
              <a:cxnLst/>
              <a:rect l="l" t="t" r="r" b="b"/>
              <a:pathLst>
                <a:path w="394970" h="417830">
                  <a:moveTo>
                    <a:pt x="197358" y="0"/>
                  </a:moveTo>
                  <a:lnTo>
                    <a:pt x="152115" y="5513"/>
                  </a:lnTo>
                  <a:lnTo>
                    <a:pt x="110578" y="21220"/>
                  </a:lnTo>
                  <a:lnTo>
                    <a:pt x="73933" y="45866"/>
                  </a:lnTo>
                  <a:lnTo>
                    <a:pt x="43367" y="78199"/>
                  </a:lnTo>
                  <a:lnTo>
                    <a:pt x="20065" y="116965"/>
                  </a:lnTo>
                  <a:lnTo>
                    <a:pt x="5214" y="160913"/>
                  </a:lnTo>
                  <a:lnTo>
                    <a:pt x="0" y="208787"/>
                  </a:lnTo>
                  <a:lnTo>
                    <a:pt x="5214" y="256662"/>
                  </a:lnTo>
                  <a:lnTo>
                    <a:pt x="20065" y="300610"/>
                  </a:lnTo>
                  <a:lnTo>
                    <a:pt x="43367" y="339376"/>
                  </a:lnTo>
                  <a:lnTo>
                    <a:pt x="73933" y="371709"/>
                  </a:lnTo>
                  <a:lnTo>
                    <a:pt x="110578" y="396355"/>
                  </a:lnTo>
                  <a:lnTo>
                    <a:pt x="152115" y="412062"/>
                  </a:lnTo>
                  <a:lnTo>
                    <a:pt x="197358" y="417575"/>
                  </a:lnTo>
                  <a:lnTo>
                    <a:pt x="242600" y="412062"/>
                  </a:lnTo>
                  <a:lnTo>
                    <a:pt x="284137" y="396355"/>
                  </a:lnTo>
                  <a:lnTo>
                    <a:pt x="320782" y="371709"/>
                  </a:lnTo>
                  <a:lnTo>
                    <a:pt x="351348" y="339376"/>
                  </a:lnTo>
                  <a:lnTo>
                    <a:pt x="374650" y="300610"/>
                  </a:lnTo>
                  <a:lnTo>
                    <a:pt x="389501" y="256662"/>
                  </a:lnTo>
                  <a:lnTo>
                    <a:pt x="394715" y="208787"/>
                  </a:lnTo>
                  <a:lnTo>
                    <a:pt x="389501" y="160913"/>
                  </a:lnTo>
                  <a:lnTo>
                    <a:pt x="374650" y="116965"/>
                  </a:lnTo>
                  <a:lnTo>
                    <a:pt x="351348" y="78199"/>
                  </a:lnTo>
                  <a:lnTo>
                    <a:pt x="320782" y="45866"/>
                  </a:lnTo>
                  <a:lnTo>
                    <a:pt x="284137" y="21220"/>
                  </a:lnTo>
                  <a:lnTo>
                    <a:pt x="242600" y="5513"/>
                  </a:lnTo>
                  <a:lnTo>
                    <a:pt x="197358" y="0"/>
                  </a:lnTo>
                  <a:close/>
                </a:path>
              </a:pathLst>
            </a:custGeom>
            <a:solidFill>
              <a:srgbClr val="BE9000">
                <a:alpha val="2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526535" y="2298192"/>
              <a:ext cx="394970" cy="417830"/>
            </a:xfrm>
            <a:custGeom>
              <a:avLst/>
              <a:gdLst/>
              <a:ahLst/>
              <a:cxnLst/>
              <a:rect l="l" t="t" r="r" b="b"/>
              <a:pathLst>
                <a:path w="394970" h="417830">
                  <a:moveTo>
                    <a:pt x="0" y="208787"/>
                  </a:moveTo>
                  <a:lnTo>
                    <a:pt x="5214" y="160913"/>
                  </a:lnTo>
                  <a:lnTo>
                    <a:pt x="20065" y="116965"/>
                  </a:lnTo>
                  <a:lnTo>
                    <a:pt x="43367" y="78199"/>
                  </a:lnTo>
                  <a:lnTo>
                    <a:pt x="73933" y="45866"/>
                  </a:lnTo>
                  <a:lnTo>
                    <a:pt x="110578" y="21220"/>
                  </a:lnTo>
                  <a:lnTo>
                    <a:pt x="152115" y="5513"/>
                  </a:lnTo>
                  <a:lnTo>
                    <a:pt x="197358" y="0"/>
                  </a:lnTo>
                  <a:lnTo>
                    <a:pt x="242600" y="5513"/>
                  </a:lnTo>
                  <a:lnTo>
                    <a:pt x="284137" y="21220"/>
                  </a:lnTo>
                  <a:lnTo>
                    <a:pt x="320782" y="45866"/>
                  </a:lnTo>
                  <a:lnTo>
                    <a:pt x="351348" y="78199"/>
                  </a:lnTo>
                  <a:lnTo>
                    <a:pt x="374650" y="116965"/>
                  </a:lnTo>
                  <a:lnTo>
                    <a:pt x="389501" y="160913"/>
                  </a:lnTo>
                  <a:lnTo>
                    <a:pt x="394715" y="208787"/>
                  </a:lnTo>
                  <a:lnTo>
                    <a:pt x="389501" y="256662"/>
                  </a:lnTo>
                  <a:lnTo>
                    <a:pt x="374650" y="300610"/>
                  </a:lnTo>
                  <a:lnTo>
                    <a:pt x="351348" y="339376"/>
                  </a:lnTo>
                  <a:lnTo>
                    <a:pt x="320782" y="371709"/>
                  </a:lnTo>
                  <a:lnTo>
                    <a:pt x="284137" y="396355"/>
                  </a:lnTo>
                  <a:lnTo>
                    <a:pt x="242600" y="412062"/>
                  </a:lnTo>
                  <a:lnTo>
                    <a:pt x="197358" y="417575"/>
                  </a:lnTo>
                  <a:lnTo>
                    <a:pt x="152115" y="412062"/>
                  </a:lnTo>
                  <a:lnTo>
                    <a:pt x="110578" y="396355"/>
                  </a:lnTo>
                  <a:lnTo>
                    <a:pt x="73933" y="371709"/>
                  </a:lnTo>
                  <a:lnTo>
                    <a:pt x="43367" y="339376"/>
                  </a:lnTo>
                  <a:lnTo>
                    <a:pt x="20065" y="300610"/>
                  </a:lnTo>
                  <a:lnTo>
                    <a:pt x="5214" y="256662"/>
                  </a:lnTo>
                  <a:lnTo>
                    <a:pt x="0" y="208787"/>
                  </a:lnTo>
                  <a:close/>
                </a:path>
              </a:pathLst>
            </a:custGeom>
            <a:ln w="12699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3640073" y="2342515"/>
            <a:ext cx="169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615186" y="5564225"/>
            <a:ext cx="16846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Goniometer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circle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74726" y="1133602"/>
            <a:ext cx="1373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Focusing</a:t>
            </a:r>
            <a:r>
              <a:rPr dirty="0" sz="1800" spc="-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circle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708657" y="3304794"/>
            <a:ext cx="1695450" cy="1387475"/>
            <a:chOff x="1708657" y="3304794"/>
            <a:chExt cx="1695450" cy="1387475"/>
          </a:xfrm>
        </p:grpSpPr>
        <p:sp>
          <p:nvSpPr>
            <p:cNvPr id="25" name="object 25" descr=""/>
            <p:cNvSpPr/>
            <p:nvPr/>
          </p:nvSpPr>
          <p:spPr>
            <a:xfrm>
              <a:off x="1708657" y="3412236"/>
              <a:ext cx="336550" cy="338455"/>
            </a:xfrm>
            <a:custGeom>
              <a:avLst/>
              <a:gdLst/>
              <a:ahLst/>
              <a:cxnLst/>
              <a:rect l="l" t="t" r="r" b="b"/>
              <a:pathLst>
                <a:path w="336550" h="338454">
                  <a:moveTo>
                    <a:pt x="0" y="256031"/>
                  </a:moveTo>
                  <a:lnTo>
                    <a:pt x="22479" y="338200"/>
                  </a:lnTo>
                  <a:lnTo>
                    <a:pt x="69751" y="277240"/>
                  </a:lnTo>
                  <a:lnTo>
                    <a:pt x="41021" y="277240"/>
                  </a:lnTo>
                  <a:lnTo>
                    <a:pt x="28575" y="274700"/>
                  </a:lnTo>
                  <a:lnTo>
                    <a:pt x="31258" y="262251"/>
                  </a:lnTo>
                  <a:lnTo>
                    <a:pt x="0" y="256031"/>
                  </a:lnTo>
                  <a:close/>
                </a:path>
                <a:path w="336550" h="338454">
                  <a:moveTo>
                    <a:pt x="31258" y="262251"/>
                  </a:moveTo>
                  <a:lnTo>
                    <a:pt x="28575" y="274700"/>
                  </a:lnTo>
                  <a:lnTo>
                    <a:pt x="41021" y="277240"/>
                  </a:lnTo>
                  <a:lnTo>
                    <a:pt x="43702" y="264727"/>
                  </a:lnTo>
                  <a:lnTo>
                    <a:pt x="31258" y="262251"/>
                  </a:lnTo>
                  <a:close/>
                </a:path>
                <a:path w="336550" h="338454">
                  <a:moveTo>
                    <a:pt x="43702" y="264727"/>
                  </a:moveTo>
                  <a:lnTo>
                    <a:pt x="41021" y="277240"/>
                  </a:lnTo>
                  <a:lnTo>
                    <a:pt x="69751" y="277240"/>
                  </a:lnTo>
                  <a:lnTo>
                    <a:pt x="74675" y="270890"/>
                  </a:lnTo>
                  <a:lnTo>
                    <a:pt x="43702" y="264727"/>
                  </a:lnTo>
                  <a:close/>
                </a:path>
                <a:path w="336550" h="338454">
                  <a:moveTo>
                    <a:pt x="272796" y="28955"/>
                  </a:moveTo>
                  <a:lnTo>
                    <a:pt x="230759" y="41910"/>
                  </a:lnTo>
                  <a:lnTo>
                    <a:pt x="189992" y="61975"/>
                  </a:lnTo>
                  <a:lnTo>
                    <a:pt x="140589" y="96519"/>
                  </a:lnTo>
                  <a:lnTo>
                    <a:pt x="98043" y="139318"/>
                  </a:lnTo>
                  <a:lnTo>
                    <a:pt x="63118" y="189102"/>
                  </a:lnTo>
                  <a:lnTo>
                    <a:pt x="42544" y="230505"/>
                  </a:lnTo>
                  <a:lnTo>
                    <a:pt x="31258" y="262251"/>
                  </a:lnTo>
                  <a:lnTo>
                    <a:pt x="43702" y="264727"/>
                  </a:lnTo>
                  <a:lnTo>
                    <a:pt x="44053" y="263090"/>
                  </a:lnTo>
                  <a:lnTo>
                    <a:pt x="49105" y="248569"/>
                  </a:lnTo>
                  <a:lnTo>
                    <a:pt x="74114" y="195440"/>
                  </a:lnTo>
                  <a:lnTo>
                    <a:pt x="89595" y="171329"/>
                  </a:lnTo>
                  <a:lnTo>
                    <a:pt x="89739" y="170910"/>
                  </a:lnTo>
                  <a:lnTo>
                    <a:pt x="90033" y="170452"/>
                  </a:lnTo>
                  <a:lnTo>
                    <a:pt x="90164" y="170452"/>
                  </a:lnTo>
                  <a:lnTo>
                    <a:pt x="107818" y="147451"/>
                  </a:lnTo>
                  <a:lnTo>
                    <a:pt x="148808" y="106280"/>
                  </a:lnTo>
                  <a:lnTo>
                    <a:pt x="196071" y="73103"/>
                  </a:lnTo>
                  <a:lnTo>
                    <a:pt x="235498" y="53686"/>
                  </a:lnTo>
                  <a:lnTo>
                    <a:pt x="235679" y="53509"/>
                  </a:lnTo>
                  <a:lnTo>
                    <a:pt x="249201" y="48344"/>
                  </a:lnTo>
                  <a:lnTo>
                    <a:pt x="249403" y="48184"/>
                  </a:lnTo>
                  <a:lnTo>
                    <a:pt x="262605" y="43828"/>
                  </a:lnTo>
                  <a:lnTo>
                    <a:pt x="260303" y="31368"/>
                  </a:lnTo>
                  <a:lnTo>
                    <a:pt x="273239" y="31368"/>
                  </a:lnTo>
                  <a:lnTo>
                    <a:pt x="272796" y="28955"/>
                  </a:lnTo>
                  <a:close/>
                </a:path>
                <a:path w="336550" h="338454">
                  <a:moveTo>
                    <a:pt x="90164" y="170452"/>
                  </a:moveTo>
                  <a:lnTo>
                    <a:pt x="90033" y="170452"/>
                  </a:lnTo>
                  <a:lnTo>
                    <a:pt x="89804" y="170910"/>
                  </a:lnTo>
                  <a:lnTo>
                    <a:pt x="90164" y="170452"/>
                  </a:lnTo>
                  <a:close/>
                </a:path>
                <a:path w="336550" h="338454">
                  <a:moveTo>
                    <a:pt x="254508" y="0"/>
                  </a:moveTo>
                  <a:lnTo>
                    <a:pt x="268350" y="74929"/>
                  </a:lnTo>
                  <a:lnTo>
                    <a:pt x="309537" y="43828"/>
                  </a:lnTo>
                  <a:lnTo>
                    <a:pt x="262462" y="43828"/>
                  </a:lnTo>
                  <a:lnTo>
                    <a:pt x="263398" y="43561"/>
                  </a:lnTo>
                  <a:lnTo>
                    <a:pt x="263832" y="43561"/>
                  </a:lnTo>
                  <a:lnTo>
                    <a:pt x="275081" y="41401"/>
                  </a:lnTo>
                  <a:lnTo>
                    <a:pt x="273239" y="31368"/>
                  </a:lnTo>
                  <a:lnTo>
                    <a:pt x="259842" y="31368"/>
                  </a:lnTo>
                  <a:lnTo>
                    <a:pt x="272796" y="28955"/>
                  </a:lnTo>
                  <a:lnTo>
                    <a:pt x="329232" y="28955"/>
                  </a:lnTo>
                  <a:lnTo>
                    <a:pt x="336296" y="23622"/>
                  </a:lnTo>
                  <a:lnTo>
                    <a:pt x="254508" y="0"/>
                  </a:lnTo>
                  <a:close/>
                </a:path>
                <a:path w="336550" h="338454">
                  <a:moveTo>
                    <a:pt x="237529" y="52803"/>
                  </a:moveTo>
                  <a:lnTo>
                    <a:pt x="235679" y="53509"/>
                  </a:lnTo>
                  <a:lnTo>
                    <a:pt x="235498" y="53686"/>
                  </a:lnTo>
                  <a:lnTo>
                    <a:pt x="237529" y="52803"/>
                  </a:lnTo>
                  <a:close/>
                </a:path>
                <a:path w="336550" h="338454">
                  <a:moveTo>
                    <a:pt x="251058" y="47637"/>
                  </a:moveTo>
                  <a:lnTo>
                    <a:pt x="249403" y="48184"/>
                  </a:lnTo>
                  <a:lnTo>
                    <a:pt x="249206" y="48344"/>
                  </a:lnTo>
                  <a:lnTo>
                    <a:pt x="251058" y="47637"/>
                  </a:lnTo>
                  <a:close/>
                </a:path>
                <a:path w="336550" h="338454">
                  <a:moveTo>
                    <a:pt x="263832" y="43561"/>
                  </a:moveTo>
                  <a:lnTo>
                    <a:pt x="263398" y="43561"/>
                  </a:lnTo>
                  <a:lnTo>
                    <a:pt x="262588" y="43828"/>
                  </a:lnTo>
                  <a:lnTo>
                    <a:pt x="262439" y="43828"/>
                  </a:lnTo>
                  <a:lnTo>
                    <a:pt x="263832" y="43561"/>
                  </a:lnTo>
                  <a:close/>
                </a:path>
                <a:path w="336550" h="338454">
                  <a:moveTo>
                    <a:pt x="329232" y="28955"/>
                  </a:moveTo>
                  <a:lnTo>
                    <a:pt x="272796" y="28955"/>
                  </a:lnTo>
                  <a:lnTo>
                    <a:pt x="275081" y="41401"/>
                  </a:lnTo>
                  <a:lnTo>
                    <a:pt x="262439" y="43828"/>
                  </a:lnTo>
                  <a:lnTo>
                    <a:pt x="309537" y="43828"/>
                  </a:lnTo>
                  <a:lnTo>
                    <a:pt x="329232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433827" y="3791712"/>
              <a:ext cx="967105" cy="897255"/>
            </a:xfrm>
            <a:custGeom>
              <a:avLst/>
              <a:gdLst/>
              <a:ahLst/>
              <a:cxnLst/>
              <a:rect l="l" t="t" r="r" b="b"/>
              <a:pathLst>
                <a:path w="967104" h="897254">
                  <a:moveTo>
                    <a:pt x="0" y="0"/>
                  </a:moveTo>
                  <a:lnTo>
                    <a:pt x="966724" y="897001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916173" y="3304794"/>
              <a:ext cx="393065" cy="926465"/>
            </a:xfrm>
            <a:custGeom>
              <a:avLst/>
              <a:gdLst/>
              <a:ahLst/>
              <a:cxnLst/>
              <a:rect l="l" t="t" r="r" b="b"/>
              <a:pathLst>
                <a:path w="393064" h="926464">
                  <a:moveTo>
                    <a:pt x="65277" y="852169"/>
                  </a:moveTo>
                  <a:lnTo>
                    <a:pt x="0" y="906906"/>
                  </a:lnTo>
                  <a:lnTo>
                    <a:pt x="82931" y="926337"/>
                  </a:lnTo>
                  <a:lnTo>
                    <a:pt x="76250" y="898270"/>
                  </a:lnTo>
                  <a:lnTo>
                    <a:pt x="63500" y="898270"/>
                  </a:lnTo>
                  <a:lnTo>
                    <a:pt x="59943" y="886078"/>
                  </a:lnTo>
                  <a:lnTo>
                    <a:pt x="72491" y="882475"/>
                  </a:lnTo>
                  <a:lnTo>
                    <a:pt x="65277" y="852169"/>
                  </a:lnTo>
                  <a:close/>
                </a:path>
                <a:path w="393064" h="926464">
                  <a:moveTo>
                    <a:pt x="72491" y="882475"/>
                  </a:moveTo>
                  <a:lnTo>
                    <a:pt x="59943" y="886078"/>
                  </a:lnTo>
                  <a:lnTo>
                    <a:pt x="63500" y="898270"/>
                  </a:lnTo>
                  <a:lnTo>
                    <a:pt x="75442" y="894876"/>
                  </a:lnTo>
                  <a:lnTo>
                    <a:pt x="72491" y="882475"/>
                  </a:lnTo>
                  <a:close/>
                </a:path>
                <a:path w="393064" h="926464">
                  <a:moveTo>
                    <a:pt x="75442" y="894876"/>
                  </a:moveTo>
                  <a:lnTo>
                    <a:pt x="63500" y="898270"/>
                  </a:lnTo>
                  <a:lnTo>
                    <a:pt x="76250" y="898270"/>
                  </a:lnTo>
                  <a:lnTo>
                    <a:pt x="75442" y="894876"/>
                  </a:lnTo>
                  <a:close/>
                </a:path>
                <a:path w="393064" h="926464">
                  <a:moveTo>
                    <a:pt x="190296" y="824087"/>
                  </a:moveTo>
                  <a:lnTo>
                    <a:pt x="189677" y="824417"/>
                  </a:lnTo>
                  <a:lnTo>
                    <a:pt x="189393" y="824669"/>
                  </a:lnTo>
                  <a:lnTo>
                    <a:pt x="160319" y="843412"/>
                  </a:lnTo>
                  <a:lnTo>
                    <a:pt x="115185" y="866631"/>
                  </a:lnTo>
                  <a:lnTo>
                    <a:pt x="72491" y="882475"/>
                  </a:lnTo>
                  <a:lnTo>
                    <a:pt x="75442" y="894876"/>
                  </a:lnTo>
                  <a:lnTo>
                    <a:pt x="120523" y="878204"/>
                  </a:lnTo>
                  <a:lnTo>
                    <a:pt x="167258" y="854074"/>
                  </a:lnTo>
                  <a:lnTo>
                    <a:pt x="210062" y="824975"/>
                  </a:lnTo>
                  <a:lnTo>
                    <a:pt x="189119" y="824975"/>
                  </a:lnTo>
                  <a:lnTo>
                    <a:pt x="189528" y="824669"/>
                  </a:lnTo>
                  <a:lnTo>
                    <a:pt x="189677" y="824417"/>
                  </a:lnTo>
                  <a:lnTo>
                    <a:pt x="189861" y="824417"/>
                  </a:lnTo>
                  <a:lnTo>
                    <a:pt x="190295" y="824087"/>
                  </a:lnTo>
                  <a:close/>
                </a:path>
                <a:path w="393064" h="926464">
                  <a:moveTo>
                    <a:pt x="99598" y="873335"/>
                  </a:moveTo>
                  <a:lnTo>
                    <a:pt x="99372" y="873335"/>
                  </a:lnTo>
                  <a:lnTo>
                    <a:pt x="97747" y="874024"/>
                  </a:lnTo>
                  <a:lnTo>
                    <a:pt x="99598" y="873335"/>
                  </a:lnTo>
                  <a:close/>
                </a:path>
                <a:path w="393064" h="926464">
                  <a:moveTo>
                    <a:pt x="94981" y="31140"/>
                  </a:moveTo>
                  <a:lnTo>
                    <a:pt x="91493" y="43336"/>
                  </a:lnTo>
                  <a:lnTo>
                    <a:pt x="105554" y="48132"/>
                  </a:lnTo>
                  <a:lnTo>
                    <a:pt x="106227" y="48386"/>
                  </a:lnTo>
                  <a:lnTo>
                    <a:pt x="126233" y="57403"/>
                  </a:lnTo>
                  <a:lnTo>
                    <a:pt x="144700" y="66753"/>
                  </a:lnTo>
                  <a:lnTo>
                    <a:pt x="164798" y="78203"/>
                  </a:lnTo>
                  <a:lnTo>
                    <a:pt x="165047" y="78441"/>
                  </a:lnTo>
                  <a:lnTo>
                    <a:pt x="183261" y="90042"/>
                  </a:lnTo>
                  <a:lnTo>
                    <a:pt x="216971" y="115249"/>
                  </a:lnTo>
                  <a:lnTo>
                    <a:pt x="249870" y="145228"/>
                  </a:lnTo>
                  <a:lnTo>
                    <a:pt x="250109" y="145357"/>
                  </a:lnTo>
                  <a:lnTo>
                    <a:pt x="279787" y="178346"/>
                  </a:lnTo>
                  <a:lnTo>
                    <a:pt x="304793" y="212244"/>
                  </a:lnTo>
                  <a:lnTo>
                    <a:pt x="325755" y="246665"/>
                  </a:lnTo>
                  <a:lnTo>
                    <a:pt x="326470" y="248111"/>
                  </a:lnTo>
                  <a:lnTo>
                    <a:pt x="326672" y="248462"/>
                  </a:lnTo>
                  <a:lnTo>
                    <a:pt x="344964" y="286654"/>
                  </a:lnTo>
                  <a:lnTo>
                    <a:pt x="359935" y="327338"/>
                  </a:lnTo>
                  <a:lnTo>
                    <a:pt x="370582" y="367787"/>
                  </a:lnTo>
                  <a:lnTo>
                    <a:pt x="377431" y="410609"/>
                  </a:lnTo>
                  <a:lnTo>
                    <a:pt x="377496" y="411098"/>
                  </a:lnTo>
                  <a:lnTo>
                    <a:pt x="377603" y="412630"/>
                  </a:lnTo>
                  <a:lnTo>
                    <a:pt x="379400" y="433704"/>
                  </a:lnTo>
                  <a:lnTo>
                    <a:pt x="379492" y="434782"/>
                  </a:lnTo>
                  <a:lnTo>
                    <a:pt x="380103" y="456437"/>
                  </a:lnTo>
                  <a:lnTo>
                    <a:pt x="379734" y="478789"/>
                  </a:lnTo>
                  <a:lnTo>
                    <a:pt x="378150" y="500540"/>
                  </a:lnTo>
                  <a:lnTo>
                    <a:pt x="375499" y="523255"/>
                  </a:lnTo>
                  <a:lnTo>
                    <a:pt x="371399" y="546518"/>
                  </a:lnTo>
                  <a:lnTo>
                    <a:pt x="371416" y="546749"/>
                  </a:lnTo>
                  <a:lnTo>
                    <a:pt x="368009" y="562308"/>
                  </a:lnTo>
                  <a:lnTo>
                    <a:pt x="362932" y="581745"/>
                  </a:lnTo>
                  <a:lnTo>
                    <a:pt x="358222" y="597013"/>
                  </a:lnTo>
                  <a:lnTo>
                    <a:pt x="358175" y="597293"/>
                  </a:lnTo>
                  <a:lnTo>
                    <a:pt x="338611" y="646952"/>
                  </a:lnTo>
                  <a:lnTo>
                    <a:pt x="306450" y="704341"/>
                  </a:lnTo>
                  <a:lnTo>
                    <a:pt x="265175" y="757808"/>
                  </a:lnTo>
                  <a:lnTo>
                    <a:pt x="241254" y="782239"/>
                  </a:lnTo>
                  <a:lnTo>
                    <a:pt x="240706" y="782799"/>
                  </a:lnTo>
                  <a:lnTo>
                    <a:pt x="216027" y="804567"/>
                  </a:lnTo>
                  <a:lnTo>
                    <a:pt x="189861" y="824417"/>
                  </a:lnTo>
                  <a:lnTo>
                    <a:pt x="189425" y="824669"/>
                  </a:lnTo>
                  <a:lnTo>
                    <a:pt x="189119" y="824975"/>
                  </a:lnTo>
                  <a:lnTo>
                    <a:pt x="210062" y="824975"/>
                  </a:lnTo>
                  <a:lnTo>
                    <a:pt x="224281" y="814196"/>
                  </a:lnTo>
                  <a:lnTo>
                    <a:pt x="274446" y="766444"/>
                  </a:lnTo>
                  <a:lnTo>
                    <a:pt x="316992" y="711580"/>
                  </a:lnTo>
                  <a:lnTo>
                    <a:pt x="343280" y="666368"/>
                  </a:lnTo>
                  <a:lnTo>
                    <a:pt x="364489" y="617854"/>
                  </a:lnTo>
                  <a:lnTo>
                    <a:pt x="379984" y="566673"/>
                  </a:lnTo>
                  <a:lnTo>
                    <a:pt x="387985" y="525779"/>
                  </a:lnTo>
                  <a:lnTo>
                    <a:pt x="392429" y="479424"/>
                  </a:lnTo>
                  <a:lnTo>
                    <a:pt x="392806" y="456691"/>
                  </a:lnTo>
                  <a:lnTo>
                    <a:pt x="392085" y="434782"/>
                  </a:lnTo>
                  <a:lnTo>
                    <a:pt x="392049" y="433704"/>
                  </a:lnTo>
                  <a:lnTo>
                    <a:pt x="390391" y="412630"/>
                  </a:lnTo>
                  <a:lnTo>
                    <a:pt x="390271" y="411098"/>
                  </a:lnTo>
                  <a:lnTo>
                    <a:pt x="387633" y="390915"/>
                  </a:lnTo>
                  <a:lnTo>
                    <a:pt x="387581" y="390514"/>
                  </a:lnTo>
                  <a:lnTo>
                    <a:pt x="387459" y="389584"/>
                  </a:lnTo>
                  <a:lnTo>
                    <a:pt x="387350" y="388746"/>
                  </a:lnTo>
                  <a:lnTo>
                    <a:pt x="383286" y="366775"/>
                  </a:lnTo>
                  <a:lnTo>
                    <a:pt x="372110" y="323595"/>
                  </a:lnTo>
                  <a:lnTo>
                    <a:pt x="356870" y="282066"/>
                  </a:lnTo>
                  <a:lnTo>
                    <a:pt x="337820" y="242188"/>
                  </a:lnTo>
                  <a:lnTo>
                    <a:pt x="314959" y="204469"/>
                  </a:lnTo>
                  <a:lnTo>
                    <a:pt x="288670" y="169163"/>
                  </a:lnTo>
                  <a:lnTo>
                    <a:pt x="258952" y="136270"/>
                  </a:lnTo>
                  <a:lnTo>
                    <a:pt x="226187" y="106298"/>
                  </a:lnTo>
                  <a:lnTo>
                    <a:pt x="190373" y="79628"/>
                  </a:lnTo>
                  <a:lnTo>
                    <a:pt x="151892" y="56260"/>
                  </a:lnTo>
                  <a:lnTo>
                    <a:pt x="110617" y="36448"/>
                  </a:lnTo>
                  <a:lnTo>
                    <a:pt x="94981" y="31140"/>
                  </a:lnTo>
                  <a:close/>
                </a:path>
                <a:path w="393064" h="926464">
                  <a:moveTo>
                    <a:pt x="163407" y="77396"/>
                  </a:moveTo>
                  <a:lnTo>
                    <a:pt x="164633" y="78203"/>
                  </a:lnTo>
                  <a:lnTo>
                    <a:pt x="165047" y="78441"/>
                  </a:lnTo>
                  <a:lnTo>
                    <a:pt x="164798" y="78203"/>
                  </a:lnTo>
                  <a:lnTo>
                    <a:pt x="163407" y="77396"/>
                  </a:lnTo>
                  <a:close/>
                </a:path>
                <a:path w="393064" h="926464">
                  <a:moveTo>
                    <a:pt x="103886" y="0"/>
                  </a:moveTo>
                  <a:lnTo>
                    <a:pt x="20193" y="15620"/>
                  </a:lnTo>
                  <a:lnTo>
                    <a:pt x="82931" y="73278"/>
                  </a:lnTo>
                  <a:lnTo>
                    <a:pt x="91493" y="43336"/>
                  </a:lnTo>
                  <a:lnTo>
                    <a:pt x="79120" y="39115"/>
                  </a:lnTo>
                  <a:lnTo>
                    <a:pt x="83312" y="27177"/>
                  </a:lnTo>
                  <a:lnTo>
                    <a:pt x="96114" y="27177"/>
                  </a:lnTo>
                  <a:lnTo>
                    <a:pt x="103886" y="0"/>
                  </a:lnTo>
                  <a:close/>
                </a:path>
                <a:path w="393064" h="926464">
                  <a:moveTo>
                    <a:pt x="83312" y="27177"/>
                  </a:moveTo>
                  <a:lnTo>
                    <a:pt x="79120" y="39115"/>
                  </a:lnTo>
                  <a:lnTo>
                    <a:pt x="91493" y="43336"/>
                  </a:lnTo>
                  <a:lnTo>
                    <a:pt x="94981" y="31140"/>
                  </a:lnTo>
                  <a:lnTo>
                    <a:pt x="83312" y="27177"/>
                  </a:lnTo>
                  <a:close/>
                </a:path>
                <a:path w="393064" h="926464">
                  <a:moveTo>
                    <a:pt x="96114" y="27177"/>
                  </a:moveTo>
                  <a:lnTo>
                    <a:pt x="83312" y="27177"/>
                  </a:lnTo>
                  <a:lnTo>
                    <a:pt x="94981" y="31140"/>
                  </a:lnTo>
                  <a:lnTo>
                    <a:pt x="96114" y="27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432052" y="3429380"/>
            <a:ext cx="144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Symbol"/>
                <a:cs typeface="Symbol"/>
              </a:rPr>
              <a:t>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450463" y="3467480"/>
            <a:ext cx="2590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Symbol"/>
                <a:cs typeface="Symbol"/>
              </a:rPr>
              <a:t></a:t>
            </a:r>
            <a:endParaRPr sz="1800">
              <a:latin typeface="Symbol"/>
              <a:cs typeface="Symbo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779264" y="1115567"/>
            <a:ext cx="4006850" cy="2656840"/>
            <a:chOff x="4779264" y="1115567"/>
            <a:chExt cx="4006850" cy="2656840"/>
          </a:xfrm>
        </p:grpSpPr>
        <p:pic>
          <p:nvPicPr>
            <p:cNvPr id="31" name="object 3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9264" y="1115567"/>
              <a:ext cx="4006595" cy="2656331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6185598" y="2511805"/>
              <a:ext cx="0" cy="796925"/>
            </a:xfrm>
            <a:custGeom>
              <a:avLst/>
              <a:gdLst/>
              <a:ahLst/>
              <a:cxnLst/>
              <a:rect l="l" t="t" r="r" b="b"/>
              <a:pathLst>
                <a:path w="0" h="796925">
                  <a:moveTo>
                    <a:pt x="0" y="0"/>
                  </a:moveTo>
                  <a:lnTo>
                    <a:pt x="0" y="796798"/>
                  </a:lnTo>
                </a:path>
              </a:pathLst>
            </a:custGeom>
            <a:ln w="35432">
              <a:solidFill>
                <a:srgbClr val="6F2F9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176452" y="2478277"/>
              <a:ext cx="0" cy="830580"/>
            </a:xfrm>
            <a:custGeom>
              <a:avLst/>
              <a:gdLst/>
              <a:ahLst/>
              <a:cxnLst/>
              <a:rect l="l" t="t" r="r" b="b"/>
              <a:pathLst>
                <a:path w="0" h="830579">
                  <a:moveTo>
                    <a:pt x="0" y="0"/>
                  </a:moveTo>
                  <a:lnTo>
                    <a:pt x="0" y="830326"/>
                  </a:lnTo>
                </a:path>
              </a:pathLst>
            </a:custGeom>
            <a:ln w="32893">
              <a:solidFill>
                <a:srgbClr val="6F2F9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410959" y="3026790"/>
            <a:ext cx="529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6F2F9F"/>
                </a:solidFill>
                <a:latin typeface="Calibri"/>
                <a:cs typeface="Calibri"/>
              </a:rPr>
              <a:t>in-focus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343525" y="3012694"/>
            <a:ext cx="803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6F2F9F"/>
                </a:solidFill>
                <a:latin typeface="Calibri"/>
                <a:cs typeface="Calibri"/>
              </a:rPr>
              <a:t>out-</a:t>
            </a:r>
            <a:r>
              <a:rPr dirty="0" sz="1200" spc="-10" b="1">
                <a:solidFill>
                  <a:srgbClr val="6F2F9F"/>
                </a:solidFill>
                <a:latin typeface="Calibri"/>
                <a:cs typeface="Calibri"/>
              </a:rPr>
              <a:t>of-focus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258939" y="3023742"/>
            <a:ext cx="803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6F2F9F"/>
                </a:solidFill>
                <a:latin typeface="Calibri"/>
                <a:cs typeface="Calibri"/>
              </a:rPr>
              <a:t>out-</a:t>
            </a:r>
            <a:r>
              <a:rPr dirty="0" sz="1200" spc="-10" b="1">
                <a:solidFill>
                  <a:srgbClr val="6F2F9F"/>
                </a:solidFill>
                <a:latin typeface="Calibri"/>
                <a:cs typeface="Calibri"/>
              </a:rPr>
              <a:t>of-focus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4477511" y="3308603"/>
            <a:ext cx="4300855" cy="3295015"/>
            <a:chOff x="4477511" y="3308603"/>
            <a:chExt cx="4300855" cy="3295015"/>
          </a:xfrm>
        </p:grpSpPr>
        <p:pic>
          <p:nvPicPr>
            <p:cNvPr id="38" name="object 3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7627" y="3544828"/>
              <a:ext cx="2061940" cy="688721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77511" y="3308603"/>
              <a:ext cx="4300728" cy="3294888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6627876" y="4158996"/>
            <a:ext cx="1920239" cy="3981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92710">
              <a:lnSpc>
                <a:spcPts val="1230"/>
              </a:lnSpc>
            </a:pPr>
            <a:r>
              <a:rPr dirty="0" sz="1200">
                <a:latin typeface="Calibri"/>
                <a:cs typeface="Calibri"/>
              </a:rPr>
              <a:t>R=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320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(dashed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curves)</a:t>
            </a:r>
            <a:endParaRPr sz="1200">
              <a:latin typeface="Calibri"/>
              <a:cs typeface="Calibri"/>
            </a:endParaRPr>
          </a:p>
          <a:p>
            <a:pPr marL="16319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=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240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(solid</a:t>
            </a:r>
            <a:r>
              <a:rPr dirty="0" sz="1200" spc="-10">
                <a:latin typeface="Calibri"/>
                <a:cs typeface="Calibri"/>
              </a:rPr>
              <a:t> curves)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86144" y="3470147"/>
            <a:ext cx="2061972" cy="688847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707542" y="6427114"/>
            <a:ext cx="932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5/March/2019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3535807" y="6427114"/>
            <a:ext cx="20713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FACTS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short</a:t>
            </a:r>
            <a:r>
              <a:rPr dirty="0" sz="1200" spc="-6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course,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Buenconsejo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8255634" y="6427114"/>
            <a:ext cx="181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101" rIns="0" bIns="0" rtlCol="0" vert="horz">
            <a:spAutoFit/>
          </a:bodyPr>
          <a:lstStyle/>
          <a:p>
            <a:pPr marL="525145" marR="5080">
              <a:lnSpc>
                <a:spcPts val="2590"/>
              </a:lnSpc>
              <a:spcBef>
                <a:spcPts val="425"/>
              </a:spcBef>
            </a:pPr>
            <a:r>
              <a:rPr dirty="0" sz="2400"/>
              <a:t>Common</a:t>
            </a:r>
            <a:r>
              <a:rPr dirty="0" sz="2400" spc="-75"/>
              <a:t> </a:t>
            </a:r>
            <a:r>
              <a:rPr dirty="0" sz="2400"/>
              <a:t>errors</a:t>
            </a:r>
            <a:r>
              <a:rPr dirty="0" sz="2400" spc="-65"/>
              <a:t> </a:t>
            </a:r>
            <a:r>
              <a:rPr dirty="0" sz="2400"/>
              <a:t>in</a:t>
            </a:r>
            <a:r>
              <a:rPr dirty="0" sz="2400" spc="-40"/>
              <a:t> </a:t>
            </a:r>
            <a:r>
              <a:rPr dirty="0" sz="2400"/>
              <a:t>Powder</a:t>
            </a:r>
            <a:r>
              <a:rPr dirty="0" sz="2400" spc="-70"/>
              <a:t> </a:t>
            </a:r>
            <a:r>
              <a:rPr dirty="0" sz="2400"/>
              <a:t>XRD</a:t>
            </a:r>
            <a:r>
              <a:rPr dirty="0" sz="2400" spc="-50"/>
              <a:t> </a:t>
            </a:r>
            <a:r>
              <a:rPr dirty="0" sz="2400" spc="-10"/>
              <a:t>experiment: </a:t>
            </a:r>
            <a:r>
              <a:rPr dirty="0" sz="2400"/>
              <a:t>Sample</a:t>
            </a:r>
            <a:r>
              <a:rPr dirty="0" sz="2400" spc="-95"/>
              <a:t> </a:t>
            </a:r>
            <a:r>
              <a:rPr dirty="0" sz="2400"/>
              <a:t>displacement</a:t>
            </a:r>
            <a:r>
              <a:rPr dirty="0" sz="2400" spc="-80"/>
              <a:t> </a:t>
            </a:r>
            <a:r>
              <a:rPr dirty="0" sz="2400" spc="-10"/>
              <a:t>error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2779902" y="4534661"/>
            <a:ext cx="6400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925" y="1562353"/>
            <a:ext cx="3698240" cy="447243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405633" y="1255902"/>
            <a:ext cx="12522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Focusing</a:t>
            </a:r>
            <a:r>
              <a:rPr dirty="0" sz="14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Arial MT"/>
                <a:cs typeface="Arial MT"/>
              </a:rPr>
              <a:t>Circle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33876" y="4115180"/>
            <a:ext cx="8724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 MT"/>
                <a:cs typeface="Arial MT"/>
              </a:rPr>
              <a:t>Displacement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3892" y="2013001"/>
            <a:ext cx="2033553" cy="117845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947409" y="4402963"/>
            <a:ext cx="2627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Peaks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shift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lower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angle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658611" y="4335017"/>
            <a:ext cx="132715" cy="440055"/>
          </a:xfrm>
          <a:custGeom>
            <a:avLst/>
            <a:gdLst/>
            <a:ahLst/>
            <a:cxnLst/>
            <a:rect l="l" t="t" r="r" b="b"/>
            <a:pathLst>
              <a:path w="132714" h="440054">
                <a:moveTo>
                  <a:pt x="15875" y="309371"/>
                </a:moveTo>
                <a:lnTo>
                  <a:pt x="9143" y="313435"/>
                </a:lnTo>
                <a:lnTo>
                  <a:pt x="2286" y="317372"/>
                </a:lnTo>
                <a:lnTo>
                  <a:pt x="0" y="326135"/>
                </a:lnTo>
                <a:lnTo>
                  <a:pt x="66293" y="439800"/>
                </a:lnTo>
                <a:lnTo>
                  <a:pt x="82808" y="411479"/>
                </a:lnTo>
                <a:lnTo>
                  <a:pt x="51942" y="411479"/>
                </a:lnTo>
                <a:lnTo>
                  <a:pt x="51942" y="358550"/>
                </a:lnTo>
                <a:lnTo>
                  <a:pt x="28575" y="318515"/>
                </a:lnTo>
                <a:lnTo>
                  <a:pt x="24637" y="311657"/>
                </a:lnTo>
                <a:lnTo>
                  <a:pt x="15875" y="309371"/>
                </a:lnTo>
                <a:close/>
              </a:path>
              <a:path w="132714" h="440054">
                <a:moveTo>
                  <a:pt x="51942" y="358550"/>
                </a:moveTo>
                <a:lnTo>
                  <a:pt x="51942" y="411479"/>
                </a:lnTo>
                <a:lnTo>
                  <a:pt x="80517" y="411479"/>
                </a:lnTo>
                <a:lnTo>
                  <a:pt x="80517" y="404240"/>
                </a:lnTo>
                <a:lnTo>
                  <a:pt x="53975" y="404240"/>
                </a:lnTo>
                <a:lnTo>
                  <a:pt x="66293" y="383136"/>
                </a:lnTo>
                <a:lnTo>
                  <a:pt x="51942" y="358550"/>
                </a:lnTo>
                <a:close/>
              </a:path>
              <a:path w="132714" h="440054">
                <a:moveTo>
                  <a:pt x="116712" y="309371"/>
                </a:moveTo>
                <a:lnTo>
                  <a:pt x="107950" y="311657"/>
                </a:lnTo>
                <a:lnTo>
                  <a:pt x="104012" y="318515"/>
                </a:lnTo>
                <a:lnTo>
                  <a:pt x="80517" y="358767"/>
                </a:lnTo>
                <a:lnTo>
                  <a:pt x="80517" y="411479"/>
                </a:lnTo>
                <a:lnTo>
                  <a:pt x="82808" y="411479"/>
                </a:lnTo>
                <a:lnTo>
                  <a:pt x="132587" y="326135"/>
                </a:lnTo>
                <a:lnTo>
                  <a:pt x="130301" y="317372"/>
                </a:lnTo>
                <a:lnTo>
                  <a:pt x="123443" y="313435"/>
                </a:lnTo>
                <a:lnTo>
                  <a:pt x="116712" y="309371"/>
                </a:lnTo>
                <a:close/>
              </a:path>
              <a:path w="132714" h="440054">
                <a:moveTo>
                  <a:pt x="66293" y="383136"/>
                </a:moveTo>
                <a:lnTo>
                  <a:pt x="53975" y="404240"/>
                </a:lnTo>
                <a:lnTo>
                  <a:pt x="78612" y="404240"/>
                </a:lnTo>
                <a:lnTo>
                  <a:pt x="66293" y="383136"/>
                </a:lnTo>
                <a:close/>
              </a:path>
              <a:path w="132714" h="440054">
                <a:moveTo>
                  <a:pt x="80517" y="358767"/>
                </a:moveTo>
                <a:lnTo>
                  <a:pt x="66293" y="383136"/>
                </a:lnTo>
                <a:lnTo>
                  <a:pt x="78612" y="404240"/>
                </a:lnTo>
                <a:lnTo>
                  <a:pt x="80517" y="404240"/>
                </a:lnTo>
                <a:lnTo>
                  <a:pt x="80517" y="358767"/>
                </a:lnTo>
                <a:close/>
              </a:path>
              <a:path w="132714" h="440054">
                <a:moveTo>
                  <a:pt x="80517" y="0"/>
                </a:moveTo>
                <a:lnTo>
                  <a:pt x="51942" y="0"/>
                </a:lnTo>
                <a:lnTo>
                  <a:pt x="51942" y="358550"/>
                </a:lnTo>
                <a:lnTo>
                  <a:pt x="66293" y="383136"/>
                </a:lnTo>
                <a:lnTo>
                  <a:pt x="80517" y="358767"/>
                </a:lnTo>
                <a:lnTo>
                  <a:pt x="80517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956808" y="5193919"/>
            <a:ext cx="2715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Peaks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shift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higher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angle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666232" y="5166995"/>
            <a:ext cx="132715" cy="351155"/>
          </a:xfrm>
          <a:custGeom>
            <a:avLst/>
            <a:gdLst/>
            <a:ahLst/>
            <a:cxnLst/>
            <a:rect l="l" t="t" r="r" b="b"/>
            <a:pathLst>
              <a:path w="132714" h="351154">
                <a:moveTo>
                  <a:pt x="66293" y="56664"/>
                </a:moveTo>
                <a:lnTo>
                  <a:pt x="51942" y="81250"/>
                </a:lnTo>
                <a:lnTo>
                  <a:pt x="51942" y="351027"/>
                </a:lnTo>
                <a:lnTo>
                  <a:pt x="80517" y="351027"/>
                </a:lnTo>
                <a:lnTo>
                  <a:pt x="80517" y="81033"/>
                </a:lnTo>
                <a:lnTo>
                  <a:pt x="66293" y="56664"/>
                </a:lnTo>
                <a:close/>
              </a:path>
              <a:path w="132714" h="351154">
                <a:moveTo>
                  <a:pt x="66293" y="0"/>
                </a:moveTo>
                <a:lnTo>
                  <a:pt x="3937" y="106933"/>
                </a:lnTo>
                <a:lnTo>
                  <a:pt x="0" y="113791"/>
                </a:lnTo>
                <a:lnTo>
                  <a:pt x="2285" y="122554"/>
                </a:lnTo>
                <a:lnTo>
                  <a:pt x="9143" y="126491"/>
                </a:lnTo>
                <a:lnTo>
                  <a:pt x="15875" y="130428"/>
                </a:lnTo>
                <a:lnTo>
                  <a:pt x="24637" y="128142"/>
                </a:lnTo>
                <a:lnTo>
                  <a:pt x="28575" y="121284"/>
                </a:lnTo>
                <a:lnTo>
                  <a:pt x="51942" y="81250"/>
                </a:lnTo>
                <a:lnTo>
                  <a:pt x="51942" y="28447"/>
                </a:lnTo>
                <a:lnTo>
                  <a:pt x="82883" y="28447"/>
                </a:lnTo>
                <a:lnTo>
                  <a:pt x="66293" y="0"/>
                </a:lnTo>
                <a:close/>
              </a:path>
              <a:path w="132714" h="351154">
                <a:moveTo>
                  <a:pt x="82883" y="28447"/>
                </a:moveTo>
                <a:lnTo>
                  <a:pt x="80517" y="28447"/>
                </a:lnTo>
                <a:lnTo>
                  <a:pt x="80517" y="81033"/>
                </a:lnTo>
                <a:lnTo>
                  <a:pt x="104012" y="121284"/>
                </a:lnTo>
                <a:lnTo>
                  <a:pt x="107950" y="128142"/>
                </a:lnTo>
                <a:lnTo>
                  <a:pt x="116712" y="130428"/>
                </a:lnTo>
                <a:lnTo>
                  <a:pt x="123443" y="126491"/>
                </a:lnTo>
                <a:lnTo>
                  <a:pt x="130301" y="122554"/>
                </a:lnTo>
                <a:lnTo>
                  <a:pt x="132587" y="113791"/>
                </a:lnTo>
                <a:lnTo>
                  <a:pt x="128650" y="106933"/>
                </a:lnTo>
                <a:lnTo>
                  <a:pt x="82883" y="28447"/>
                </a:lnTo>
                <a:close/>
              </a:path>
              <a:path w="132714" h="351154">
                <a:moveTo>
                  <a:pt x="80517" y="28447"/>
                </a:moveTo>
                <a:lnTo>
                  <a:pt x="51942" y="28447"/>
                </a:lnTo>
                <a:lnTo>
                  <a:pt x="51942" y="81250"/>
                </a:lnTo>
                <a:lnTo>
                  <a:pt x="66293" y="56664"/>
                </a:lnTo>
                <a:lnTo>
                  <a:pt x="53975" y="35559"/>
                </a:lnTo>
                <a:lnTo>
                  <a:pt x="80517" y="35559"/>
                </a:lnTo>
                <a:lnTo>
                  <a:pt x="80517" y="28447"/>
                </a:lnTo>
                <a:close/>
              </a:path>
              <a:path w="132714" h="351154">
                <a:moveTo>
                  <a:pt x="80517" y="35559"/>
                </a:moveTo>
                <a:lnTo>
                  <a:pt x="78612" y="35559"/>
                </a:lnTo>
                <a:lnTo>
                  <a:pt x="66293" y="56664"/>
                </a:lnTo>
                <a:lnTo>
                  <a:pt x="80517" y="81033"/>
                </a:lnTo>
                <a:lnTo>
                  <a:pt x="80517" y="35559"/>
                </a:lnTo>
                <a:close/>
              </a:path>
              <a:path w="132714" h="351154">
                <a:moveTo>
                  <a:pt x="78612" y="35559"/>
                </a:moveTo>
                <a:lnTo>
                  <a:pt x="53975" y="35559"/>
                </a:lnTo>
                <a:lnTo>
                  <a:pt x="66293" y="56664"/>
                </a:lnTo>
                <a:lnTo>
                  <a:pt x="78612" y="3555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395854" y="5579897"/>
            <a:ext cx="1456690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400">
                <a:latin typeface="Arial MT"/>
                <a:cs typeface="Arial MT"/>
              </a:rPr>
              <a:t>Goniometer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Circle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101" rIns="0" bIns="0" rtlCol="0" vert="horz">
            <a:spAutoFit/>
          </a:bodyPr>
          <a:lstStyle/>
          <a:p>
            <a:pPr marL="525145" marR="5080">
              <a:lnSpc>
                <a:spcPts val="2590"/>
              </a:lnSpc>
              <a:spcBef>
                <a:spcPts val="425"/>
              </a:spcBef>
            </a:pPr>
            <a:r>
              <a:rPr dirty="0" sz="2400"/>
              <a:t>Common</a:t>
            </a:r>
            <a:r>
              <a:rPr dirty="0" sz="2400" spc="-75"/>
              <a:t> </a:t>
            </a:r>
            <a:r>
              <a:rPr dirty="0" sz="2400"/>
              <a:t>errors</a:t>
            </a:r>
            <a:r>
              <a:rPr dirty="0" sz="2400" spc="-65"/>
              <a:t> </a:t>
            </a:r>
            <a:r>
              <a:rPr dirty="0" sz="2400"/>
              <a:t>in</a:t>
            </a:r>
            <a:r>
              <a:rPr dirty="0" sz="2400" spc="-40"/>
              <a:t> </a:t>
            </a:r>
            <a:r>
              <a:rPr dirty="0" sz="2400"/>
              <a:t>Powder</a:t>
            </a:r>
            <a:r>
              <a:rPr dirty="0" sz="2400" spc="-70"/>
              <a:t> </a:t>
            </a:r>
            <a:r>
              <a:rPr dirty="0" sz="2400"/>
              <a:t>XRD</a:t>
            </a:r>
            <a:r>
              <a:rPr dirty="0" sz="2400" spc="-50"/>
              <a:t> </a:t>
            </a:r>
            <a:r>
              <a:rPr dirty="0" sz="2400" spc="-10"/>
              <a:t>experiment: </a:t>
            </a:r>
            <a:r>
              <a:rPr dirty="0" sz="2400" spc="-25"/>
              <a:t>Transparency</a:t>
            </a:r>
            <a:r>
              <a:rPr dirty="0" sz="2400" spc="-30"/>
              <a:t> </a:t>
            </a:r>
            <a:r>
              <a:rPr dirty="0" sz="2400" spc="-20"/>
              <a:t>error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2779522" y="4534915"/>
            <a:ext cx="6400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925" y="1562353"/>
            <a:ext cx="3698240" cy="447243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404998" y="1255902"/>
            <a:ext cx="12490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0000"/>
                </a:solidFill>
                <a:latin typeface="Arial MT"/>
                <a:cs typeface="Arial MT"/>
              </a:rPr>
              <a:t>Focusing</a:t>
            </a:r>
            <a:r>
              <a:rPr dirty="0" sz="14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Arial MT"/>
                <a:cs typeface="Arial MT"/>
              </a:rPr>
              <a:t>Circle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95854" y="5579897"/>
            <a:ext cx="1456690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400">
                <a:latin typeface="Arial MT"/>
                <a:cs typeface="Arial MT"/>
              </a:rPr>
              <a:t>Goniometer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Circle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28082" y="2097404"/>
            <a:ext cx="3282315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 MT"/>
                <a:cs typeface="Arial MT"/>
              </a:rPr>
              <a:t>Incident</a:t>
            </a:r>
            <a:r>
              <a:rPr dirty="0" sz="1800" spc="-20">
                <a:latin typeface="Arial MT"/>
                <a:cs typeface="Arial MT"/>
              </a:rPr>
              <a:t> X-</a:t>
            </a:r>
            <a:r>
              <a:rPr dirty="0" sz="1800">
                <a:latin typeface="Arial MT"/>
                <a:cs typeface="Arial MT"/>
              </a:rPr>
              <a:t>rays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penetrate</a:t>
            </a:r>
            <a:r>
              <a:rPr dirty="0" sz="1800" spc="-25">
                <a:latin typeface="Arial MT"/>
                <a:cs typeface="Arial MT"/>
              </a:rPr>
              <a:t> too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much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sample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 MT"/>
                <a:cs typeface="Arial MT"/>
              </a:rPr>
              <a:t>Peak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asymmetry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towards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low </a:t>
            </a:r>
            <a:r>
              <a:rPr dirty="0" sz="1800" spc="-10">
                <a:latin typeface="Arial MT"/>
                <a:cs typeface="Arial MT"/>
              </a:rPr>
              <a:t>angle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 spc="-10">
                <a:latin typeface="Arial MT"/>
                <a:cs typeface="Arial MT"/>
              </a:rPr>
              <a:t>Typical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organic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samples.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228082" y="4292600"/>
            <a:ext cx="37528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avoided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using</a:t>
            </a:r>
            <a:r>
              <a:rPr dirty="0" sz="1800" spc="-10">
                <a:latin typeface="Arial MT"/>
                <a:cs typeface="Arial MT"/>
              </a:rPr>
              <a:t> parallel </a:t>
            </a:r>
            <a:r>
              <a:rPr dirty="0" sz="1800">
                <a:latin typeface="Arial MT"/>
                <a:cs typeface="Arial MT"/>
              </a:rPr>
              <a:t>beam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grazing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incident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set-</a:t>
            </a:r>
            <a:r>
              <a:rPr dirty="0" sz="1800" spc="-25">
                <a:latin typeface="Arial MT"/>
                <a:cs typeface="Arial MT"/>
              </a:rPr>
              <a:t>up.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55194"/>
            <a:ext cx="31737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Scan</a:t>
            </a:r>
            <a:r>
              <a:rPr dirty="0" spc="-95"/>
              <a:t> </a:t>
            </a:r>
            <a:r>
              <a:rPr dirty="0" spc="-10"/>
              <a:t>parameters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07542" y="6427114"/>
            <a:ext cx="3365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2020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55634" y="6427114"/>
            <a:ext cx="181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730550" y="1215452"/>
            <a:ext cx="5523230" cy="4467225"/>
            <a:chOff x="1730550" y="1215452"/>
            <a:chExt cx="5523230" cy="4467225"/>
          </a:xfrm>
        </p:grpSpPr>
        <p:sp>
          <p:nvSpPr>
            <p:cNvPr id="6" name="object 6" descr=""/>
            <p:cNvSpPr/>
            <p:nvPr/>
          </p:nvSpPr>
          <p:spPr>
            <a:xfrm>
              <a:off x="1738805" y="1223707"/>
              <a:ext cx="5506720" cy="4450715"/>
            </a:xfrm>
            <a:custGeom>
              <a:avLst/>
              <a:gdLst/>
              <a:ahLst/>
              <a:cxnLst/>
              <a:rect l="l" t="t" r="r" b="b"/>
              <a:pathLst>
                <a:path w="5506720" h="4450715">
                  <a:moveTo>
                    <a:pt x="85275" y="4365470"/>
                  </a:moveTo>
                  <a:lnTo>
                    <a:pt x="5506665" y="4365470"/>
                  </a:lnTo>
                </a:path>
                <a:path w="5506720" h="4450715">
                  <a:moveTo>
                    <a:pt x="85275" y="0"/>
                  </a:moveTo>
                  <a:lnTo>
                    <a:pt x="5506665" y="0"/>
                  </a:lnTo>
                </a:path>
                <a:path w="5506720" h="4450715">
                  <a:moveTo>
                    <a:pt x="85275" y="4365470"/>
                  </a:moveTo>
                  <a:lnTo>
                    <a:pt x="85275" y="4407461"/>
                  </a:lnTo>
                </a:path>
                <a:path w="5506720" h="4450715">
                  <a:moveTo>
                    <a:pt x="556224" y="4365470"/>
                  </a:moveTo>
                  <a:lnTo>
                    <a:pt x="556224" y="4407461"/>
                  </a:lnTo>
                </a:path>
                <a:path w="5506720" h="4450715">
                  <a:moveTo>
                    <a:pt x="1028393" y="4365470"/>
                  </a:moveTo>
                  <a:lnTo>
                    <a:pt x="1028393" y="4407461"/>
                  </a:lnTo>
                </a:path>
                <a:path w="5506720" h="4450715">
                  <a:moveTo>
                    <a:pt x="1499359" y="4365470"/>
                  </a:moveTo>
                  <a:lnTo>
                    <a:pt x="1499359" y="4407461"/>
                  </a:lnTo>
                </a:path>
                <a:path w="5506720" h="4450715">
                  <a:moveTo>
                    <a:pt x="1971544" y="4365470"/>
                  </a:moveTo>
                  <a:lnTo>
                    <a:pt x="1971544" y="4407461"/>
                  </a:lnTo>
                </a:path>
                <a:path w="5506720" h="4450715">
                  <a:moveTo>
                    <a:pt x="2442445" y="4365470"/>
                  </a:moveTo>
                  <a:lnTo>
                    <a:pt x="2442445" y="4407461"/>
                  </a:lnTo>
                </a:path>
                <a:path w="5506720" h="4450715">
                  <a:moveTo>
                    <a:pt x="2913394" y="4365470"/>
                  </a:moveTo>
                  <a:lnTo>
                    <a:pt x="2913394" y="4407461"/>
                  </a:lnTo>
                </a:path>
                <a:path w="5506720" h="4450715">
                  <a:moveTo>
                    <a:pt x="3385579" y="4365470"/>
                  </a:moveTo>
                  <a:lnTo>
                    <a:pt x="3385579" y="4407461"/>
                  </a:lnTo>
                </a:path>
                <a:path w="5506720" h="4450715">
                  <a:moveTo>
                    <a:pt x="3856529" y="4365470"/>
                  </a:moveTo>
                  <a:lnTo>
                    <a:pt x="3856529" y="4407461"/>
                  </a:lnTo>
                </a:path>
                <a:path w="5506720" h="4450715">
                  <a:moveTo>
                    <a:pt x="4328681" y="4365470"/>
                  </a:moveTo>
                  <a:lnTo>
                    <a:pt x="4328681" y="4407461"/>
                  </a:lnTo>
                </a:path>
                <a:path w="5506720" h="4450715">
                  <a:moveTo>
                    <a:pt x="4799614" y="4365470"/>
                  </a:moveTo>
                  <a:lnTo>
                    <a:pt x="4799614" y="4407461"/>
                  </a:lnTo>
                </a:path>
                <a:path w="5506720" h="4450715">
                  <a:moveTo>
                    <a:pt x="5270564" y="4365470"/>
                  </a:moveTo>
                  <a:lnTo>
                    <a:pt x="5270564" y="4407461"/>
                  </a:lnTo>
                </a:path>
                <a:path w="5506720" h="4450715">
                  <a:moveTo>
                    <a:pt x="321359" y="4365470"/>
                  </a:moveTo>
                  <a:lnTo>
                    <a:pt x="321359" y="4450687"/>
                  </a:lnTo>
                </a:path>
                <a:path w="5506720" h="4450715">
                  <a:moveTo>
                    <a:pt x="792309" y="4365470"/>
                  </a:moveTo>
                  <a:lnTo>
                    <a:pt x="792309" y="4450687"/>
                  </a:lnTo>
                </a:path>
                <a:path w="5506720" h="4450715">
                  <a:moveTo>
                    <a:pt x="1263258" y="4365470"/>
                  </a:moveTo>
                  <a:lnTo>
                    <a:pt x="1263258" y="4450687"/>
                  </a:lnTo>
                </a:path>
                <a:path w="5506720" h="4450715">
                  <a:moveTo>
                    <a:pt x="1735444" y="4365470"/>
                  </a:moveTo>
                  <a:lnTo>
                    <a:pt x="1735444" y="4450687"/>
                  </a:lnTo>
                </a:path>
                <a:path w="5506720" h="4450715">
                  <a:moveTo>
                    <a:pt x="2206344" y="4365470"/>
                  </a:moveTo>
                  <a:lnTo>
                    <a:pt x="2206344" y="4450687"/>
                  </a:lnTo>
                </a:path>
                <a:path w="5506720" h="4450715">
                  <a:moveTo>
                    <a:pt x="2678529" y="4365470"/>
                  </a:moveTo>
                  <a:lnTo>
                    <a:pt x="2678529" y="4450687"/>
                  </a:lnTo>
                </a:path>
                <a:path w="5506720" h="4450715">
                  <a:moveTo>
                    <a:pt x="3149479" y="4365470"/>
                  </a:moveTo>
                  <a:lnTo>
                    <a:pt x="3149479" y="4450687"/>
                  </a:lnTo>
                </a:path>
                <a:path w="5506720" h="4450715">
                  <a:moveTo>
                    <a:pt x="3620428" y="4365470"/>
                  </a:moveTo>
                  <a:lnTo>
                    <a:pt x="3620428" y="4450687"/>
                  </a:lnTo>
                </a:path>
                <a:path w="5506720" h="4450715">
                  <a:moveTo>
                    <a:pt x="4092630" y="4365470"/>
                  </a:moveTo>
                  <a:lnTo>
                    <a:pt x="4092630" y="4450687"/>
                  </a:lnTo>
                </a:path>
                <a:path w="5506720" h="4450715">
                  <a:moveTo>
                    <a:pt x="4563530" y="4365470"/>
                  </a:moveTo>
                  <a:lnTo>
                    <a:pt x="4563530" y="4450687"/>
                  </a:lnTo>
                </a:path>
                <a:path w="5506720" h="4450715">
                  <a:moveTo>
                    <a:pt x="5035715" y="4365470"/>
                  </a:moveTo>
                  <a:lnTo>
                    <a:pt x="5035715" y="4450687"/>
                  </a:lnTo>
                </a:path>
                <a:path w="5506720" h="4450715">
                  <a:moveTo>
                    <a:pt x="5506665" y="4365470"/>
                  </a:moveTo>
                  <a:lnTo>
                    <a:pt x="5506665" y="4450687"/>
                  </a:lnTo>
                </a:path>
                <a:path w="5506720" h="4450715">
                  <a:moveTo>
                    <a:pt x="85275" y="4365470"/>
                  </a:moveTo>
                  <a:lnTo>
                    <a:pt x="85275" y="0"/>
                  </a:lnTo>
                </a:path>
                <a:path w="5506720" h="4450715">
                  <a:moveTo>
                    <a:pt x="5506665" y="4365470"/>
                  </a:moveTo>
                  <a:lnTo>
                    <a:pt x="5506665" y="0"/>
                  </a:lnTo>
                </a:path>
                <a:path w="5506720" h="4450715">
                  <a:moveTo>
                    <a:pt x="85275" y="4365470"/>
                  </a:moveTo>
                  <a:lnTo>
                    <a:pt x="43255" y="4365470"/>
                  </a:lnTo>
                </a:path>
                <a:path w="5506720" h="4450715">
                  <a:moveTo>
                    <a:pt x="85275" y="2825058"/>
                  </a:moveTo>
                  <a:lnTo>
                    <a:pt x="43255" y="2825058"/>
                  </a:lnTo>
                </a:path>
                <a:path w="5506720" h="4450715">
                  <a:moveTo>
                    <a:pt x="85275" y="2311203"/>
                  </a:moveTo>
                  <a:lnTo>
                    <a:pt x="43255" y="2311203"/>
                  </a:lnTo>
                </a:path>
                <a:path w="5506720" h="4450715">
                  <a:moveTo>
                    <a:pt x="85275" y="1797298"/>
                  </a:moveTo>
                  <a:lnTo>
                    <a:pt x="43255" y="1797298"/>
                  </a:lnTo>
                </a:path>
                <a:path w="5506720" h="4450715">
                  <a:moveTo>
                    <a:pt x="85275" y="1283443"/>
                  </a:moveTo>
                  <a:lnTo>
                    <a:pt x="43255" y="1283443"/>
                  </a:lnTo>
                </a:path>
                <a:path w="5506720" h="4450715">
                  <a:moveTo>
                    <a:pt x="85275" y="770790"/>
                  </a:moveTo>
                  <a:lnTo>
                    <a:pt x="43255" y="770790"/>
                  </a:lnTo>
                </a:path>
                <a:path w="5506720" h="4450715">
                  <a:moveTo>
                    <a:pt x="85275" y="256935"/>
                  </a:moveTo>
                  <a:lnTo>
                    <a:pt x="43255" y="256935"/>
                  </a:lnTo>
                </a:path>
                <a:path w="5506720" h="4450715">
                  <a:moveTo>
                    <a:pt x="85275" y="4108534"/>
                  </a:moveTo>
                  <a:lnTo>
                    <a:pt x="0" y="4108534"/>
                  </a:lnTo>
                </a:path>
                <a:path w="5506720" h="4450715">
                  <a:moveTo>
                    <a:pt x="85275" y="3082026"/>
                  </a:moveTo>
                  <a:lnTo>
                    <a:pt x="0" y="3082026"/>
                  </a:lnTo>
                </a:path>
                <a:path w="5506720" h="4450715">
                  <a:moveTo>
                    <a:pt x="85275" y="2568122"/>
                  </a:moveTo>
                  <a:lnTo>
                    <a:pt x="0" y="2568122"/>
                  </a:lnTo>
                </a:path>
                <a:path w="5506720" h="4450715">
                  <a:moveTo>
                    <a:pt x="85275" y="2054267"/>
                  </a:moveTo>
                  <a:lnTo>
                    <a:pt x="0" y="2054267"/>
                  </a:lnTo>
                </a:path>
                <a:path w="5506720" h="4450715">
                  <a:moveTo>
                    <a:pt x="85275" y="1540379"/>
                  </a:moveTo>
                  <a:lnTo>
                    <a:pt x="0" y="1540379"/>
                  </a:lnTo>
                </a:path>
                <a:path w="5506720" h="4450715">
                  <a:moveTo>
                    <a:pt x="85275" y="1027759"/>
                  </a:moveTo>
                  <a:lnTo>
                    <a:pt x="0" y="1027759"/>
                  </a:lnTo>
                </a:path>
                <a:path w="5506720" h="4450715">
                  <a:moveTo>
                    <a:pt x="85275" y="513855"/>
                  </a:moveTo>
                  <a:lnTo>
                    <a:pt x="0" y="513855"/>
                  </a:lnTo>
                </a:path>
                <a:path w="5506720" h="4450715">
                  <a:moveTo>
                    <a:pt x="85275" y="0"/>
                  </a:moveTo>
                  <a:lnTo>
                    <a:pt x="0" y="0"/>
                  </a:lnTo>
                </a:path>
              </a:pathLst>
            </a:custGeom>
            <a:ln w="16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8805" y="1917306"/>
              <a:ext cx="5508517" cy="3401968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944887" y="5610712"/>
            <a:ext cx="5467985" cy="102489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  <a:tabLst>
                <a:tab pos="483234" algn="l"/>
                <a:tab pos="954405" algn="l"/>
                <a:tab pos="1426210" algn="l"/>
                <a:tab pos="1897380" algn="l"/>
                <a:tab pos="2369185" algn="l"/>
                <a:tab pos="2840355" algn="l"/>
                <a:tab pos="3311525" algn="l"/>
                <a:tab pos="3783329" algn="l"/>
                <a:tab pos="4203700" algn="l"/>
                <a:tab pos="4676140" algn="l"/>
                <a:tab pos="5146675" algn="l"/>
              </a:tabLst>
            </a:pPr>
            <a:r>
              <a:rPr dirty="0" sz="1450" spc="-25">
                <a:latin typeface="Arial MT"/>
                <a:cs typeface="Arial MT"/>
              </a:rPr>
              <a:t>10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20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30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40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50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60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70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80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90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100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110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120</a:t>
            </a:r>
            <a:endParaRPr sz="1450">
              <a:latin typeface="Arial MT"/>
              <a:cs typeface="Arial MT"/>
            </a:endParaRPr>
          </a:p>
          <a:p>
            <a:pPr algn="ctr" marR="279400">
              <a:lnSpc>
                <a:spcPct val="100000"/>
              </a:lnSpc>
              <a:spcBef>
                <a:spcPts val="710"/>
              </a:spcBef>
            </a:pPr>
            <a:r>
              <a:rPr dirty="0" sz="1750">
                <a:latin typeface="Arial MT"/>
                <a:cs typeface="Arial MT"/>
              </a:rPr>
              <a:t>2Theta</a:t>
            </a:r>
            <a:r>
              <a:rPr dirty="0" sz="1750" spc="60">
                <a:latin typeface="Arial MT"/>
                <a:cs typeface="Arial MT"/>
              </a:rPr>
              <a:t> </a:t>
            </a:r>
            <a:r>
              <a:rPr dirty="0" sz="1750" spc="-20">
                <a:latin typeface="Arial MT"/>
                <a:cs typeface="Arial MT"/>
              </a:rPr>
              <a:t>(deg)</a:t>
            </a:r>
            <a:endParaRPr sz="1750">
              <a:latin typeface="Arial MT"/>
              <a:cs typeface="Arial MT"/>
            </a:endParaRPr>
          </a:p>
          <a:p>
            <a:pPr algn="ctr" marR="205740">
              <a:lnSpc>
                <a:spcPct val="100000"/>
              </a:lnSpc>
              <a:spcBef>
                <a:spcPts val="1320"/>
              </a:spcBef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X-ray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Cluster</a:t>
            </a:r>
            <a:r>
              <a:rPr dirty="0" sz="1200" spc="-3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dirty="0" sz="1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&amp;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 Training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53814" y="4163323"/>
            <a:ext cx="539115" cy="1274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1450" spc="-10">
                <a:latin typeface="Arial MT"/>
                <a:cs typeface="Arial MT"/>
              </a:rPr>
              <a:t>20000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4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1450" spc="-10">
                <a:latin typeface="Arial MT"/>
                <a:cs typeface="Arial MT"/>
              </a:rPr>
              <a:t>10000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4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1450" spc="-50">
                <a:latin typeface="Arial MT"/>
                <a:cs typeface="Arial MT"/>
              </a:rPr>
              <a:t>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53814" y="3649418"/>
            <a:ext cx="538480" cy="248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10">
                <a:latin typeface="Arial MT"/>
                <a:cs typeface="Arial MT"/>
              </a:rPr>
              <a:t>30000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53814" y="3135563"/>
            <a:ext cx="538480" cy="248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10">
                <a:latin typeface="Arial MT"/>
                <a:cs typeface="Arial MT"/>
              </a:rPr>
              <a:t>40000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53814" y="2621675"/>
            <a:ext cx="538480" cy="248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10">
                <a:latin typeface="Arial MT"/>
                <a:cs typeface="Arial MT"/>
              </a:rPr>
              <a:t>50000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53814" y="2109055"/>
            <a:ext cx="538480" cy="248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10">
                <a:latin typeface="Arial MT"/>
                <a:cs typeface="Arial MT"/>
              </a:rPr>
              <a:t>60000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53814" y="1595151"/>
            <a:ext cx="538480" cy="248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10">
                <a:latin typeface="Arial MT"/>
                <a:cs typeface="Arial MT"/>
              </a:rPr>
              <a:t>70000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53814" y="1081296"/>
            <a:ext cx="538480" cy="248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10">
                <a:latin typeface="Arial MT"/>
                <a:cs typeface="Arial MT"/>
              </a:rPr>
              <a:t>80000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92050" y="2529710"/>
            <a:ext cx="280035" cy="146304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80"/>
              </a:lnSpc>
            </a:pPr>
            <a:r>
              <a:rPr dirty="0" sz="1800">
                <a:latin typeface="Arial MT"/>
                <a:cs typeface="Arial MT"/>
              </a:rPr>
              <a:t>Intensity</a:t>
            </a:r>
            <a:r>
              <a:rPr dirty="0" sz="1800" spc="-10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(a.u.)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4751832" y="1082039"/>
            <a:ext cx="4020820" cy="2677795"/>
          </a:xfrm>
          <a:custGeom>
            <a:avLst/>
            <a:gdLst/>
            <a:ahLst/>
            <a:cxnLst/>
            <a:rect l="l" t="t" r="r" b="b"/>
            <a:pathLst>
              <a:path w="4020820" h="2677795">
                <a:moveTo>
                  <a:pt x="4020312" y="0"/>
                </a:moveTo>
                <a:lnTo>
                  <a:pt x="0" y="0"/>
                </a:lnTo>
                <a:lnTo>
                  <a:pt x="0" y="2677668"/>
                </a:lnTo>
                <a:lnTo>
                  <a:pt x="4020312" y="2677668"/>
                </a:lnTo>
                <a:lnTo>
                  <a:pt x="4020312" y="0"/>
                </a:lnTo>
                <a:close/>
              </a:path>
            </a:pathLst>
          </a:custGeom>
          <a:solidFill>
            <a:srgbClr val="171717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66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10"/>
              </a:spcBef>
            </a:pPr>
            <a:r>
              <a:rPr dirty="0"/>
              <a:t>Scan</a:t>
            </a:r>
            <a:r>
              <a:rPr dirty="0" spc="-65"/>
              <a:t> </a:t>
            </a:r>
            <a:r>
              <a:rPr dirty="0" spc="-10"/>
              <a:t>range:</a:t>
            </a:r>
          </a:p>
          <a:p>
            <a:pPr marL="381635" indent="-289560">
              <a:lnSpc>
                <a:spcPct val="100000"/>
              </a:lnSpc>
              <a:buAutoNum type="alphaLcPeriod"/>
              <a:tabLst>
                <a:tab pos="381635" algn="l"/>
              </a:tabLst>
            </a:pPr>
            <a:r>
              <a:rPr dirty="0"/>
              <a:t>Crystal</a:t>
            </a:r>
            <a:r>
              <a:rPr dirty="0" spc="-114"/>
              <a:t> </a:t>
            </a:r>
            <a:r>
              <a:rPr dirty="0" spc="-10"/>
              <a:t>structure</a:t>
            </a:r>
          </a:p>
          <a:p>
            <a:pPr marL="395605" indent="-303530">
              <a:lnSpc>
                <a:spcPct val="100000"/>
              </a:lnSpc>
              <a:buAutoNum type="alphaLcPeriod"/>
              <a:tabLst>
                <a:tab pos="395605" algn="l"/>
              </a:tabLst>
            </a:pPr>
            <a:r>
              <a:rPr dirty="0" spc="-10"/>
              <a:t>Information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10"/>
              <a:t>collect</a:t>
            </a:r>
          </a:p>
          <a:p>
            <a:pPr lvl="1" marL="892175" indent="-342900">
              <a:lnSpc>
                <a:spcPct val="100000"/>
              </a:lnSpc>
              <a:buChar char="-"/>
              <a:tabLst>
                <a:tab pos="892175" algn="l"/>
              </a:tabLst>
            </a:pPr>
            <a:r>
              <a:rPr dirty="0" sz="2400">
                <a:solidFill>
                  <a:srgbClr val="F1F1F1"/>
                </a:solidFill>
                <a:latin typeface="Calibri"/>
                <a:cs typeface="Calibri"/>
              </a:rPr>
              <a:t>Phase</a:t>
            </a:r>
            <a:r>
              <a:rPr dirty="0" sz="2400" spc="-5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1F1F1"/>
                </a:solidFill>
                <a:latin typeface="Calibri"/>
                <a:cs typeface="Calibri"/>
              </a:rPr>
              <a:t>ID</a:t>
            </a:r>
            <a:endParaRPr sz="2400">
              <a:latin typeface="Calibri"/>
              <a:cs typeface="Calibri"/>
            </a:endParaRPr>
          </a:p>
          <a:p>
            <a:pPr lvl="1" marL="892175" indent="-342900">
              <a:lnSpc>
                <a:spcPct val="100000"/>
              </a:lnSpc>
              <a:spcBef>
                <a:spcPts val="5"/>
              </a:spcBef>
              <a:buChar char="-"/>
              <a:tabLst>
                <a:tab pos="892175" algn="l"/>
              </a:tabLst>
            </a:pPr>
            <a:r>
              <a:rPr dirty="0" sz="2400">
                <a:solidFill>
                  <a:srgbClr val="F1F1F1"/>
                </a:solidFill>
                <a:latin typeface="Calibri"/>
                <a:cs typeface="Calibri"/>
              </a:rPr>
              <a:t>Structure</a:t>
            </a:r>
            <a:r>
              <a:rPr dirty="0" sz="2400" spc="-55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1F1F1"/>
                </a:solidFill>
                <a:latin typeface="Calibri"/>
                <a:cs typeface="Calibri"/>
              </a:rPr>
              <a:t>determination</a:t>
            </a:r>
            <a:endParaRPr sz="2400">
              <a:latin typeface="Calibri"/>
              <a:cs typeface="Calibri"/>
            </a:endParaRPr>
          </a:p>
          <a:p>
            <a:pPr lvl="1" marL="892175" indent="-342900">
              <a:lnSpc>
                <a:spcPct val="100000"/>
              </a:lnSpc>
              <a:buChar char="-"/>
              <a:tabLst>
                <a:tab pos="892175" algn="l"/>
              </a:tabLst>
            </a:pPr>
            <a:r>
              <a:rPr dirty="0" sz="2400" spc="-20">
                <a:solidFill>
                  <a:srgbClr val="F1F1F1"/>
                </a:solidFill>
                <a:latin typeface="Calibri"/>
                <a:cs typeface="Calibri"/>
              </a:rPr>
              <a:t>Stress-</a:t>
            </a:r>
            <a:r>
              <a:rPr dirty="0" sz="2400">
                <a:solidFill>
                  <a:srgbClr val="F1F1F1"/>
                </a:solidFill>
                <a:latin typeface="Calibri"/>
                <a:cs typeface="Calibri"/>
              </a:rPr>
              <a:t>Strain</a:t>
            </a:r>
            <a:r>
              <a:rPr dirty="0" sz="2400" spc="-55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1F1F1"/>
                </a:solidFill>
                <a:latin typeface="Calibri"/>
                <a:cs typeface="Calibri"/>
              </a:rPr>
              <a:t>analysis</a:t>
            </a:r>
            <a:endParaRPr sz="2400">
              <a:latin typeface="Calibri"/>
              <a:cs typeface="Calibri"/>
            </a:endParaRPr>
          </a:p>
          <a:p>
            <a:pPr lvl="1" marL="892175" indent="-342900">
              <a:lnSpc>
                <a:spcPct val="100000"/>
              </a:lnSpc>
              <a:buChar char="-"/>
              <a:tabLst>
                <a:tab pos="892175" algn="l"/>
              </a:tabLst>
            </a:pPr>
            <a:r>
              <a:rPr dirty="0" sz="2400" spc="-10">
                <a:solidFill>
                  <a:srgbClr val="F1F1F1"/>
                </a:solidFill>
                <a:latin typeface="Calibri"/>
                <a:cs typeface="Calibri"/>
              </a:rPr>
              <a:t>Micro-structure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55194"/>
            <a:ext cx="53562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93135" algn="l"/>
              </a:tabLst>
            </a:pPr>
            <a:r>
              <a:rPr dirty="0"/>
              <a:t>Scan</a:t>
            </a:r>
            <a:r>
              <a:rPr dirty="0" spc="-95"/>
              <a:t> </a:t>
            </a:r>
            <a:r>
              <a:rPr dirty="0" spc="-10"/>
              <a:t>parameters:</a:t>
            </a:r>
            <a:r>
              <a:rPr dirty="0"/>
              <a:t>	Scan</a:t>
            </a:r>
            <a:r>
              <a:rPr dirty="0" spc="-110"/>
              <a:t> </a:t>
            </a:r>
            <a:r>
              <a:rPr dirty="0" spc="-20"/>
              <a:t>time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07542" y="6427114"/>
            <a:ext cx="3365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2020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55634" y="6427114"/>
            <a:ext cx="181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152037" y="1415830"/>
            <a:ext cx="3461385" cy="2797810"/>
          </a:xfrm>
          <a:custGeom>
            <a:avLst/>
            <a:gdLst/>
            <a:ahLst/>
            <a:cxnLst/>
            <a:rect l="l" t="t" r="r" b="b"/>
            <a:pathLst>
              <a:path w="3461384" h="2797810">
                <a:moveTo>
                  <a:pt x="53599" y="2744187"/>
                </a:moveTo>
                <a:lnTo>
                  <a:pt x="3461220" y="2744187"/>
                </a:lnTo>
              </a:path>
              <a:path w="3461384" h="2797810">
                <a:moveTo>
                  <a:pt x="53599" y="0"/>
                </a:moveTo>
                <a:lnTo>
                  <a:pt x="3461220" y="0"/>
                </a:lnTo>
              </a:path>
              <a:path w="3461384" h="2797810">
                <a:moveTo>
                  <a:pt x="296792" y="2744187"/>
                </a:moveTo>
                <a:lnTo>
                  <a:pt x="296792" y="2770583"/>
                </a:lnTo>
              </a:path>
              <a:path w="3461384" h="2797810">
                <a:moveTo>
                  <a:pt x="783924" y="2744187"/>
                </a:moveTo>
                <a:lnTo>
                  <a:pt x="783924" y="2770583"/>
                </a:lnTo>
              </a:path>
              <a:path w="3461384" h="2797810">
                <a:moveTo>
                  <a:pt x="1270289" y="2744187"/>
                </a:moveTo>
                <a:lnTo>
                  <a:pt x="1270289" y="2770583"/>
                </a:lnTo>
              </a:path>
              <a:path w="3461384" h="2797810">
                <a:moveTo>
                  <a:pt x="1757420" y="2744187"/>
                </a:moveTo>
                <a:lnTo>
                  <a:pt x="1757420" y="2770583"/>
                </a:lnTo>
              </a:path>
              <a:path w="3461384" h="2797810">
                <a:moveTo>
                  <a:pt x="2244552" y="2744187"/>
                </a:moveTo>
                <a:lnTo>
                  <a:pt x="2244552" y="2770583"/>
                </a:lnTo>
              </a:path>
              <a:path w="3461384" h="2797810">
                <a:moveTo>
                  <a:pt x="2730896" y="2744187"/>
                </a:moveTo>
                <a:lnTo>
                  <a:pt x="2730896" y="2770583"/>
                </a:lnTo>
              </a:path>
              <a:path w="3461384" h="2797810">
                <a:moveTo>
                  <a:pt x="3218027" y="2744187"/>
                </a:moveTo>
                <a:lnTo>
                  <a:pt x="3218027" y="2770583"/>
                </a:lnTo>
              </a:path>
              <a:path w="3461384" h="2797810">
                <a:moveTo>
                  <a:pt x="53599" y="2744187"/>
                </a:moveTo>
                <a:lnTo>
                  <a:pt x="53599" y="2797756"/>
                </a:lnTo>
              </a:path>
              <a:path w="3461384" h="2797810">
                <a:moveTo>
                  <a:pt x="540731" y="2744187"/>
                </a:moveTo>
                <a:lnTo>
                  <a:pt x="540731" y="2797756"/>
                </a:lnTo>
              </a:path>
              <a:path w="3461384" h="2797810">
                <a:moveTo>
                  <a:pt x="1027096" y="2744187"/>
                </a:moveTo>
                <a:lnTo>
                  <a:pt x="1027096" y="2797756"/>
                </a:lnTo>
              </a:path>
              <a:path w="3461384" h="2797810">
                <a:moveTo>
                  <a:pt x="1514227" y="2744187"/>
                </a:moveTo>
                <a:lnTo>
                  <a:pt x="1514227" y="2797756"/>
                </a:lnTo>
              </a:path>
              <a:path w="3461384" h="2797810">
                <a:moveTo>
                  <a:pt x="2000582" y="2744187"/>
                </a:moveTo>
                <a:lnTo>
                  <a:pt x="2000582" y="2797756"/>
                </a:lnTo>
              </a:path>
              <a:path w="3461384" h="2797810">
                <a:moveTo>
                  <a:pt x="2487724" y="2744187"/>
                </a:moveTo>
                <a:lnTo>
                  <a:pt x="2487724" y="2797756"/>
                </a:lnTo>
              </a:path>
              <a:path w="3461384" h="2797810">
                <a:moveTo>
                  <a:pt x="2974078" y="2744187"/>
                </a:moveTo>
                <a:lnTo>
                  <a:pt x="2974078" y="2797756"/>
                </a:lnTo>
              </a:path>
              <a:path w="3461384" h="2797810">
                <a:moveTo>
                  <a:pt x="3461220" y="2744187"/>
                </a:moveTo>
                <a:lnTo>
                  <a:pt x="3461220" y="2797756"/>
                </a:lnTo>
              </a:path>
              <a:path w="3461384" h="2797810">
                <a:moveTo>
                  <a:pt x="53599" y="2744187"/>
                </a:moveTo>
                <a:lnTo>
                  <a:pt x="53599" y="0"/>
                </a:lnTo>
              </a:path>
              <a:path w="3461384" h="2797810">
                <a:moveTo>
                  <a:pt x="3461220" y="2744187"/>
                </a:moveTo>
                <a:lnTo>
                  <a:pt x="3461220" y="0"/>
                </a:lnTo>
              </a:path>
              <a:path w="3461384" h="2797810">
                <a:moveTo>
                  <a:pt x="53599" y="2548515"/>
                </a:moveTo>
                <a:lnTo>
                  <a:pt x="27188" y="2548515"/>
                </a:lnTo>
              </a:path>
              <a:path w="3461384" h="2797810">
                <a:moveTo>
                  <a:pt x="53599" y="2156352"/>
                </a:moveTo>
                <a:lnTo>
                  <a:pt x="27188" y="2156352"/>
                </a:lnTo>
              </a:path>
              <a:path w="3461384" h="2797810">
                <a:moveTo>
                  <a:pt x="53599" y="1764220"/>
                </a:moveTo>
                <a:lnTo>
                  <a:pt x="27188" y="1764220"/>
                </a:lnTo>
              </a:path>
              <a:path w="3461384" h="2797810">
                <a:moveTo>
                  <a:pt x="53599" y="1372078"/>
                </a:moveTo>
                <a:lnTo>
                  <a:pt x="27188" y="1372078"/>
                </a:lnTo>
              </a:path>
              <a:path w="3461384" h="2797810">
                <a:moveTo>
                  <a:pt x="53599" y="979946"/>
                </a:moveTo>
                <a:lnTo>
                  <a:pt x="27188" y="979946"/>
                </a:lnTo>
              </a:path>
              <a:path w="3461384" h="2797810">
                <a:moveTo>
                  <a:pt x="53599" y="587804"/>
                </a:moveTo>
                <a:lnTo>
                  <a:pt x="27188" y="587804"/>
                </a:lnTo>
              </a:path>
              <a:path w="3461384" h="2797810">
                <a:moveTo>
                  <a:pt x="53599" y="195672"/>
                </a:moveTo>
                <a:lnTo>
                  <a:pt x="27188" y="195672"/>
                </a:lnTo>
              </a:path>
              <a:path w="3461384" h="2797810">
                <a:moveTo>
                  <a:pt x="53599" y="2744187"/>
                </a:moveTo>
                <a:lnTo>
                  <a:pt x="0" y="2744187"/>
                </a:lnTo>
              </a:path>
              <a:path w="3461384" h="2797810">
                <a:moveTo>
                  <a:pt x="53599" y="2352045"/>
                </a:moveTo>
                <a:lnTo>
                  <a:pt x="0" y="2352045"/>
                </a:lnTo>
              </a:path>
              <a:path w="3461384" h="2797810">
                <a:moveTo>
                  <a:pt x="53599" y="1959913"/>
                </a:moveTo>
                <a:lnTo>
                  <a:pt x="0" y="1959913"/>
                </a:lnTo>
              </a:path>
              <a:path w="3461384" h="2797810">
                <a:moveTo>
                  <a:pt x="53599" y="1567771"/>
                </a:moveTo>
                <a:lnTo>
                  <a:pt x="0" y="1567771"/>
                </a:lnTo>
              </a:path>
              <a:path w="3461384" h="2797810">
                <a:moveTo>
                  <a:pt x="53599" y="1176416"/>
                </a:moveTo>
                <a:lnTo>
                  <a:pt x="0" y="1176416"/>
                </a:lnTo>
              </a:path>
              <a:path w="3461384" h="2797810">
                <a:moveTo>
                  <a:pt x="53599" y="784273"/>
                </a:moveTo>
                <a:lnTo>
                  <a:pt x="0" y="784273"/>
                </a:lnTo>
              </a:path>
              <a:path w="3461384" h="2797810">
                <a:moveTo>
                  <a:pt x="53599" y="392142"/>
                </a:moveTo>
                <a:lnTo>
                  <a:pt x="0" y="392142"/>
                </a:lnTo>
              </a:path>
              <a:path w="3461384" h="2797810">
                <a:moveTo>
                  <a:pt x="53599" y="0"/>
                </a:moveTo>
                <a:lnTo>
                  <a:pt x="0" y="0"/>
                </a:lnTo>
              </a:path>
            </a:pathLst>
          </a:custGeom>
          <a:ln w="10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128462" y="4212531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615594" y="4212531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20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01959" y="4212531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30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562587" y="4212531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60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048952" y="4212531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70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536052" y="4212532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80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037544" y="4065779"/>
            <a:ext cx="9080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5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44098" y="3673637"/>
            <a:ext cx="28384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Arial MT"/>
                <a:cs typeface="Arial MT"/>
              </a:rPr>
              <a:t>1000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44098" y="3281505"/>
            <a:ext cx="28384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Arial MT"/>
                <a:cs typeface="Arial MT"/>
              </a:rPr>
              <a:t>2000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44098" y="2889363"/>
            <a:ext cx="28384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Arial MT"/>
                <a:cs typeface="Arial MT"/>
              </a:rPr>
              <a:t>3000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44098" y="2498008"/>
            <a:ext cx="28384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Arial MT"/>
                <a:cs typeface="Arial MT"/>
              </a:rPr>
              <a:t>4000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844098" y="2105866"/>
            <a:ext cx="28384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Arial MT"/>
                <a:cs typeface="Arial MT"/>
              </a:rPr>
              <a:t>5000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44098" y="1713734"/>
            <a:ext cx="28384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Arial MT"/>
                <a:cs typeface="Arial MT"/>
              </a:rPr>
              <a:t>6000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44098" y="1321592"/>
            <a:ext cx="28384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Arial MT"/>
                <a:cs typeface="Arial MT"/>
              </a:rPr>
              <a:t>7000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5205637" y="1774558"/>
            <a:ext cx="3408679" cy="2376170"/>
          </a:xfrm>
          <a:custGeom>
            <a:avLst/>
            <a:gdLst/>
            <a:ahLst/>
            <a:cxnLst/>
            <a:rect l="l" t="t" r="r" b="b"/>
            <a:pathLst>
              <a:path w="3408679" h="2376170">
                <a:moveTo>
                  <a:pt x="0" y="2158712"/>
                </a:moveTo>
                <a:lnTo>
                  <a:pt x="2330" y="2157159"/>
                </a:lnTo>
                <a:lnTo>
                  <a:pt x="4660" y="2157159"/>
                </a:lnTo>
                <a:lnTo>
                  <a:pt x="6991" y="2163370"/>
                </a:lnTo>
                <a:lnTo>
                  <a:pt x="9321" y="2172686"/>
                </a:lnTo>
                <a:lnTo>
                  <a:pt x="12428" y="2170357"/>
                </a:lnTo>
                <a:lnTo>
                  <a:pt x="14759" y="2170357"/>
                </a:lnTo>
                <a:lnTo>
                  <a:pt x="17110" y="2178121"/>
                </a:lnTo>
                <a:lnTo>
                  <a:pt x="19440" y="2178121"/>
                </a:lnTo>
                <a:lnTo>
                  <a:pt x="21771" y="2171134"/>
                </a:lnTo>
                <a:lnTo>
                  <a:pt x="24101" y="2157936"/>
                </a:lnTo>
                <a:lnTo>
                  <a:pt x="26432" y="2172686"/>
                </a:lnTo>
                <a:lnTo>
                  <a:pt x="28762" y="2199879"/>
                </a:lnTo>
                <a:lnTo>
                  <a:pt x="31093" y="2182779"/>
                </a:lnTo>
                <a:lnTo>
                  <a:pt x="34200" y="2172686"/>
                </a:lnTo>
                <a:lnTo>
                  <a:pt x="36530" y="2182779"/>
                </a:lnTo>
                <a:lnTo>
                  <a:pt x="38861" y="2175015"/>
                </a:lnTo>
                <a:lnTo>
                  <a:pt x="41191" y="2194445"/>
                </a:lnTo>
                <a:lnTo>
                  <a:pt x="43521" y="2195998"/>
                </a:lnTo>
                <a:lnTo>
                  <a:pt x="45852" y="2196774"/>
                </a:lnTo>
                <a:lnTo>
                  <a:pt x="48182" y="2188234"/>
                </a:lnTo>
                <a:lnTo>
                  <a:pt x="50513" y="2191339"/>
                </a:lnTo>
                <a:lnTo>
                  <a:pt x="52843" y="2206090"/>
                </a:lnTo>
                <a:lnTo>
                  <a:pt x="55950" y="2199879"/>
                </a:lnTo>
                <a:lnTo>
                  <a:pt x="58281" y="2196774"/>
                </a:lnTo>
                <a:lnTo>
                  <a:pt x="60611" y="2205314"/>
                </a:lnTo>
                <a:lnTo>
                  <a:pt x="62942" y="2200656"/>
                </a:lnTo>
                <a:lnTo>
                  <a:pt x="65272" y="2201432"/>
                </a:lnTo>
                <a:lnTo>
                  <a:pt x="67603" y="2210748"/>
                </a:lnTo>
                <a:lnTo>
                  <a:pt x="69933" y="2215407"/>
                </a:lnTo>
                <a:lnTo>
                  <a:pt x="72263" y="2197550"/>
                </a:lnTo>
                <a:lnTo>
                  <a:pt x="75371" y="2206867"/>
                </a:lnTo>
                <a:lnTo>
                  <a:pt x="77701" y="2212301"/>
                </a:lnTo>
                <a:lnTo>
                  <a:pt x="80031" y="2199879"/>
                </a:lnTo>
                <a:lnTo>
                  <a:pt x="82362" y="2195221"/>
                </a:lnTo>
                <a:lnTo>
                  <a:pt x="84692" y="2221617"/>
                </a:lnTo>
                <a:lnTo>
                  <a:pt x="87023" y="2224723"/>
                </a:lnTo>
                <a:lnTo>
                  <a:pt x="89353" y="2211525"/>
                </a:lnTo>
                <a:lnTo>
                  <a:pt x="91684" y="2220065"/>
                </a:lnTo>
                <a:lnTo>
                  <a:pt x="94014" y="2222394"/>
                </a:lnTo>
                <a:lnTo>
                  <a:pt x="97121" y="2222394"/>
                </a:lnTo>
                <a:lnTo>
                  <a:pt x="99452" y="2212301"/>
                </a:lnTo>
                <a:lnTo>
                  <a:pt x="101782" y="2222394"/>
                </a:lnTo>
                <a:lnTo>
                  <a:pt x="104113" y="2210748"/>
                </a:lnTo>
                <a:lnTo>
                  <a:pt x="106443" y="2228605"/>
                </a:lnTo>
                <a:lnTo>
                  <a:pt x="108773" y="2220841"/>
                </a:lnTo>
                <a:lnTo>
                  <a:pt x="111104" y="2234815"/>
                </a:lnTo>
                <a:lnTo>
                  <a:pt x="113434" y="2217736"/>
                </a:lnTo>
                <a:lnTo>
                  <a:pt x="115765" y="2210748"/>
                </a:lnTo>
                <a:lnTo>
                  <a:pt x="118872" y="2226275"/>
                </a:lnTo>
                <a:lnTo>
                  <a:pt x="121202" y="2230157"/>
                </a:lnTo>
                <a:lnTo>
                  <a:pt x="123533" y="2236368"/>
                </a:lnTo>
                <a:lnTo>
                  <a:pt x="125863" y="2232486"/>
                </a:lnTo>
                <a:lnTo>
                  <a:pt x="128194" y="2239474"/>
                </a:lnTo>
                <a:lnTo>
                  <a:pt x="130524" y="2238697"/>
                </a:lnTo>
                <a:lnTo>
                  <a:pt x="132854" y="2235592"/>
                </a:lnTo>
                <a:lnTo>
                  <a:pt x="135185" y="2223946"/>
                </a:lnTo>
                <a:lnTo>
                  <a:pt x="137515" y="2236368"/>
                </a:lnTo>
                <a:lnTo>
                  <a:pt x="140623" y="2235592"/>
                </a:lnTo>
                <a:lnTo>
                  <a:pt x="142953" y="2261211"/>
                </a:lnTo>
                <a:lnTo>
                  <a:pt x="145283" y="2234039"/>
                </a:lnTo>
                <a:lnTo>
                  <a:pt x="147614" y="2244908"/>
                </a:lnTo>
                <a:lnTo>
                  <a:pt x="149944" y="2234815"/>
                </a:lnTo>
                <a:lnTo>
                  <a:pt x="152275" y="2251895"/>
                </a:lnTo>
                <a:lnTo>
                  <a:pt x="154605" y="2241803"/>
                </a:lnTo>
                <a:lnTo>
                  <a:pt x="156936" y="2237921"/>
                </a:lnTo>
                <a:lnTo>
                  <a:pt x="159266" y="2247237"/>
                </a:lnTo>
                <a:lnTo>
                  <a:pt x="162373" y="2243355"/>
                </a:lnTo>
                <a:lnTo>
                  <a:pt x="164704" y="2258106"/>
                </a:lnTo>
                <a:lnTo>
                  <a:pt x="167034" y="2255001"/>
                </a:lnTo>
                <a:lnTo>
                  <a:pt x="169364" y="2255777"/>
                </a:lnTo>
                <a:lnTo>
                  <a:pt x="171695" y="2246461"/>
                </a:lnTo>
                <a:lnTo>
                  <a:pt x="174025" y="2255001"/>
                </a:lnTo>
                <a:lnTo>
                  <a:pt x="176356" y="2239474"/>
                </a:lnTo>
                <a:lnTo>
                  <a:pt x="178686" y="2248790"/>
                </a:lnTo>
                <a:lnTo>
                  <a:pt x="181017" y="2244908"/>
                </a:lnTo>
                <a:lnTo>
                  <a:pt x="184155" y="2249566"/>
                </a:lnTo>
                <a:lnTo>
                  <a:pt x="186485" y="2265870"/>
                </a:lnTo>
                <a:lnTo>
                  <a:pt x="188816" y="2268199"/>
                </a:lnTo>
                <a:lnTo>
                  <a:pt x="191146" y="2261988"/>
                </a:lnTo>
                <a:lnTo>
                  <a:pt x="193477" y="2268199"/>
                </a:lnTo>
                <a:lnTo>
                  <a:pt x="195807" y="2260435"/>
                </a:lnTo>
                <a:lnTo>
                  <a:pt x="198137" y="2258106"/>
                </a:lnTo>
                <a:lnTo>
                  <a:pt x="200468" y="2256553"/>
                </a:lnTo>
                <a:lnTo>
                  <a:pt x="203575" y="2273633"/>
                </a:lnTo>
                <a:lnTo>
                  <a:pt x="205906" y="2257330"/>
                </a:lnTo>
                <a:lnTo>
                  <a:pt x="208236" y="2259659"/>
                </a:lnTo>
                <a:lnTo>
                  <a:pt x="210566" y="2266646"/>
                </a:lnTo>
                <a:lnTo>
                  <a:pt x="212897" y="2274410"/>
                </a:lnTo>
                <a:lnTo>
                  <a:pt x="215227" y="2261988"/>
                </a:lnTo>
                <a:lnTo>
                  <a:pt x="217558" y="2277515"/>
                </a:lnTo>
                <a:lnTo>
                  <a:pt x="219888" y="2264317"/>
                </a:lnTo>
                <a:lnTo>
                  <a:pt x="222219" y="2269751"/>
                </a:lnTo>
                <a:lnTo>
                  <a:pt x="225326" y="2280620"/>
                </a:lnTo>
                <a:lnTo>
                  <a:pt x="227656" y="2255777"/>
                </a:lnTo>
                <a:lnTo>
                  <a:pt x="229987" y="2273633"/>
                </a:lnTo>
                <a:lnTo>
                  <a:pt x="232317" y="2260435"/>
                </a:lnTo>
                <a:lnTo>
                  <a:pt x="234647" y="2275186"/>
                </a:lnTo>
                <a:lnTo>
                  <a:pt x="236978" y="2270528"/>
                </a:lnTo>
                <a:lnTo>
                  <a:pt x="239308" y="2268975"/>
                </a:lnTo>
                <a:lnTo>
                  <a:pt x="241639" y="2281397"/>
                </a:lnTo>
                <a:lnTo>
                  <a:pt x="243969" y="2280620"/>
                </a:lnTo>
                <a:lnTo>
                  <a:pt x="247076" y="2278291"/>
                </a:lnTo>
                <a:lnTo>
                  <a:pt x="249407" y="2277515"/>
                </a:lnTo>
                <a:lnTo>
                  <a:pt x="251737" y="2268199"/>
                </a:lnTo>
                <a:lnTo>
                  <a:pt x="254068" y="2273633"/>
                </a:lnTo>
                <a:lnTo>
                  <a:pt x="256398" y="2283726"/>
                </a:lnTo>
                <a:lnTo>
                  <a:pt x="258729" y="2276739"/>
                </a:lnTo>
                <a:lnTo>
                  <a:pt x="261059" y="2270528"/>
                </a:lnTo>
                <a:lnTo>
                  <a:pt x="263389" y="2280620"/>
                </a:lnTo>
                <a:lnTo>
                  <a:pt x="265720" y="2272080"/>
                </a:lnTo>
                <a:lnTo>
                  <a:pt x="268827" y="2277515"/>
                </a:lnTo>
                <a:lnTo>
                  <a:pt x="271157" y="2275962"/>
                </a:lnTo>
                <a:lnTo>
                  <a:pt x="273488" y="2284502"/>
                </a:lnTo>
                <a:lnTo>
                  <a:pt x="275818" y="2296147"/>
                </a:lnTo>
                <a:lnTo>
                  <a:pt x="278149" y="2280620"/>
                </a:lnTo>
                <a:lnTo>
                  <a:pt x="280479" y="2280620"/>
                </a:lnTo>
                <a:lnTo>
                  <a:pt x="282810" y="2289937"/>
                </a:lnTo>
                <a:lnTo>
                  <a:pt x="285140" y="2288384"/>
                </a:lnTo>
                <a:lnTo>
                  <a:pt x="287470" y="2284502"/>
                </a:lnTo>
                <a:lnTo>
                  <a:pt x="290578" y="2284502"/>
                </a:lnTo>
                <a:lnTo>
                  <a:pt x="292908" y="2283726"/>
                </a:lnTo>
                <a:lnTo>
                  <a:pt x="295239" y="2291489"/>
                </a:lnTo>
                <a:lnTo>
                  <a:pt x="297569" y="2292266"/>
                </a:lnTo>
                <a:lnTo>
                  <a:pt x="299899" y="2297700"/>
                </a:lnTo>
                <a:lnTo>
                  <a:pt x="302230" y="2292266"/>
                </a:lnTo>
                <a:lnTo>
                  <a:pt x="304560" y="2282173"/>
                </a:lnTo>
                <a:lnTo>
                  <a:pt x="306891" y="2293818"/>
                </a:lnTo>
                <a:lnTo>
                  <a:pt x="309221" y="2293042"/>
                </a:lnTo>
                <a:lnTo>
                  <a:pt x="312328" y="2291489"/>
                </a:lnTo>
                <a:lnTo>
                  <a:pt x="314659" y="2294595"/>
                </a:lnTo>
                <a:lnTo>
                  <a:pt x="316989" y="2290713"/>
                </a:lnTo>
                <a:lnTo>
                  <a:pt x="319320" y="2291489"/>
                </a:lnTo>
                <a:lnTo>
                  <a:pt x="321650" y="2300029"/>
                </a:lnTo>
                <a:lnTo>
                  <a:pt x="323980" y="2293042"/>
                </a:lnTo>
                <a:lnTo>
                  <a:pt x="326311" y="2293818"/>
                </a:lnTo>
                <a:lnTo>
                  <a:pt x="328641" y="2296147"/>
                </a:lnTo>
                <a:lnTo>
                  <a:pt x="331749" y="2290713"/>
                </a:lnTo>
                <a:lnTo>
                  <a:pt x="334079" y="2286831"/>
                </a:lnTo>
                <a:lnTo>
                  <a:pt x="336409" y="2298477"/>
                </a:lnTo>
                <a:lnTo>
                  <a:pt x="338740" y="2294595"/>
                </a:lnTo>
                <a:lnTo>
                  <a:pt x="341070" y="2305464"/>
                </a:lnTo>
                <a:lnTo>
                  <a:pt x="343401" y="2300806"/>
                </a:lnTo>
                <a:lnTo>
                  <a:pt x="345731" y="2300029"/>
                </a:lnTo>
                <a:lnTo>
                  <a:pt x="348062" y="2292266"/>
                </a:lnTo>
                <a:lnTo>
                  <a:pt x="350413" y="2290713"/>
                </a:lnTo>
                <a:lnTo>
                  <a:pt x="353520" y="2293818"/>
                </a:lnTo>
                <a:lnTo>
                  <a:pt x="355850" y="2294595"/>
                </a:lnTo>
                <a:lnTo>
                  <a:pt x="358181" y="2290713"/>
                </a:lnTo>
                <a:lnTo>
                  <a:pt x="360511" y="2303135"/>
                </a:lnTo>
                <a:lnTo>
                  <a:pt x="362842" y="2300806"/>
                </a:lnTo>
                <a:lnTo>
                  <a:pt x="365172" y="2297700"/>
                </a:lnTo>
                <a:lnTo>
                  <a:pt x="367502" y="2302358"/>
                </a:lnTo>
                <a:lnTo>
                  <a:pt x="369833" y="2310898"/>
                </a:lnTo>
                <a:lnTo>
                  <a:pt x="372163" y="2310122"/>
                </a:lnTo>
                <a:lnTo>
                  <a:pt x="375271" y="2302358"/>
                </a:lnTo>
                <a:lnTo>
                  <a:pt x="377601" y="2300029"/>
                </a:lnTo>
                <a:lnTo>
                  <a:pt x="379931" y="2299253"/>
                </a:lnTo>
                <a:lnTo>
                  <a:pt x="382262" y="2298477"/>
                </a:lnTo>
                <a:lnTo>
                  <a:pt x="384592" y="2296147"/>
                </a:lnTo>
                <a:lnTo>
                  <a:pt x="386923" y="2296147"/>
                </a:lnTo>
                <a:lnTo>
                  <a:pt x="389253" y="2293042"/>
                </a:lnTo>
                <a:lnTo>
                  <a:pt x="391584" y="2308569"/>
                </a:lnTo>
                <a:lnTo>
                  <a:pt x="393914" y="2307016"/>
                </a:lnTo>
                <a:lnTo>
                  <a:pt x="397021" y="2295371"/>
                </a:lnTo>
                <a:lnTo>
                  <a:pt x="399352" y="2306240"/>
                </a:lnTo>
                <a:lnTo>
                  <a:pt x="401682" y="2293818"/>
                </a:lnTo>
                <a:lnTo>
                  <a:pt x="404012" y="2308569"/>
                </a:lnTo>
                <a:lnTo>
                  <a:pt x="406343" y="2299253"/>
                </a:lnTo>
                <a:lnTo>
                  <a:pt x="408673" y="2309345"/>
                </a:lnTo>
                <a:lnTo>
                  <a:pt x="411004" y="2303135"/>
                </a:lnTo>
                <a:lnTo>
                  <a:pt x="413334" y="2305464"/>
                </a:lnTo>
                <a:lnTo>
                  <a:pt x="415665" y="2305464"/>
                </a:lnTo>
                <a:lnTo>
                  <a:pt x="418772" y="2304687"/>
                </a:lnTo>
                <a:lnTo>
                  <a:pt x="421102" y="2303911"/>
                </a:lnTo>
                <a:lnTo>
                  <a:pt x="423433" y="2310122"/>
                </a:lnTo>
                <a:lnTo>
                  <a:pt x="425763" y="2298477"/>
                </a:lnTo>
                <a:lnTo>
                  <a:pt x="428094" y="2304687"/>
                </a:lnTo>
                <a:lnTo>
                  <a:pt x="430424" y="2302358"/>
                </a:lnTo>
                <a:lnTo>
                  <a:pt x="432754" y="2301582"/>
                </a:lnTo>
                <a:lnTo>
                  <a:pt x="435085" y="2301582"/>
                </a:lnTo>
                <a:lnTo>
                  <a:pt x="437415" y="2303911"/>
                </a:lnTo>
                <a:lnTo>
                  <a:pt x="440522" y="2295371"/>
                </a:lnTo>
                <a:lnTo>
                  <a:pt x="442853" y="2308569"/>
                </a:lnTo>
                <a:lnTo>
                  <a:pt x="445183" y="2312451"/>
                </a:lnTo>
                <a:lnTo>
                  <a:pt x="447514" y="2312451"/>
                </a:lnTo>
                <a:lnTo>
                  <a:pt x="449844" y="2302358"/>
                </a:lnTo>
                <a:lnTo>
                  <a:pt x="452175" y="2307793"/>
                </a:lnTo>
                <a:lnTo>
                  <a:pt x="454505" y="2308569"/>
                </a:lnTo>
                <a:lnTo>
                  <a:pt x="456835" y="2324127"/>
                </a:lnTo>
                <a:lnTo>
                  <a:pt x="459943" y="2323351"/>
                </a:lnTo>
                <a:lnTo>
                  <a:pt x="462273" y="2314780"/>
                </a:lnTo>
                <a:lnTo>
                  <a:pt x="464604" y="2310122"/>
                </a:lnTo>
                <a:lnTo>
                  <a:pt x="466934" y="2319469"/>
                </a:lnTo>
                <a:lnTo>
                  <a:pt x="469264" y="2315587"/>
                </a:lnTo>
                <a:lnTo>
                  <a:pt x="471595" y="2319469"/>
                </a:lnTo>
                <a:lnTo>
                  <a:pt x="473925" y="2306240"/>
                </a:lnTo>
                <a:lnTo>
                  <a:pt x="476256" y="2313227"/>
                </a:lnTo>
                <a:lnTo>
                  <a:pt x="478586" y="2321798"/>
                </a:lnTo>
                <a:lnTo>
                  <a:pt x="481693" y="2321022"/>
                </a:lnTo>
                <a:lnTo>
                  <a:pt x="484024" y="2322575"/>
                </a:lnTo>
                <a:lnTo>
                  <a:pt x="486354" y="2318693"/>
                </a:lnTo>
                <a:lnTo>
                  <a:pt x="488685" y="2316364"/>
                </a:lnTo>
                <a:lnTo>
                  <a:pt x="491015" y="2318693"/>
                </a:lnTo>
                <a:lnTo>
                  <a:pt x="493345" y="2313227"/>
                </a:lnTo>
                <a:lnTo>
                  <a:pt x="495676" y="2325680"/>
                </a:lnTo>
                <a:lnTo>
                  <a:pt x="498006" y="2313227"/>
                </a:lnTo>
                <a:lnTo>
                  <a:pt x="500337" y="2317916"/>
                </a:lnTo>
                <a:lnTo>
                  <a:pt x="503444" y="2314780"/>
                </a:lnTo>
                <a:lnTo>
                  <a:pt x="505774" y="2315587"/>
                </a:lnTo>
                <a:lnTo>
                  <a:pt x="508105" y="2318693"/>
                </a:lnTo>
                <a:lnTo>
                  <a:pt x="510435" y="2313227"/>
                </a:lnTo>
                <a:lnTo>
                  <a:pt x="512766" y="2320246"/>
                </a:lnTo>
                <a:lnTo>
                  <a:pt x="515096" y="2313227"/>
                </a:lnTo>
                <a:lnTo>
                  <a:pt x="517447" y="2295371"/>
                </a:lnTo>
                <a:lnTo>
                  <a:pt x="519778" y="2310122"/>
                </a:lnTo>
                <a:lnTo>
                  <a:pt x="522108" y="2318693"/>
                </a:lnTo>
                <a:lnTo>
                  <a:pt x="525215" y="2312451"/>
                </a:lnTo>
                <a:lnTo>
                  <a:pt x="527546" y="2306240"/>
                </a:lnTo>
                <a:lnTo>
                  <a:pt x="529876" y="2310122"/>
                </a:lnTo>
                <a:lnTo>
                  <a:pt x="532207" y="2310122"/>
                </a:lnTo>
                <a:lnTo>
                  <a:pt x="534537" y="2310898"/>
                </a:lnTo>
                <a:lnTo>
                  <a:pt x="536867" y="2316364"/>
                </a:lnTo>
                <a:lnTo>
                  <a:pt x="539198" y="2290713"/>
                </a:lnTo>
                <a:lnTo>
                  <a:pt x="546966" y="2230934"/>
                </a:lnTo>
                <a:lnTo>
                  <a:pt x="549296" y="2008068"/>
                </a:lnTo>
                <a:lnTo>
                  <a:pt x="551627" y="1106544"/>
                </a:lnTo>
                <a:lnTo>
                  <a:pt x="553957" y="731481"/>
                </a:lnTo>
                <a:lnTo>
                  <a:pt x="556288" y="1549139"/>
                </a:lnTo>
                <a:lnTo>
                  <a:pt x="558618" y="2144738"/>
                </a:lnTo>
                <a:lnTo>
                  <a:pt x="560948" y="2275962"/>
                </a:lnTo>
                <a:lnTo>
                  <a:pt x="563279" y="2289160"/>
                </a:lnTo>
                <a:lnTo>
                  <a:pt x="565609" y="2309345"/>
                </a:lnTo>
                <a:lnTo>
                  <a:pt x="568717" y="2307793"/>
                </a:lnTo>
                <a:lnTo>
                  <a:pt x="571047" y="2321022"/>
                </a:lnTo>
                <a:lnTo>
                  <a:pt x="573377" y="2326456"/>
                </a:lnTo>
                <a:lnTo>
                  <a:pt x="575708" y="2310898"/>
                </a:lnTo>
                <a:lnTo>
                  <a:pt x="578038" y="2317916"/>
                </a:lnTo>
                <a:lnTo>
                  <a:pt x="580369" y="2318693"/>
                </a:lnTo>
                <a:lnTo>
                  <a:pt x="582699" y="2317916"/>
                </a:lnTo>
                <a:lnTo>
                  <a:pt x="585030" y="2322575"/>
                </a:lnTo>
                <a:lnTo>
                  <a:pt x="588137" y="2328785"/>
                </a:lnTo>
                <a:lnTo>
                  <a:pt x="590467" y="2323351"/>
                </a:lnTo>
                <a:lnTo>
                  <a:pt x="592798" y="2313227"/>
                </a:lnTo>
                <a:lnTo>
                  <a:pt x="595128" y="2324127"/>
                </a:lnTo>
                <a:lnTo>
                  <a:pt x="597458" y="2318693"/>
                </a:lnTo>
                <a:lnTo>
                  <a:pt x="599789" y="2322575"/>
                </a:lnTo>
                <a:lnTo>
                  <a:pt x="602119" y="2320246"/>
                </a:lnTo>
                <a:lnTo>
                  <a:pt x="604450" y="2316364"/>
                </a:lnTo>
                <a:lnTo>
                  <a:pt x="606780" y="2317916"/>
                </a:lnTo>
                <a:lnTo>
                  <a:pt x="609887" y="2326456"/>
                </a:lnTo>
                <a:lnTo>
                  <a:pt x="612218" y="2325680"/>
                </a:lnTo>
                <a:lnTo>
                  <a:pt x="614548" y="2322575"/>
                </a:lnTo>
                <a:lnTo>
                  <a:pt x="616879" y="2331114"/>
                </a:lnTo>
                <a:lnTo>
                  <a:pt x="619209" y="2327233"/>
                </a:lnTo>
                <a:lnTo>
                  <a:pt x="621540" y="2328009"/>
                </a:lnTo>
                <a:lnTo>
                  <a:pt x="623870" y="2314004"/>
                </a:lnTo>
                <a:lnTo>
                  <a:pt x="626200" y="2328009"/>
                </a:lnTo>
                <a:lnTo>
                  <a:pt x="628531" y="2334220"/>
                </a:lnTo>
                <a:lnTo>
                  <a:pt x="631638" y="2334996"/>
                </a:lnTo>
                <a:lnTo>
                  <a:pt x="633968" y="2331891"/>
                </a:lnTo>
                <a:lnTo>
                  <a:pt x="636299" y="2332667"/>
                </a:lnTo>
                <a:lnTo>
                  <a:pt x="638629" y="2330338"/>
                </a:lnTo>
                <a:lnTo>
                  <a:pt x="640960" y="2337325"/>
                </a:lnTo>
                <a:lnTo>
                  <a:pt x="643290" y="2321022"/>
                </a:lnTo>
                <a:lnTo>
                  <a:pt x="645621" y="2326456"/>
                </a:lnTo>
                <a:lnTo>
                  <a:pt x="647951" y="2329562"/>
                </a:lnTo>
                <a:lnTo>
                  <a:pt x="650281" y="2331891"/>
                </a:lnTo>
                <a:lnTo>
                  <a:pt x="653389" y="2341983"/>
                </a:lnTo>
                <a:lnTo>
                  <a:pt x="655719" y="2332667"/>
                </a:lnTo>
                <a:lnTo>
                  <a:pt x="658050" y="2332667"/>
                </a:lnTo>
                <a:lnTo>
                  <a:pt x="660380" y="2333444"/>
                </a:lnTo>
                <a:lnTo>
                  <a:pt x="662710" y="2331114"/>
                </a:lnTo>
                <a:lnTo>
                  <a:pt x="665041" y="2331114"/>
                </a:lnTo>
                <a:lnTo>
                  <a:pt x="667371" y="2331114"/>
                </a:lnTo>
                <a:lnTo>
                  <a:pt x="669702" y="2334996"/>
                </a:lnTo>
                <a:lnTo>
                  <a:pt x="672032" y="2336549"/>
                </a:lnTo>
                <a:lnTo>
                  <a:pt x="675139" y="2332667"/>
                </a:lnTo>
                <a:lnTo>
                  <a:pt x="677470" y="2324127"/>
                </a:lnTo>
                <a:lnTo>
                  <a:pt x="679800" y="2335773"/>
                </a:lnTo>
                <a:lnTo>
                  <a:pt x="682131" y="2327233"/>
                </a:lnTo>
                <a:lnTo>
                  <a:pt x="684492" y="2328009"/>
                </a:lnTo>
                <a:lnTo>
                  <a:pt x="686823" y="2334996"/>
                </a:lnTo>
                <a:lnTo>
                  <a:pt x="689153" y="2326456"/>
                </a:lnTo>
                <a:lnTo>
                  <a:pt x="691483" y="2332667"/>
                </a:lnTo>
                <a:lnTo>
                  <a:pt x="694591" y="2333444"/>
                </a:lnTo>
                <a:lnTo>
                  <a:pt x="696921" y="2338878"/>
                </a:lnTo>
                <a:lnTo>
                  <a:pt x="699251" y="2334220"/>
                </a:lnTo>
                <a:lnTo>
                  <a:pt x="701582" y="2332667"/>
                </a:lnTo>
                <a:lnTo>
                  <a:pt x="703912" y="2331114"/>
                </a:lnTo>
                <a:lnTo>
                  <a:pt x="706243" y="2335773"/>
                </a:lnTo>
                <a:lnTo>
                  <a:pt x="708573" y="2331891"/>
                </a:lnTo>
                <a:lnTo>
                  <a:pt x="710904" y="2334220"/>
                </a:lnTo>
                <a:lnTo>
                  <a:pt x="713234" y="2349747"/>
                </a:lnTo>
                <a:lnTo>
                  <a:pt x="716341" y="2336549"/>
                </a:lnTo>
                <a:lnTo>
                  <a:pt x="718672" y="2337325"/>
                </a:lnTo>
                <a:lnTo>
                  <a:pt x="721002" y="2335773"/>
                </a:lnTo>
                <a:lnTo>
                  <a:pt x="723333" y="2323351"/>
                </a:lnTo>
                <a:lnTo>
                  <a:pt x="725663" y="2334996"/>
                </a:lnTo>
                <a:lnTo>
                  <a:pt x="727993" y="2334996"/>
                </a:lnTo>
                <a:lnTo>
                  <a:pt x="730324" y="2334996"/>
                </a:lnTo>
                <a:lnTo>
                  <a:pt x="732654" y="2335773"/>
                </a:lnTo>
                <a:lnTo>
                  <a:pt x="734985" y="2342760"/>
                </a:lnTo>
                <a:lnTo>
                  <a:pt x="738092" y="2337325"/>
                </a:lnTo>
                <a:lnTo>
                  <a:pt x="740422" y="2338102"/>
                </a:lnTo>
                <a:lnTo>
                  <a:pt x="742753" y="2344313"/>
                </a:lnTo>
                <a:lnTo>
                  <a:pt x="745083" y="2344313"/>
                </a:lnTo>
                <a:lnTo>
                  <a:pt x="747414" y="2338878"/>
                </a:lnTo>
                <a:lnTo>
                  <a:pt x="749744" y="2338878"/>
                </a:lnTo>
                <a:lnTo>
                  <a:pt x="752074" y="2341983"/>
                </a:lnTo>
                <a:lnTo>
                  <a:pt x="754405" y="2346642"/>
                </a:lnTo>
                <a:lnTo>
                  <a:pt x="756735" y="2338102"/>
                </a:lnTo>
                <a:lnTo>
                  <a:pt x="759843" y="2338878"/>
                </a:lnTo>
                <a:lnTo>
                  <a:pt x="762173" y="2338878"/>
                </a:lnTo>
                <a:lnTo>
                  <a:pt x="764503" y="2332667"/>
                </a:lnTo>
                <a:lnTo>
                  <a:pt x="766834" y="2342760"/>
                </a:lnTo>
                <a:lnTo>
                  <a:pt x="769164" y="2346642"/>
                </a:lnTo>
                <a:lnTo>
                  <a:pt x="771495" y="2344313"/>
                </a:lnTo>
                <a:lnTo>
                  <a:pt x="773825" y="2345089"/>
                </a:lnTo>
                <a:lnTo>
                  <a:pt x="776156" y="2334996"/>
                </a:lnTo>
                <a:lnTo>
                  <a:pt x="778486" y="2340431"/>
                </a:lnTo>
                <a:lnTo>
                  <a:pt x="781593" y="2342760"/>
                </a:lnTo>
                <a:lnTo>
                  <a:pt x="783924" y="2341983"/>
                </a:lnTo>
                <a:lnTo>
                  <a:pt x="786254" y="2335773"/>
                </a:lnTo>
                <a:lnTo>
                  <a:pt x="788584" y="2341983"/>
                </a:lnTo>
                <a:lnTo>
                  <a:pt x="790915" y="2350523"/>
                </a:lnTo>
                <a:lnTo>
                  <a:pt x="793245" y="2332667"/>
                </a:lnTo>
                <a:lnTo>
                  <a:pt x="795576" y="2341207"/>
                </a:lnTo>
                <a:lnTo>
                  <a:pt x="797906" y="2336549"/>
                </a:lnTo>
                <a:lnTo>
                  <a:pt x="800237" y="2341207"/>
                </a:lnTo>
                <a:lnTo>
                  <a:pt x="803344" y="2334996"/>
                </a:lnTo>
                <a:lnTo>
                  <a:pt x="805674" y="2343536"/>
                </a:lnTo>
                <a:lnTo>
                  <a:pt x="808005" y="2344313"/>
                </a:lnTo>
                <a:lnTo>
                  <a:pt x="810335" y="2346642"/>
                </a:lnTo>
                <a:lnTo>
                  <a:pt x="812666" y="2345089"/>
                </a:lnTo>
                <a:lnTo>
                  <a:pt x="814996" y="2338102"/>
                </a:lnTo>
                <a:lnTo>
                  <a:pt x="817326" y="2339654"/>
                </a:lnTo>
                <a:lnTo>
                  <a:pt x="819657" y="2342760"/>
                </a:lnTo>
                <a:lnTo>
                  <a:pt x="822764" y="2324127"/>
                </a:lnTo>
                <a:lnTo>
                  <a:pt x="825094" y="2346642"/>
                </a:lnTo>
                <a:lnTo>
                  <a:pt x="827425" y="2336549"/>
                </a:lnTo>
                <a:lnTo>
                  <a:pt x="829755" y="2341983"/>
                </a:lnTo>
                <a:lnTo>
                  <a:pt x="832086" y="2335773"/>
                </a:lnTo>
                <a:lnTo>
                  <a:pt x="834416" y="2335773"/>
                </a:lnTo>
                <a:lnTo>
                  <a:pt x="836747" y="2338102"/>
                </a:lnTo>
                <a:lnTo>
                  <a:pt x="839077" y="2344313"/>
                </a:lnTo>
                <a:lnTo>
                  <a:pt x="841407" y="2341207"/>
                </a:lnTo>
                <a:lnTo>
                  <a:pt x="844515" y="2325680"/>
                </a:lnTo>
                <a:lnTo>
                  <a:pt x="846845" y="2329562"/>
                </a:lnTo>
                <a:lnTo>
                  <a:pt x="849207" y="2334996"/>
                </a:lnTo>
                <a:lnTo>
                  <a:pt x="851537" y="2344313"/>
                </a:lnTo>
                <a:lnTo>
                  <a:pt x="853867" y="2346642"/>
                </a:lnTo>
                <a:lnTo>
                  <a:pt x="856198" y="2343536"/>
                </a:lnTo>
                <a:lnTo>
                  <a:pt x="858528" y="2334220"/>
                </a:lnTo>
                <a:lnTo>
                  <a:pt x="860859" y="2343536"/>
                </a:lnTo>
                <a:lnTo>
                  <a:pt x="863189" y="2348194"/>
                </a:lnTo>
                <a:lnTo>
                  <a:pt x="866296" y="2344313"/>
                </a:lnTo>
                <a:lnTo>
                  <a:pt x="868627" y="2341983"/>
                </a:lnTo>
                <a:lnTo>
                  <a:pt x="870957" y="2341207"/>
                </a:lnTo>
                <a:lnTo>
                  <a:pt x="873288" y="2338878"/>
                </a:lnTo>
                <a:lnTo>
                  <a:pt x="875618" y="2334220"/>
                </a:lnTo>
                <a:lnTo>
                  <a:pt x="877949" y="2340431"/>
                </a:lnTo>
                <a:lnTo>
                  <a:pt x="880279" y="2336549"/>
                </a:lnTo>
                <a:lnTo>
                  <a:pt x="882609" y="2342760"/>
                </a:lnTo>
                <a:lnTo>
                  <a:pt x="884940" y="2345089"/>
                </a:lnTo>
                <a:lnTo>
                  <a:pt x="888047" y="2343536"/>
                </a:lnTo>
                <a:lnTo>
                  <a:pt x="890377" y="2345089"/>
                </a:lnTo>
                <a:lnTo>
                  <a:pt x="892708" y="2337325"/>
                </a:lnTo>
                <a:lnTo>
                  <a:pt x="895038" y="2344313"/>
                </a:lnTo>
                <a:lnTo>
                  <a:pt x="897369" y="2355182"/>
                </a:lnTo>
                <a:lnTo>
                  <a:pt x="899699" y="2348971"/>
                </a:lnTo>
                <a:lnTo>
                  <a:pt x="902030" y="2344313"/>
                </a:lnTo>
                <a:lnTo>
                  <a:pt x="904360" y="2345865"/>
                </a:lnTo>
                <a:lnTo>
                  <a:pt x="906690" y="2347418"/>
                </a:lnTo>
                <a:lnTo>
                  <a:pt x="909798" y="2349747"/>
                </a:lnTo>
                <a:lnTo>
                  <a:pt x="912128" y="2341207"/>
                </a:lnTo>
                <a:lnTo>
                  <a:pt x="914459" y="2347418"/>
                </a:lnTo>
                <a:lnTo>
                  <a:pt x="916789" y="2348971"/>
                </a:lnTo>
                <a:lnTo>
                  <a:pt x="919119" y="2351300"/>
                </a:lnTo>
                <a:lnTo>
                  <a:pt x="921450" y="2349747"/>
                </a:lnTo>
                <a:lnTo>
                  <a:pt x="923780" y="2352852"/>
                </a:lnTo>
                <a:lnTo>
                  <a:pt x="926111" y="2342760"/>
                </a:lnTo>
                <a:lnTo>
                  <a:pt x="928441" y="2346642"/>
                </a:lnTo>
                <a:lnTo>
                  <a:pt x="931548" y="2355182"/>
                </a:lnTo>
                <a:lnTo>
                  <a:pt x="933879" y="2342760"/>
                </a:lnTo>
                <a:lnTo>
                  <a:pt x="936209" y="2341983"/>
                </a:lnTo>
                <a:lnTo>
                  <a:pt x="938540" y="2348971"/>
                </a:lnTo>
                <a:lnTo>
                  <a:pt x="940870" y="2345865"/>
                </a:lnTo>
                <a:lnTo>
                  <a:pt x="943200" y="2333444"/>
                </a:lnTo>
                <a:lnTo>
                  <a:pt x="945531" y="2340431"/>
                </a:lnTo>
                <a:lnTo>
                  <a:pt x="947861" y="2334220"/>
                </a:lnTo>
                <a:lnTo>
                  <a:pt x="950969" y="2343536"/>
                </a:lnTo>
                <a:lnTo>
                  <a:pt x="953299" y="2340431"/>
                </a:lnTo>
                <a:lnTo>
                  <a:pt x="955629" y="2347418"/>
                </a:lnTo>
                <a:lnTo>
                  <a:pt x="957960" y="2340431"/>
                </a:lnTo>
                <a:lnTo>
                  <a:pt x="960290" y="2338102"/>
                </a:lnTo>
                <a:lnTo>
                  <a:pt x="962621" y="2337325"/>
                </a:lnTo>
                <a:lnTo>
                  <a:pt x="964951" y="2338102"/>
                </a:lnTo>
                <a:lnTo>
                  <a:pt x="967282" y="2337325"/>
                </a:lnTo>
                <a:lnTo>
                  <a:pt x="969612" y="2341983"/>
                </a:lnTo>
                <a:lnTo>
                  <a:pt x="972719" y="2340431"/>
                </a:lnTo>
                <a:lnTo>
                  <a:pt x="975050" y="2338102"/>
                </a:lnTo>
                <a:lnTo>
                  <a:pt x="977380" y="2322575"/>
                </a:lnTo>
                <a:lnTo>
                  <a:pt x="979710" y="2314004"/>
                </a:lnTo>
                <a:lnTo>
                  <a:pt x="982041" y="2279068"/>
                </a:lnTo>
                <a:lnTo>
                  <a:pt x="984371" y="2251119"/>
                </a:lnTo>
                <a:lnTo>
                  <a:pt x="986702" y="2154830"/>
                </a:lnTo>
                <a:lnTo>
                  <a:pt x="989032" y="1386860"/>
                </a:lnTo>
                <a:lnTo>
                  <a:pt x="991363" y="0"/>
                </a:lnTo>
                <a:lnTo>
                  <a:pt x="994470" y="359535"/>
                </a:lnTo>
                <a:lnTo>
                  <a:pt x="996800" y="1216807"/>
                </a:lnTo>
                <a:lnTo>
                  <a:pt x="999131" y="1959158"/>
                </a:lnTo>
                <a:lnTo>
                  <a:pt x="1001461" y="2255777"/>
                </a:lnTo>
                <a:lnTo>
                  <a:pt x="1003792" y="2305464"/>
                </a:lnTo>
                <a:lnTo>
                  <a:pt x="1010783" y="2336549"/>
                </a:lnTo>
                <a:lnTo>
                  <a:pt x="1013113" y="2340431"/>
                </a:lnTo>
                <a:lnTo>
                  <a:pt x="1016241" y="2338878"/>
                </a:lnTo>
                <a:lnTo>
                  <a:pt x="1018572" y="2341983"/>
                </a:lnTo>
                <a:lnTo>
                  <a:pt x="1020902" y="2341983"/>
                </a:lnTo>
                <a:lnTo>
                  <a:pt x="1023232" y="2348194"/>
                </a:lnTo>
                <a:lnTo>
                  <a:pt x="1025563" y="2345865"/>
                </a:lnTo>
                <a:lnTo>
                  <a:pt x="1027893" y="2348194"/>
                </a:lnTo>
                <a:lnTo>
                  <a:pt x="1030224" y="2345865"/>
                </a:lnTo>
                <a:lnTo>
                  <a:pt x="1032554" y="2343536"/>
                </a:lnTo>
                <a:lnTo>
                  <a:pt x="1034885" y="2346642"/>
                </a:lnTo>
                <a:lnTo>
                  <a:pt x="1037992" y="2347418"/>
                </a:lnTo>
                <a:lnTo>
                  <a:pt x="1040322" y="2348971"/>
                </a:lnTo>
                <a:lnTo>
                  <a:pt x="1042653" y="2350523"/>
                </a:lnTo>
                <a:lnTo>
                  <a:pt x="1044983" y="2348971"/>
                </a:lnTo>
                <a:lnTo>
                  <a:pt x="1047314" y="2348194"/>
                </a:lnTo>
                <a:lnTo>
                  <a:pt x="1049644" y="2348194"/>
                </a:lnTo>
                <a:lnTo>
                  <a:pt x="1051974" y="2350523"/>
                </a:lnTo>
                <a:lnTo>
                  <a:pt x="1054305" y="2348194"/>
                </a:lnTo>
                <a:lnTo>
                  <a:pt x="1056635" y="2348194"/>
                </a:lnTo>
                <a:lnTo>
                  <a:pt x="1059742" y="2349747"/>
                </a:lnTo>
                <a:lnTo>
                  <a:pt x="1062073" y="2344313"/>
                </a:lnTo>
                <a:lnTo>
                  <a:pt x="1064403" y="2346642"/>
                </a:lnTo>
                <a:lnTo>
                  <a:pt x="1066734" y="2345865"/>
                </a:lnTo>
                <a:lnTo>
                  <a:pt x="1069064" y="2343536"/>
                </a:lnTo>
                <a:lnTo>
                  <a:pt x="1071395" y="2347418"/>
                </a:lnTo>
                <a:lnTo>
                  <a:pt x="1073725" y="2352076"/>
                </a:lnTo>
                <a:lnTo>
                  <a:pt x="1076055" y="2351300"/>
                </a:lnTo>
                <a:lnTo>
                  <a:pt x="1079163" y="2353629"/>
                </a:lnTo>
                <a:lnTo>
                  <a:pt x="1081493" y="2350523"/>
                </a:lnTo>
                <a:lnTo>
                  <a:pt x="1083824" y="2352076"/>
                </a:lnTo>
                <a:lnTo>
                  <a:pt x="1086154" y="2355182"/>
                </a:lnTo>
                <a:lnTo>
                  <a:pt x="1088484" y="2339654"/>
                </a:lnTo>
                <a:lnTo>
                  <a:pt x="1090815" y="2344313"/>
                </a:lnTo>
                <a:lnTo>
                  <a:pt x="1093145" y="2352852"/>
                </a:lnTo>
                <a:lnTo>
                  <a:pt x="1095476" y="2351300"/>
                </a:lnTo>
                <a:lnTo>
                  <a:pt x="1097806" y="2351300"/>
                </a:lnTo>
                <a:lnTo>
                  <a:pt x="1100913" y="2356734"/>
                </a:lnTo>
                <a:lnTo>
                  <a:pt x="1103244" y="2355958"/>
                </a:lnTo>
                <a:lnTo>
                  <a:pt x="1105574" y="2356734"/>
                </a:lnTo>
                <a:lnTo>
                  <a:pt x="1107905" y="2351300"/>
                </a:lnTo>
                <a:lnTo>
                  <a:pt x="1110235" y="2348971"/>
                </a:lnTo>
                <a:lnTo>
                  <a:pt x="1112565" y="2352852"/>
                </a:lnTo>
                <a:lnTo>
                  <a:pt x="1114896" y="2351300"/>
                </a:lnTo>
                <a:lnTo>
                  <a:pt x="1117226" y="2353629"/>
                </a:lnTo>
                <a:lnTo>
                  <a:pt x="1119557" y="2340431"/>
                </a:lnTo>
                <a:lnTo>
                  <a:pt x="1122664" y="2347418"/>
                </a:lnTo>
                <a:lnTo>
                  <a:pt x="1124994" y="2351300"/>
                </a:lnTo>
                <a:lnTo>
                  <a:pt x="1127325" y="2352852"/>
                </a:lnTo>
                <a:lnTo>
                  <a:pt x="1129655" y="2354405"/>
                </a:lnTo>
                <a:lnTo>
                  <a:pt x="1131986" y="2351300"/>
                </a:lnTo>
                <a:lnTo>
                  <a:pt x="1134316" y="2356734"/>
                </a:lnTo>
                <a:lnTo>
                  <a:pt x="1136646" y="2348971"/>
                </a:lnTo>
                <a:lnTo>
                  <a:pt x="1138977" y="2356734"/>
                </a:lnTo>
                <a:lnTo>
                  <a:pt x="1141307" y="2350523"/>
                </a:lnTo>
                <a:lnTo>
                  <a:pt x="1144415" y="2361392"/>
                </a:lnTo>
                <a:lnTo>
                  <a:pt x="1146745" y="2352076"/>
                </a:lnTo>
                <a:lnTo>
                  <a:pt x="1149075" y="2357511"/>
                </a:lnTo>
                <a:lnTo>
                  <a:pt x="1151406" y="2346642"/>
                </a:lnTo>
                <a:lnTo>
                  <a:pt x="1153736" y="2354405"/>
                </a:lnTo>
                <a:lnTo>
                  <a:pt x="1156067" y="2353629"/>
                </a:lnTo>
                <a:lnTo>
                  <a:pt x="1158397" y="2348971"/>
                </a:lnTo>
                <a:lnTo>
                  <a:pt x="1160728" y="2348971"/>
                </a:lnTo>
                <a:lnTo>
                  <a:pt x="1163058" y="2351300"/>
                </a:lnTo>
                <a:lnTo>
                  <a:pt x="1166165" y="2352076"/>
                </a:lnTo>
                <a:lnTo>
                  <a:pt x="1168496" y="2358287"/>
                </a:lnTo>
                <a:lnTo>
                  <a:pt x="1170826" y="2350523"/>
                </a:lnTo>
                <a:lnTo>
                  <a:pt x="1173156" y="2353629"/>
                </a:lnTo>
                <a:lnTo>
                  <a:pt x="1175487" y="2354405"/>
                </a:lnTo>
                <a:lnTo>
                  <a:pt x="1177817" y="2352076"/>
                </a:lnTo>
                <a:lnTo>
                  <a:pt x="1180148" y="2349747"/>
                </a:lnTo>
                <a:lnTo>
                  <a:pt x="1182509" y="2360616"/>
                </a:lnTo>
                <a:lnTo>
                  <a:pt x="1184840" y="2350523"/>
                </a:lnTo>
                <a:lnTo>
                  <a:pt x="1187947" y="2360616"/>
                </a:lnTo>
                <a:lnTo>
                  <a:pt x="1190277" y="2353629"/>
                </a:lnTo>
                <a:lnTo>
                  <a:pt x="1192608" y="2356734"/>
                </a:lnTo>
                <a:lnTo>
                  <a:pt x="1194938" y="2350523"/>
                </a:lnTo>
                <a:lnTo>
                  <a:pt x="1197269" y="2357511"/>
                </a:lnTo>
                <a:lnTo>
                  <a:pt x="1199599" y="2359063"/>
                </a:lnTo>
                <a:lnTo>
                  <a:pt x="1201929" y="2352852"/>
                </a:lnTo>
                <a:lnTo>
                  <a:pt x="1204260" y="2358287"/>
                </a:lnTo>
                <a:lnTo>
                  <a:pt x="1207367" y="2359063"/>
                </a:lnTo>
                <a:lnTo>
                  <a:pt x="1209698" y="2354405"/>
                </a:lnTo>
                <a:lnTo>
                  <a:pt x="1212028" y="2355958"/>
                </a:lnTo>
                <a:lnTo>
                  <a:pt x="1214358" y="2352852"/>
                </a:lnTo>
                <a:lnTo>
                  <a:pt x="1216689" y="2355182"/>
                </a:lnTo>
                <a:lnTo>
                  <a:pt x="1219019" y="2358287"/>
                </a:lnTo>
                <a:lnTo>
                  <a:pt x="1221350" y="2350523"/>
                </a:lnTo>
                <a:lnTo>
                  <a:pt x="1223680" y="2358287"/>
                </a:lnTo>
                <a:lnTo>
                  <a:pt x="1226011" y="2355958"/>
                </a:lnTo>
                <a:lnTo>
                  <a:pt x="1229107" y="2358287"/>
                </a:lnTo>
                <a:lnTo>
                  <a:pt x="1231438" y="2356734"/>
                </a:lnTo>
                <a:lnTo>
                  <a:pt x="1233768" y="2359840"/>
                </a:lnTo>
                <a:lnTo>
                  <a:pt x="1236099" y="2357511"/>
                </a:lnTo>
                <a:lnTo>
                  <a:pt x="1238429" y="2359840"/>
                </a:lnTo>
                <a:lnTo>
                  <a:pt x="1240760" y="2362945"/>
                </a:lnTo>
                <a:lnTo>
                  <a:pt x="1243090" y="2360616"/>
                </a:lnTo>
                <a:lnTo>
                  <a:pt x="1245420" y="2359840"/>
                </a:lnTo>
                <a:lnTo>
                  <a:pt x="1247751" y="2358287"/>
                </a:lnTo>
                <a:lnTo>
                  <a:pt x="1250858" y="2361392"/>
                </a:lnTo>
                <a:lnTo>
                  <a:pt x="1253188" y="2352852"/>
                </a:lnTo>
                <a:lnTo>
                  <a:pt x="1255519" y="2357511"/>
                </a:lnTo>
                <a:lnTo>
                  <a:pt x="1257849" y="2351300"/>
                </a:lnTo>
                <a:lnTo>
                  <a:pt x="1260180" y="2352852"/>
                </a:lnTo>
                <a:lnTo>
                  <a:pt x="1262510" y="2354405"/>
                </a:lnTo>
                <a:lnTo>
                  <a:pt x="1264841" y="2354405"/>
                </a:lnTo>
                <a:lnTo>
                  <a:pt x="1267171" y="2355958"/>
                </a:lnTo>
                <a:lnTo>
                  <a:pt x="1269501" y="2358287"/>
                </a:lnTo>
                <a:lnTo>
                  <a:pt x="1272609" y="2359840"/>
                </a:lnTo>
                <a:lnTo>
                  <a:pt x="1274939" y="2355958"/>
                </a:lnTo>
                <a:lnTo>
                  <a:pt x="1277270" y="2348971"/>
                </a:lnTo>
                <a:lnTo>
                  <a:pt x="1279600" y="2354405"/>
                </a:lnTo>
                <a:lnTo>
                  <a:pt x="1281930" y="2356734"/>
                </a:lnTo>
                <a:lnTo>
                  <a:pt x="1284261" y="2358287"/>
                </a:lnTo>
                <a:lnTo>
                  <a:pt x="1286591" y="2360616"/>
                </a:lnTo>
                <a:lnTo>
                  <a:pt x="1288922" y="2355958"/>
                </a:lnTo>
                <a:lnTo>
                  <a:pt x="1291252" y="2355958"/>
                </a:lnTo>
                <a:lnTo>
                  <a:pt x="1294359" y="2347418"/>
                </a:lnTo>
                <a:lnTo>
                  <a:pt x="1296690" y="2352852"/>
                </a:lnTo>
                <a:lnTo>
                  <a:pt x="1299020" y="2349747"/>
                </a:lnTo>
                <a:lnTo>
                  <a:pt x="1301351" y="2350523"/>
                </a:lnTo>
                <a:lnTo>
                  <a:pt x="1303681" y="2361392"/>
                </a:lnTo>
                <a:lnTo>
                  <a:pt x="1306011" y="2359840"/>
                </a:lnTo>
                <a:lnTo>
                  <a:pt x="1308342" y="2354405"/>
                </a:lnTo>
                <a:lnTo>
                  <a:pt x="1310672" y="2352076"/>
                </a:lnTo>
                <a:lnTo>
                  <a:pt x="1313003" y="2350523"/>
                </a:lnTo>
                <a:lnTo>
                  <a:pt x="1316110" y="2359063"/>
                </a:lnTo>
                <a:lnTo>
                  <a:pt x="1318440" y="2355182"/>
                </a:lnTo>
                <a:lnTo>
                  <a:pt x="1320771" y="2345865"/>
                </a:lnTo>
                <a:lnTo>
                  <a:pt x="1323101" y="2341983"/>
                </a:lnTo>
                <a:lnTo>
                  <a:pt x="1325432" y="2320246"/>
                </a:lnTo>
                <a:lnTo>
                  <a:pt x="1327762" y="2316364"/>
                </a:lnTo>
                <a:lnTo>
                  <a:pt x="1330093" y="2307016"/>
                </a:lnTo>
                <a:lnTo>
                  <a:pt x="1332423" y="2052320"/>
                </a:lnTo>
                <a:lnTo>
                  <a:pt x="1335530" y="1421796"/>
                </a:lnTo>
                <a:lnTo>
                  <a:pt x="1337861" y="1602738"/>
                </a:lnTo>
                <a:lnTo>
                  <a:pt x="1340191" y="1823275"/>
                </a:lnTo>
                <a:lnTo>
                  <a:pt x="1342521" y="2050768"/>
                </a:lnTo>
                <a:lnTo>
                  <a:pt x="1344852" y="2300029"/>
                </a:lnTo>
                <a:lnTo>
                  <a:pt x="1347182" y="2338102"/>
                </a:lnTo>
                <a:lnTo>
                  <a:pt x="1349544" y="2344313"/>
                </a:lnTo>
                <a:lnTo>
                  <a:pt x="1351874" y="2348971"/>
                </a:lnTo>
                <a:lnTo>
                  <a:pt x="1354205" y="2358287"/>
                </a:lnTo>
                <a:lnTo>
                  <a:pt x="1357312" y="2356734"/>
                </a:lnTo>
                <a:lnTo>
                  <a:pt x="1359642" y="2355182"/>
                </a:lnTo>
                <a:lnTo>
                  <a:pt x="1361973" y="2353629"/>
                </a:lnTo>
                <a:lnTo>
                  <a:pt x="1364303" y="2359063"/>
                </a:lnTo>
                <a:lnTo>
                  <a:pt x="1366634" y="2364498"/>
                </a:lnTo>
                <a:lnTo>
                  <a:pt x="1368964" y="2354405"/>
                </a:lnTo>
                <a:lnTo>
                  <a:pt x="1371294" y="2358287"/>
                </a:lnTo>
                <a:lnTo>
                  <a:pt x="1373625" y="2355958"/>
                </a:lnTo>
                <a:lnTo>
                  <a:pt x="1375955" y="2355182"/>
                </a:lnTo>
                <a:lnTo>
                  <a:pt x="1379063" y="2361392"/>
                </a:lnTo>
                <a:lnTo>
                  <a:pt x="1381393" y="2357511"/>
                </a:lnTo>
                <a:lnTo>
                  <a:pt x="1383723" y="2355958"/>
                </a:lnTo>
                <a:lnTo>
                  <a:pt x="1386054" y="2361392"/>
                </a:lnTo>
                <a:lnTo>
                  <a:pt x="1388384" y="2359063"/>
                </a:lnTo>
                <a:lnTo>
                  <a:pt x="1390715" y="2355958"/>
                </a:lnTo>
                <a:lnTo>
                  <a:pt x="1393045" y="2362169"/>
                </a:lnTo>
                <a:lnTo>
                  <a:pt x="1395376" y="2360616"/>
                </a:lnTo>
                <a:lnTo>
                  <a:pt x="1397706" y="2359840"/>
                </a:lnTo>
                <a:lnTo>
                  <a:pt x="1400813" y="2363721"/>
                </a:lnTo>
                <a:lnTo>
                  <a:pt x="1403144" y="2353629"/>
                </a:lnTo>
                <a:lnTo>
                  <a:pt x="1405474" y="2359063"/>
                </a:lnTo>
                <a:lnTo>
                  <a:pt x="1407804" y="2356734"/>
                </a:lnTo>
                <a:lnTo>
                  <a:pt x="1410135" y="2357511"/>
                </a:lnTo>
                <a:lnTo>
                  <a:pt x="1412465" y="2362169"/>
                </a:lnTo>
                <a:lnTo>
                  <a:pt x="1414796" y="2357511"/>
                </a:lnTo>
                <a:lnTo>
                  <a:pt x="1417126" y="2359063"/>
                </a:lnTo>
                <a:lnTo>
                  <a:pt x="1419457" y="2359840"/>
                </a:lnTo>
                <a:lnTo>
                  <a:pt x="1422564" y="2360616"/>
                </a:lnTo>
                <a:lnTo>
                  <a:pt x="1424894" y="2360616"/>
                </a:lnTo>
                <a:lnTo>
                  <a:pt x="1427225" y="2363721"/>
                </a:lnTo>
                <a:lnTo>
                  <a:pt x="1429555" y="2355958"/>
                </a:lnTo>
                <a:lnTo>
                  <a:pt x="1431886" y="2359840"/>
                </a:lnTo>
                <a:lnTo>
                  <a:pt x="1434216" y="2361392"/>
                </a:lnTo>
                <a:lnTo>
                  <a:pt x="1436546" y="2366051"/>
                </a:lnTo>
                <a:lnTo>
                  <a:pt x="1438877" y="2362945"/>
                </a:lnTo>
                <a:lnTo>
                  <a:pt x="1441207" y="2360616"/>
                </a:lnTo>
                <a:lnTo>
                  <a:pt x="1444314" y="2358287"/>
                </a:lnTo>
                <a:lnTo>
                  <a:pt x="1446645" y="2360616"/>
                </a:lnTo>
                <a:lnTo>
                  <a:pt x="1448975" y="2360616"/>
                </a:lnTo>
                <a:lnTo>
                  <a:pt x="1451306" y="2362169"/>
                </a:lnTo>
                <a:lnTo>
                  <a:pt x="1453636" y="2362945"/>
                </a:lnTo>
                <a:lnTo>
                  <a:pt x="1455967" y="2362945"/>
                </a:lnTo>
                <a:lnTo>
                  <a:pt x="1458297" y="2362945"/>
                </a:lnTo>
                <a:lnTo>
                  <a:pt x="1460627" y="2360616"/>
                </a:lnTo>
                <a:lnTo>
                  <a:pt x="1463735" y="2362169"/>
                </a:lnTo>
                <a:lnTo>
                  <a:pt x="1466065" y="2359063"/>
                </a:lnTo>
                <a:lnTo>
                  <a:pt x="1468396" y="2365274"/>
                </a:lnTo>
                <a:lnTo>
                  <a:pt x="1470726" y="2362169"/>
                </a:lnTo>
                <a:lnTo>
                  <a:pt x="1473056" y="2365274"/>
                </a:lnTo>
                <a:lnTo>
                  <a:pt x="1475387" y="2366827"/>
                </a:lnTo>
                <a:lnTo>
                  <a:pt x="1477717" y="2362169"/>
                </a:lnTo>
                <a:lnTo>
                  <a:pt x="1480048" y="2362945"/>
                </a:lnTo>
                <a:lnTo>
                  <a:pt x="1482378" y="2362945"/>
                </a:lnTo>
                <a:lnTo>
                  <a:pt x="1485485" y="2365274"/>
                </a:lnTo>
                <a:lnTo>
                  <a:pt x="1487816" y="2364498"/>
                </a:lnTo>
                <a:lnTo>
                  <a:pt x="1490146" y="2361392"/>
                </a:lnTo>
                <a:lnTo>
                  <a:pt x="1492477" y="2361392"/>
                </a:lnTo>
                <a:lnTo>
                  <a:pt x="1494807" y="2362169"/>
                </a:lnTo>
                <a:lnTo>
                  <a:pt x="1497137" y="2362169"/>
                </a:lnTo>
                <a:lnTo>
                  <a:pt x="1499468" y="2359063"/>
                </a:lnTo>
                <a:lnTo>
                  <a:pt x="1501798" y="2364498"/>
                </a:lnTo>
                <a:lnTo>
                  <a:pt x="1504129" y="2364498"/>
                </a:lnTo>
                <a:lnTo>
                  <a:pt x="1507236" y="2362169"/>
                </a:lnTo>
                <a:lnTo>
                  <a:pt x="1509566" y="2362945"/>
                </a:lnTo>
                <a:lnTo>
                  <a:pt x="1511897" y="2363721"/>
                </a:lnTo>
                <a:lnTo>
                  <a:pt x="1514227" y="2363721"/>
                </a:lnTo>
                <a:lnTo>
                  <a:pt x="1516578" y="2359063"/>
                </a:lnTo>
                <a:lnTo>
                  <a:pt x="1518909" y="2363721"/>
                </a:lnTo>
                <a:lnTo>
                  <a:pt x="1521239" y="2359063"/>
                </a:lnTo>
                <a:lnTo>
                  <a:pt x="1523570" y="2358287"/>
                </a:lnTo>
                <a:lnTo>
                  <a:pt x="1525900" y="2362169"/>
                </a:lnTo>
                <a:lnTo>
                  <a:pt x="1529007" y="2360616"/>
                </a:lnTo>
                <a:lnTo>
                  <a:pt x="1531338" y="2362945"/>
                </a:lnTo>
                <a:lnTo>
                  <a:pt x="1533668" y="2366827"/>
                </a:lnTo>
                <a:lnTo>
                  <a:pt x="1535999" y="2367603"/>
                </a:lnTo>
                <a:lnTo>
                  <a:pt x="1538329" y="2360616"/>
                </a:lnTo>
                <a:lnTo>
                  <a:pt x="1540659" y="2369156"/>
                </a:lnTo>
                <a:lnTo>
                  <a:pt x="1542990" y="2366051"/>
                </a:lnTo>
                <a:lnTo>
                  <a:pt x="1545320" y="2359840"/>
                </a:lnTo>
                <a:lnTo>
                  <a:pt x="1547651" y="2366827"/>
                </a:lnTo>
                <a:lnTo>
                  <a:pt x="1550758" y="2359840"/>
                </a:lnTo>
                <a:lnTo>
                  <a:pt x="1553088" y="2352076"/>
                </a:lnTo>
                <a:lnTo>
                  <a:pt x="1555419" y="2363721"/>
                </a:lnTo>
                <a:lnTo>
                  <a:pt x="1557749" y="2361392"/>
                </a:lnTo>
                <a:lnTo>
                  <a:pt x="1560080" y="2365274"/>
                </a:lnTo>
                <a:lnTo>
                  <a:pt x="1562410" y="2366051"/>
                </a:lnTo>
                <a:lnTo>
                  <a:pt x="1564740" y="2365274"/>
                </a:lnTo>
                <a:lnTo>
                  <a:pt x="1567071" y="2360616"/>
                </a:lnTo>
                <a:lnTo>
                  <a:pt x="1569401" y="2362945"/>
                </a:lnTo>
                <a:lnTo>
                  <a:pt x="1572509" y="2357511"/>
                </a:lnTo>
                <a:lnTo>
                  <a:pt x="1574839" y="2363721"/>
                </a:lnTo>
                <a:lnTo>
                  <a:pt x="1577169" y="2360616"/>
                </a:lnTo>
                <a:lnTo>
                  <a:pt x="1579500" y="2362169"/>
                </a:lnTo>
                <a:lnTo>
                  <a:pt x="1581830" y="2361392"/>
                </a:lnTo>
                <a:lnTo>
                  <a:pt x="1584161" y="2366051"/>
                </a:lnTo>
                <a:lnTo>
                  <a:pt x="1586491" y="2362169"/>
                </a:lnTo>
                <a:lnTo>
                  <a:pt x="1588822" y="2354405"/>
                </a:lnTo>
                <a:lnTo>
                  <a:pt x="1591929" y="2365274"/>
                </a:lnTo>
                <a:lnTo>
                  <a:pt x="1594259" y="2359063"/>
                </a:lnTo>
                <a:lnTo>
                  <a:pt x="1596590" y="2367603"/>
                </a:lnTo>
                <a:lnTo>
                  <a:pt x="1598920" y="2369156"/>
                </a:lnTo>
                <a:lnTo>
                  <a:pt x="1601251" y="2364498"/>
                </a:lnTo>
                <a:lnTo>
                  <a:pt x="1603581" y="2364498"/>
                </a:lnTo>
                <a:lnTo>
                  <a:pt x="1605911" y="2360616"/>
                </a:lnTo>
                <a:lnTo>
                  <a:pt x="1608242" y="2363721"/>
                </a:lnTo>
                <a:lnTo>
                  <a:pt x="1610572" y="2362945"/>
                </a:lnTo>
                <a:lnTo>
                  <a:pt x="1613679" y="2366051"/>
                </a:lnTo>
                <a:lnTo>
                  <a:pt x="1616010" y="2357511"/>
                </a:lnTo>
                <a:lnTo>
                  <a:pt x="1618340" y="2349747"/>
                </a:lnTo>
                <a:lnTo>
                  <a:pt x="1620671" y="2348194"/>
                </a:lnTo>
                <a:lnTo>
                  <a:pt x="1623001" y="2349747"/>
                </a:lnTo>
                <a:lnTo>
                  <a:pt x="1625332" y="2319469"/>
                </a:lnTo>
                <a:lnTo>
                  <a:pt x="1627662" y="2226276"/>
                </a:lnTo>
                <a:lnTo>
                  <a:pt x="1629992" y="1879949"/>
                </a:lnTo>
                <a:lnTo>
                  <a:pt x="1632323" y="1991765"/>
                </a:lnTo>
                <a:lnTo>
                  <a:pt x="1635430" y="2128434"/>
                </a:lnTo>
                <a:lnTo>
                  <a:pt x="1637761" y="2140856"/>
                </a:lnTo>
                <a:lnTo>
                  <a:pt x="1640091" y="2305464"/>
                </a:lnTo>
                <a:lnTo>
                  <a:pt x="1642421" y="2347418"/>
                </a:lnTo>
                <a:lnTo>
                  <a:pt x="1644752" y="2352852"/>
                </a:lnTo>
                <a:lnTo>
                  <a:pt x="1647082" y="2362945"/>
                </a:lnTo>
                <a:lnTo>
                  <a:pt x="1649413" y="2362945"/>
                </a:lnTo>
                <a:lnTo>
                  <a:pt x="1651743" y="2359840"/>
                </a:lnTo>
                <a:lnTo>
                  <a:pt x="1654073" y="2358287"/>
                </a:lnTo>
                <a:lnTo>
                  <a:pt x="1657181" y="2362169"/>
                </a:lnTo>
                <a:lnTo>
                  <a:pt x="1659511" y="2365274"/>
                </a:lnTo>
                <a:lnTo>
                  <a:pt x="1661842" y="2364498"/>
                </a:lnTo>
                <a:lnTo>
                  <a:pt x="1664172" y="2369156"/>
                </a:lnTo>
                <a:lnTo>
                  <a:pt x="1666502" y="2364498"/>
                </a:lnTo>
                <a:lnTo>
                  <a:pt x="1668833" y="2359840"/>
                </a:lnTo>
                <a:lnTo>
                  <a:pt x="1671163" y="2362169"/>
                </a:lnTo>
                <a:lnTo>
                  <a:pt x="1673494" y="2359063"/>
                </a:lnTo>
                <a:lnTo>
                  <a:pt x="1675824" y="2369932"/>
                </a:lnTo>
                <a:lnTo>
                  <a:pt x="1678931" y="2363721"/>
                </a:lnTo>
                <a:lnTo>
                  <a:pt x="1681293" y="2364498"/>
                </a:lnTo>
                <a:lnTo>
                  <a:pt x="1683623" y="2359840"/>
                </a:lnTo>
                <a:lnTo>
                  <a:pt x="1685954" y="2367603"/>
                </a:lnTo>
                <a:lnTo>
                  <a:pt x="1688284" y="2362169"/>
                </a:lnTo>
                <a:lnTo>
                  <a:pt x="1690615" y="2361392"/>
                </a:lnTo>
              </a:path>
              <a:path w="3408679" h="2376170">
                <a:moveTo>
                  <a:pt x="1690615" y="2361392"/>
                </a:moveTo>
                <a:lnTo>
                  <a:pt x="1692945" y="2367603"/>
                </a:lnTo>
                <a:lnTo>
                  <a:pt x="1695275" y="2357511"/>
                </a:lnTo>
                <a:lnTo>
                  <a:pt x="1697606" y="2365274"/>
                </a:lnTo>
                <a:lnTo>
                  <a:pt x="1700713" y="2365274"/>
                </a:lnTo>
                <a:lnTo>
                  <a:pt x="1703043" y="2360616"/>
                </a:lnTo>
                <a:lnTo>
                  <a:pt x="1705374" y="2366827"/>
                </a:lnTo>
                <a:lnTo>
                  <a:pt x="1707704" y="2363721"/>
                </a:lnTo>
                <a:lnTo>
                  <a:pt x="1710035" y="2362945"/>
                </a:lnTo>
                <a:lnTo>
                  <a:pt x="1712365" y="2362945"/>
                </a:lnTo>
                <a:lnTo>
                  <a:pt x="1714696" y="2363721"/>
                </a:lnTo>
                <a:lnTo>
                  <a:pt x="1717026" y="2360616"/>
                </a:lnTo>
                <a:lnTo>
                  <a:pt x="1720133" y="2363721"/>
                </a:lnTo>
                <a:lnTo>
                  <a:pt x="1722464" y="2359840"/>
                </a:lnTo>
                <a:lnTo>
                  <a:pt x="1724794" y="2366827"/>
                </a:lnTo>
                <a:lnTo>
                  <a:pt x="1727125" y="2364498"/>
                </a:lnTo>
                <a:lnTo>
                  <a:pt x="1729455" y="2362945"/>
                </a:lnTo>
                <a:lnTo>
                  <a:pt x="1731785" y="2362169"/>
                </a:lnTo>
                <a:lnTo>
                  <a:pt x="1734116" y="2361392"/>
                </a:lnTo>
                <a:lnTo>
                  <a:pt x="1736446" y="2366827"/>
                </a:lnTo>
                <a:lnTo>
                  <a:pt x="1738777" y="2369932"/>
                </a:lnTo>
                <a:lnTo>
                  <a:pt x="1741884" y="2361392"/>
                </a:lnTo>
                <a:lnTo>
                  <a:pt x="1744214" y="2364498"/>
                </a:lnTo>
                <a:lnTo>
                  <a:pt x="1746545" y="2362169"/>
                </a:lnTo>
                <a:lnTo>
                  <a:pt x="1748875" y="2366827"/>
                </a:lnTo>
                <a:lnTo>
                  <a:pt x="1751206" y="2367603"/>
                </a:lnTo>
                <a:lnTo>
                  <a:pt x="1753536" y="2362169"/>
                </a:lnTo>
                <a:lnTo>
                  <a:pt x="1755866" y="2364498"/>
                </a:lnTo>
                <a:lnTo>
                  <a:pt x="1758197" y="2363721"/>
                </a:lnTo>
                <a:lnTo>
                  <a:pt x="1760527" y="2360616"/>
                </a:lnTo>
                <a:lnTo>
                  <a:pt x="1763635" y="2364498"/>
                </a:lnTo>
                <a:lnTo>
                  <a:pt x="1765965" y="2362169"/>
                </a:lnTo>
                <a:lnTo>
                  <a:pt x="1768295" y="2364498"/>
                </a:lnTo>
                <a:lnTo>
                  <a:pt x="1770626" y="2367603"/>
                </a:lnTo>
                <a:lnTo>
                  <a:pt x="1772956" y="2365274"/>
                </a:lnTo>
                <a:lnTo>
                  <a:pt x="1775287" y="2369932"/>
                </a:lnTo>
                <a:lnTo>
                  <a:pt x="1777617" y="2365274"/>
                </a:lnTo>
                <a:lnTo>
                  <a:pt x="1779948" y="2367603"/>
                </a:lnTo>
                <a:lnTo>
                  <a:pt x="1782278" y="2363721"/>
                </a:lnTo>
                <a:lnTo>
                  <a:pt x="1785385" y="2368380"/>
                </a:lnTo>
                <a:lnTo>
                  <a:pt x="1787716" y="2360616"/>
                </a:lnTo>
                <a:lnTo>
                  <a:pt x="1790046" y="2364498"/>
                </a:lnTo>
                <a:lnTo>
                  <a:pt x="1792376" y="2362945"/>
                </a:lnTo>
                <a:lnTo>
                  <a:pt x="1794707" y="2366051"/>
                </a:lnTo>
                <a:lnTo>
                  <a:pt x="1797037" y="2370709"/>
                </a:lnTo>
                <a:lnTo>
                  <a:pt x="1799368" y="2368380"/>
                </a:lnTo>
                <a:lnTo>
                  <a:pt x="1801698" y="2366051"/>
                </a:lnTo>
                <a:lnTo>
                  <a:pt x="1804029" y="2367603"/>
                </a:lnTo>
                <a:lnTo>
                  <a:pt x="1807136" y="2367603"/>
                </a:lnTo>
                <a:lnTo>
                  <a:pt x="1809466" y="2362945"/>
                </a:lnTo>
                <a:lnTo>
                  <a:pt x="1811797" y="2369156"/>
                </a:lnTo>
                <a:lnTo>
                  <a:pt x="1814127" y="2365274"/>
                </a:lnTo>
                <a:lnTo>
                  <a:pt x="1816458" y="2366827"/>
                </a:lnTo>
                <a:lnTo>
                  <a:pt x="1818788" y="2364498"/>
                </a:lnTo>
                <a:lnTo>
                  <a:pt x="1821118" y="2358287"/>
                </a:lnTo>
                <a:lnTo>
                  <a:pt x="1823449" y="2362169"/>
                </a:lnTo>
                <a:lnTo>
                  <a:pt x="1826556" y="2366827"/>
                </a:lnTo>
                <a:lnTo>
                  <a:pt x="1828886" y="2363721"/>
                </a:lnTo>
                <a:lnTo>
                  <a:pt x="1831217" y="2367603"/>
                </a:lnTo>
                <a:lnTo>
                  <a:pt x="1833547" y="2364498"/>
                </a:lnTo>
                <a:lnTo>
                  <a:pt x="1835878" y="2358287"/>
                </a:lnTo>
                <a:lnTo>
                  <a:pt x="1838208" y="2366827"/>
                </a:lnTo>
                <a:lnTo>
                  <a:pt x="1840539" y="2365274"/>
                </a:lnTo>
                <a:lnTo>
                  <a:pt x="1842869" y="2359063"/>
                </a:lnTo>
                <a:lnTo>
                  <a:pt x="1845199" y="2359063"/>
                </a:lnTo>
                <a:lnTo>
                  <a:pt x="1848327" y="2363721"/>
                </a:lnTo>
                <a:lnTo>
                  <a:pt x="1850658" y="2362945"/>
                </a:lnTo>
                <a:lnTo>
                  <a:pt x="1852988" y="2365274"/>
                </a:lnTo>
                <a:lnTo>
                  <a:pt x="1855319" y="2369156"/>
                </a:lnTo>
                <a:lnTo>
                  <a:pt x="1857649" y="2360616"/>
                </a:lnTo>
                <a:lnTo>
                  <a:pt x="1859980" y="2360616"/>
                </a:lnTo>
                <a:lnTo>
                  <a:pt x="1862310" y="2363721"/>
                </a:lnTo>
                <a:lnTo>
                  <a:pt x="1864640" y="2368380"/>
                </a:lnTo>
                <a:lnTo>
                  <a:pt x="1866971" y="2361392"/>
                </a:lnTo>
                <a:lnTo>
                  <a:pt x="1870078" y="2363721"/>
                </a:lnTo>
                <a:lnTo>
                  <a:pt x="1872408" y="2365274"/>
                </a:lnTo>
                <a:lnTo>
                  <a:pt x="1874739" y="2363721"/>
                </a:lnTo>
                <a:lnTo>
                  <a:pt x="1886391" y="2322575"/>
                </a:lnTo>
                <a:lnTo>
                  <a:pt x="1888721" y="2318693"/>
                </a:lnTo>
                <a:lnTo>
                  <a:pt x="1891829" y="2296148"/>
                </a:lnTo>
                <a:lnTo>
                  <a:pt x="1894159" y="1938972"/>
                </a:lnTo>
                <a:lnTo>
                  <a:pt x="1896490" y="1164770"/>
                </a:lnTo>
                <a:lnTo>
                  <a:pt x="1898820" y="1751819"/>
                </a:lnTo>
                <a:lnTo>
                  <a:pt x="1901150" y="1932741"/>
                </a:lnTo>
                <a:lnTo>
                  <a:pt x="1903481" y="1831038"/>
                </a:lnTo>
                <a:lnTo>
                  <a:pt x="1905811" y="2195998"/>
                </a:lnTo>
                <a:lnTo>
                  <a:pt x="1908142" y="2333444"/>
                </a:lnTo>
                <a:lnTo>
                  <a:pt x="1910472" y="2347418"/>
                </a:lnTo>
                <a:lnTo>
                  <a:pt x="1913579" y="2352852"/>
                </a:lnTo>
                <a:lnTo>
                  <a:pt x="1915910" y="2361392"/>
                </a:lnTo>
                <a:lnTo>
                  <a:pt x="1918240" y="2364498"/>
                </a:lnTo>
                <a:lnTo>
                  <a:pt x="1920571" y="2360616"/>
                </a:lnTo>
                <a:lnTo>
                  <a:pt x="1922901" y="2357511"/>
                </a:lnTo>
                <a:lnTo>
                  <a:pt x="1925231" y="2364498"/>
                </a:lnTo>
                <a:lnTo>
                  <a:pt x="1927562" y="2362169"/>
                </a:lnTo>
                <a:lnTo>
                  <a:pt x="1929892" y="2365274"/>
                </a:lnTo>
                <a:lnTo>
                  <a:pt x="1932223" y="2363721"/>
                </a:lnTo>
                <a:lnTo>
                  <a:pt x="1935330" y="2362169"/>
                </a:lnTo>
                <a:lnTo>
                  <a:pt x="1937660" y="2369156"/>
                </a:lnTo>
                <a:lnTo>
                  <a:pt x="1939991" y="2358287"/>
                </a:lnTo>
                <a:lnTo>
                  <a:pt x="1942321" y="2366051"/>
                </a:lnTo>
                <a:lnTo>
                  <a:pt x="1944652" y="2368380"/>
                </a:lnTo>
                <a:lnTo>
                  <a:pt x="1946982" y="2365274"/>
                </a:lnTo>
                <a:lnTo>
                  <a:pt x="1949313" y="2366051"/>
                </a:lnTo>
                <a:lnTo>
                  <a:pt x="1951643" y="2366051"/>
                </a:lnTo>
                <a:lnTo>
                  <a:pt x="1954750" y="2369156"/>
                </a:lnTo>
                <a:lnTo>
                  <a:pt x="1957081" y="2364498"/>
                </a:lnTo>
                <a:lnTo>
                  <a:pt x="1959411" y="2367603"/>
                </a:lnTo>
                <a:lnTo>
                  <a:pt x="1961741" y="2368380"/>
                </a:lnTo>
                <a:lnTo>
                  <a:pt x="1964072" y="2365274"/>
                </a:lnTo>
                <a:lnTo>
                  <a:pt x="1966402" y="2365274"/>
                </a:lnTo>
                <a:lnTo>
                  <a:pt x="1968733" y="2369156"/>
                </a:lnTo>
                <a:lnTo>
                  <a:pt x="1971063" y="2368380"/>
                </a:lnTo>
                <a:lnTo>
                  <a:pt x="1973394" y="2362945"/>
                </a:lnTo>
                <a:lnTo>
                  <a:pt x="1976501" y="2366827"/>
                </a:lnTo>
                <a:lnTo>
                  <a:pt x="1978831" y="2367603"/>
                </a:lnTo>
                <a:lnTo>
                  <a:pt x="1981162" y="2371485"/>
                </a:lnTo>
                <a:lnTo>
                  <a:pt x="1983492" y="2364498"/>
                </a:lnTo>
                <a:lnTo>
                  <a:pt x="1985823" y="2362169"/>
                </a:lnTo>
                <a:lnTo>
                  <a:pt x="1988153" y="2365274"/>
                </a:lnTo>
                <a:lnTo>
                  <a:pt x="1990483" y="2359840"/>
                </a:lnTo>
                <a:lnTo>
                  <a:pt x="1992814" y="2369932"/>
                </a:lnTo>
                <a:lnTo>
                  <a:pt x="1995144" y="2366051"/>
                </a:lnTo>
                <a:lnTo>
                  <a:pt x="1998251" y="2368380"/>
                </a:lnTo>
                <a:lnTo>
                  <a:pt x="2000582" y="2367603"/>
                </a:lnTo>
                <a:lnTo>
                  <a:pt x="2002912" y="2370709"/>
                </a:lnTo>
                <a:lnTo>
                  <a:pt x="2005243" y="2363721"/>
                </a:lnTo>
                <a:lnTo>
                  <a:pt x="2007573" y="2369156"/>
                </a:lnTo>
                <a:lnTo>
                  <a:pt x="2009904" y="2366051"/>
                </a:lnTo>
                <a:lnTo>
                  <a:pt x="2012234" y="2364498"/>
                </a:lnTo>
                <a:lnTo>
                  <a:pt x="2014596" y="2363721"/>
                </a:lnTo>
                <a:lnTo>
                  <a:pt x="2016926" y="2371485"/>
                </a:lnTo>
                <a:lnTo>
                  <a:pt x="2020033" y="2369156"/>
                </a:lnTo>
                <a:lnTo>
                  <a:pt x="2022364" y="2363721"/>
                </a:lnTo>
                <a:lnTo>
                  <a:pt x="2024694" y="2367603"/>
                </a:lnTo>
                <a:lnTo>
                  <a:pt x="2027024" y="2364498"/>
                </a:lnTo>
                <a:lnTo>
                  <a:pt x="2029355" y="2368380"/>
                </a:lnTo>
                <a:lnTo>
                  <a:pt x="2031685" y="2366827"/>
                </a:lnTo>
                <a:lnTo>
                  <a:pt x="2034016" y="2369932"/>
                </a:lnTo>
                <a:lnTo>
                  <a:pt x="2036346" y="2369932"/>
                </a:lnTo>
                <a:lnTo>
                  <a:pt x="2038677" y="2366827"/>
                </a:lnTo>
                <a:lnTo>
                  <a:pt x="2041784" y="2368380"/>
                </a:lnTo>
                <a:lnTo>
                  <a:pt x="2044114" y="2362169"/>
                </a:lnTo>
                <a:lnTo>
                  <a:pt x="2046445" y="2367603"/>
                </a:lnTo>
                <a:lnTo>
                  <a:pt x="2048775" y="2369932"/>
                </a:lnTo>
                <a:lnTo>
                  <a:pt x="2051106" y="2366827"/>
                </a:lnTo>
                <a:lnTo>
                  <a:pt x="2053436" y="2367603"/>
                </a:lnTo>
                <a:lnTo>
                  <a:pt x="2055766" y="2362945"/>
                </a:lnTo>
                <a:lnTo>
                  <a:pt x="2058097" y="2364498"/>
                </a:lnTo>
                <a:lnTo>
                  <a:pt x="2060427" y="2366827"/>
                </a:lnTo>
                <a:lnTo>
                  <a:pt x="2063534" y="2366051"/>
                </a:lnTo>
                <a:lnTo>
                  <a:pt x="2065865" y="2365274"/>
                </a:lnTo>
                <a:lnTo>
                  <a:pt x="2068195" y="2368380"/>
                </a:lnTo>
                <a:lnTo>
                  <a:pt x="2070526" y="2369932"/>
                </a:lnTo>
                <a:lnTo>
                  <a:pt x="2072856" y="2365274"/>
                </a:lnTo>
                <a:lnTo>
                  <a:pt x="2075187" y="2365274"/>
                </a:lnTo>
                <a:lnTo>
                  <a:pt x="2077517" y="2363721"/>
                </a:lnTo>
                <a:lnTo>
                  <a:pt x="2079847" y="2365274"/>
                </a:lnTo>
                <a:lnTo>
                  <a:pt x="2082955" y="2364498"/>
                </a:lnTo>
                <a:lnTo>
                  <a:pt x="2085285" y="2360616"/>
                </a:lnTo>
                <a:lnTo>
                  <a:pt x="2087616" y="2369156"/>
                </a:lnTo>
                <a:lnTo>
                  <a:pt x="2089946" y="2366051"/>
                </a:lnTo>
                <a:lnTo>
                  <a:pt x="2092276" y="2368380"/>
                </a:lnTo>
                <a:lnTo>
                  <a:pt x="2094607" y="2369156"/>
                </a:lnTo>
                <a:lnTo>
                  <a:pt x="2096937" y="2366827"/>
                </a:lnTo>
                <a:lnTo>
                  <a:pt x="2099268" y="2366051"/>
                </a:lnTo>
                <a:lnTo>
                  <a:pt x="2101598" y="2359063"/>
                </a:lnTo>
                <a:lnTo>
                  <a:pt x="2104705" y="2359840"/>
                </a:lnTo>
                <a:lnTo>
                  <a:pt x="2107036" y="2369932"/>
                </a:lnTo>
                <a:lnTo>
                  <a:pt x="2109366" y="2362945"/>
                </a:lnTo>
                <a:lnTo>
                  <a:pt x="2111697" y="2367603"/>
                </a:lnTo>
                <a:lnTo>
                  <a:pt x="2114027" y="2360616"/>
                </a:lnTo>
                <a:lnTo>
                  <a:pt x="2116357" y="2362945"/>
                </a:lnTo>
                <a:lnTo>
                  <a:pt x="2118688" y="2363721"/>
                </a:lnTo>
                <a:lnTo>
                  <a:pt x="2121018" y="2364498"/>
                </a:lnTo>
                <a:lnTo>
                  <a:pt x="2123349" y="2366827"/>
                </a:lnTo>
                <a:lnTo>
                  <a:pt x="2126456" y="2356734"/>
                </a:lnTo>
                <a:lnTo>
                  <a:pt x="2128786" y="2352076"/>
                </a:lnTo>
                <a:lnTo>
                  <a:pt x="2131117" y="2349747"/>
                </a:lnTo>
                <a:lnTo>
                  <a:pt x="2133447" y="2346642"/>
                </a:lnTo>
                <a:lnTo>
                  <a:pt x="2135778" y="2329562"/>
                </a:lnTo>
                <a:lnTo>
                  <a:pt x="2138108" y="2189787"/>
                </a:lnTo>
                <a:lnTo>
                  <a:pt x="2140438" y="1781321"/>
                </a:lnTo>
                <a:lnTo>
                  <a:pt x="2142769" y="1984001"/>
                </a:lnTo>
                <a:lnTo>
                  <a:pt x="2145099" y="2197550"/>
                </a:lnTo>
                <a:lnTo>
                  <a:pt x="2148207" y="2063220"/>
                </a:lnTo>
                <a:lnTo>
                  <a:pt x="2150537" y="2199103"/>
                </a:lnTo>
                <a:lnTo>
                  <a:pt x="2152867" y="2324904"/>
                </a:lnTo>
                <a:lnTo>
                  <a:pt x="2159859" y="2364498"/>
                </a:lnTo>
                <a:lnTo>
                  <a:pt x="2162189" y="2364498"/>
                </a:lnTo>
                <a:lnTo>
                  <a:pt x="2164520" y="2367603"/>
                </a:lnTo>
                <a:lnTo>
                  <a:pt x="2166850" y="2366827"/>
                </a:lnTo>
                <a:lnTo>
                  <a:pt x="2169957" y="2362945"/>
                </a:lnTo>
                <a:lnTo>
                  <a:pt x="2172288" y="2363721"/>
                </a:lnTo>
                <a:lnTo>
                  <a:pt x="2174618" y="2365274"/>
                </a:lnTo>
                <a:lnTo>
                  <a:pt x="2176948" y="2369932"/>
                </a:lnTo>
                <a:lnTo>
                  <a:pt x="2179279" y="2366051"/>
                </a:lnTo>
                <a:lnTo>
                  <a:pt x="2181630" y="2365274"/>
                </a:lnTo>
                <a:lnTo>
                  <a:pt x="2183960" y="2373814"/>
                </a:lnTo>
                <a:lnTo>
                  <a:pt x="2186291" y="2367603"/>
                </a:lnTo>
                <a:lnTo>
                  <a:pt x="2188621" y="2366051"/>
                </a:lnTo>
                <a:lnTo>
                  <a:pt x="2191729" y="2364498"/>
                </a:lnTo>
                <a:lnTo>
                  <a:pt x="2194059" y="2367603"/>
                </a:lnTo>
                <a:lnTo>
                  <a:pt x="2196389" y="2372261"/>
                </a:lnTo>
                <a:lnTo>
                  <a:pt x="2198720" y="2365274"/>
                </a:lnTo>
                <a:lnTo>
                  <a:pt x="2201050" y="2364498"/>
                </a:lnTo>
                <a:lnTo>
                  <a:pt x="2203381" y="2369932"/>
                </a:lnTo>
                <a:lnTo>
                  <a:pt x="2205711" y="2366827"/>
                </a:lnTo>
                <a:lnTo>
                  <a:pt x="2208042" y="2368380"/>
                </a:lnTo>
                <a:lnTo>
                  <a:pt x="2211149" y="2366827"/>
                </a:lnTo>
                <a:lnTo>
                  <a:pt x="2213479" y="2363721"/>
                </a:lnTo>
                <a:lnTo>
                  <a:pt x="2215810" y="2372261"/>
                </a:lnTo>
                <a:lnTo>
                  <a:pt x="2218140" y="2369932"/>
                </a:lnTo>
                <a:lnTo>
                  <a:pt x="2220470" y="2369932"/>
                </a:lnTo>
                <a:lnTo>
                  <a:pt x="2222801" y="2369932"/>
                </a:lnTo>
                <a:lnTo>
                  <a:pt x="2225131" y="2363721"/>
                </a:lnTo>
                <a:lnTo>
                  <a:pt x="2227462" y="2368380"/>
                </a:lnTo>
                <a:lnTo>
                  <a:pt x="2229792" y="2368380"/>
                </a:lnTo>
                <a:lnTo>
                  <a:pt x="2232899" y="2367603"/>
                </a:lnTo>
                <a:lnTo>
                  <a:pt x="2235230" y="2368380"/>
                </a:lnTo>
                <a:lnTo>
                  <a:pt x="2237560" y="2366051"/>
                </a:lnTo>
                <a:lnTo>
                  <a:pt x="2239891" y="2370709"/>
                </a:lnTo>
                <a:lnTo>
                  <a:pt x="2242221" y="2365274"/>
                </a:lnTo>
                <a:lnTo>
                  <a:pt x="2244552" y="2362945"/>
                </a:lnTo>
                <a:lnTo>
                  <a:pt x="2246882" y="2369932"/>
                </a:lnTo>
                <a:lnTo>
                  <a:pt x="2249212" y="2365274"/>
                </a:lnTo>
                <a:lnTo>
                  <a:pt x="2251543" y="2370709"/>
                </a:lnTo>
                <a:lnTo>
                  <a:pt x="2254650" y="2366827"/>
                </a:lnTo>
                <a:lnTo>
                  <a:pt x="2256980" y="2368380"/>
                </a:lnTo>
                <a:lnTo>
                  <a:pt x="2259311" y="2364498"/>
                </a:lnTo>
                <a:lnTo>
                  <a:pt x="2261641" y="2366827"/>
                </a:lnTo>
                <a:lnTo>
                  <a:pt x="2263972" y="2368380"/>
                </a:lnTo>
                <a:lnTo>
                  <a:pt x="2266302" y="2362169"/>
                </a:lnTo>
                <a:lnTo>
                  <a:pt x="2268633" y="2370709"/>
                </a:lnTo>
                <a:lnTo>
                  <a:pt x="2270963" y="2366827"/>
                </a:lnTo>
                <a:lnTo>
                  <a:pt x="2273293" y="2371485"/>
                </a:lnTo>
                <a:lnTo>
                  <a:pt x="2276401" y="2364498"/>
                </a:lnTo>
                <a:lnTo>
                  <a:pt x="2278731" y="2373038"/>
                </a:lnTo>
                <a:lnTo>
                  <a:pt x="2281062" y="2362945"/>
                </a:lnTo>
                <a:lnTo>
                  <a:pt x="2283392" y="2369932"/>
                </a:lnTo>
                <a:lnTo>
                  <a:pt x="2285722" y="2362169"/>
                </a:lnTo>
                <a:lnTo>
                  <a:pt x="2288053" y="2370709"/>
                </a:lnTo>
                <a:lnTo>
                  <a:pt x="2290383" y="2366051"/>
                </a:lnTo>
                <a:lnTo>
                  <a:pt x="2292714" y="2367603"/>
                </a:lnTo>
                <a:lnTo>
                  <a:pt x="2295044" y="2373038"/>
                </a:lnTo>
                <a:lnTo>
                  <a:pt x="2298151" y="2369932"/>
                </a:lnTo>
                <a:lnTo>
                  <a:pt x="2300482" y="2365274"/>
                </a:lnTo>
                <a:lnTo>
                  <a:pt x="2302812" y="2370709"/>
                </a:lnTo>
                <a:lnTo>
                  <a:pt x="2305143" y="2365274"/>
                </a:lnTo>
                <a:lnTo>
                  <a:pt x="2307473" y="2372261"/>
                </a:lnTo>
                <a:lnTo>
                  <a:pt x="2309803" y="2363721"/>
                </a:lnTo>
                <a:lnTo>
                  <a:pt x="2312134" y="2369932"/>
                </a:lnTo>
                <a:lnTo>
                  <a:pt x="2314464" y="2371485"/>
                </a:lnTo>
                <a:lnTo>
                  <a:pt x="2316795" y="2370709"/>
                </a:lnTo>
                <a:lnTo>
                  <a:pt x="2319902" y="2367603"/>
                </a:lnTo>
                <a:lnTo>
                  <a:pt x="2322232" y="2370709"/>
                </a:lnTo>
                <a:lnTo>
                  <a:pt x="2324563" y="2363721"/>
                </a:lnTo>
                <a:lnTo>
                  <a:pt x="2326893" y="2373038"/>
                </a:lnTo>
                <a:lnTo>
                  <a:pt x="2329224" y="2360616"/>
                </a:lnTo>
                <a:lnTo>
                  <a:pt x="2331554" y="2366051"/>
                </a:lnTo>
                <a:lnTo>
                  <a:pt x="2333885" y="2369932"/>
                </a:lnTo>
                <a:lnTo>
                  <a:pt x="2336215" y="2369932"/>
                </a:lnTo>
                <a:lnTo>
                  <a:pt x="2339322" y="2368380"/>
                </a:lnTo>
                <a:lnTo>
                  <a:pt x="2341653" y="2365274"/>
                </a:lnTo>
                <a:lnTo>
                  <a:pt x="2343983" y="2368380"/>
                </a:lnTo>
                <a:lnTo>
                  <a:pt x="2346313" y="2371485"/>
                </a:lnTo>
                <a:lnTo>
                  <a:pt x="2348675" y="2369156"/>
                </a:lnTo>
                <a:lnTo>
                  <a:pt x="2351005" y="2372261"/>
                </a:lnTo>
                <a:lnTo>
                  <a:pt x="2353336" y="2369156"/>
                </a:lnTo>
                <a:lnTo>
                  <a:pt x="2355666" y="2370709"/>
                </a:lnTo>
                <a:lnTo>
                  <a:pt x="2357997" y="2369932"/>
                </a:lnTo>
                <a:lnTo>
                  <a:pt x="2361104" y="2369932"/>
                </a:lnTo>
                <a:lnTo>
                  <a:pt x="2363434" y="2371485"/>
                </a:lnTo>
                <a:lnTo>
                  <a:pt x="2365765" y="2364498"/>
                </a:lnTo>
                <a:lnTo>
                  <a:pt x="2368095" y="2369156"/>
                </a:lnTo>
                <a:lnTo>
                  <a:pt x="2370426" y="2365274"/>
                </a:lnTo>
                <a:lnTo>
                  <a:pt x="2372756" y="2368380"/>
                </a:lnTo>
                <a:lnTo>
                  <a:pt x="2375086" y="2367603"/>
                </a:lnTo>
                <a:lnTo>
                  <a:pt x="2377417" y="2366827"/>
                </a:lnTo>
                <a:lnTo>
                  <a:pt x="2379747" y="2364498"/>
                </a:lnTo>
                <a:lnTo>
                  <a:pt x="2382855" y="2369156"/>
                </a:lnTo>
                <a:lnTo>
                  <a:pt x="2385185" y="2363721"/>
                </a:lnTo>
                <a:lnTo>
                  <a:pt x="2387515" y="2371485"/>
                </a:lnTo>
                <a:lnTo>
                  <a:pt x="2389846" y="2371485"/>
                </a:lnTo>
                <a:lnTo>
                  <a:pt x="2392176" y="2370709"/>
                </a:lnTo>
                <a:lnTo>
                  <a:pt x="2394507" y="2369932"/>
                </a:lnTo>
                <a:lnTo>
                  <a:pt x="2396837" y="2373814"/>
                </a:lnTo>
                <a:lnTo>
                  <a:pt x="2399168" y="2371485"/>
                </a:lnTo>
                <a:lnTo>
                  <a:pt x="2401498" y="2373038"/>
                </a:lnTo>
                <a:lnTo>
                  <a:pt x="2404605" y="2369156"/>
                </a:lnTo>
                <a:lnTo>
                  <a:pt x="2406936" y="2369932"/>
                </a:lnTo>
                <a:lnTo>
                  <a:pt x="2409266" y="2367603"/>
                </a:lnTo>
                <a:lnTo>
                  <a:pt x="2411596" y="2369156"/>
                </a:lnTo>
                <a:lnTo>
                  <a:pt x="2413927" y="2367603"/>
                </a:lnTo>
                <a:lnTo>
                  <a:pt x="2416257" y="2370709"/>
                </a:lnTo>
                <a:lnTo>
                  <a:pt x="2418588" y="2373814"/>
                </a:lnTo>
                <a:lnTo>
                  <a:pt x="2420918" y="2364498"/>
                </a:lnTo>
                <a:lnTo>
                  <a:pt x="2423249" y="2368380"/>
                </a:lnTo>
                <a:lnTo>
                  <a:pt x="2426356" y="2368380"/>
                </a:lnTo>
                <a:lnTo>
                  <a:pt x="2428686" y="2369156"/>
                </a:lnTo>
                <a:lnTo>
                  <a:pt x="2431017" y="2365274"/>
                </a:lnTo>
                <a:lnTo>
                  <a:pt x="2433347" y="2366827"/>
                </a:lnTo>
                <a:lnTo>
                  <a:pt x="2435678" y="2371485"/>
                </a:lnTo>
                <a:lnTo>
                  <a:pt x="2438008" y="2369932"/>
                </a:lnTo>
                <a:lnTo>
                  <a:pt x="2440338" y="2373038"/>
                </a:lnTo>
                <a:lnTo>
                  <a:pt x="2442669" y="2372261"/>
                </a:lnTo>
                <a:lnTo>
                  <a:pt x="2444999" y="2369932"/>
                </a:lnTo>
                <a:lnTo>
                  <a:pt x="2448106" y="2369156"/>
                </a:lnTo>
                <a:lnTo>
                  <a:pt x="2450437" y="2372261"/>
                </a:lnTo>
                <a:lnTo>
                  <a:pt x="2452767" y="2370709"/>
                </a:lnTo>
                <a:lnTo>
                  <a:pt x="2455098" y="2369156"/>
                </a:lnTo>
                <a:lnTo>
                  <a:pt x="2457428" y="2367603"/>
                </a:lnTo>
                <a:lnTo>
                  <a:pt x="2459759" y="2368380"/>
                </a:lnTo>
                <a:lnTo>
                  <a:pt x="2462089" y="2366827"/>
                </a:lnTo>
                <a:lnTo>
                  <a:pt x="2464419" y="2371485"/>
                </a:lnTo>
                <a:lnTo>
                  <a:pt x="2467527" y="2371485"/>
                </a:lnTo>
                <a:lnTo>
                  <a:pt x="2469857" y="2369156"/>
                </a:lnTo>
                <a:lnTo>
                  <a:pt x="2472188" y="2368380"/>
                </a:lnTo>
                <a:lnTo>
                  <a:pt x="2474518" y="2366827"/>
                </a:lnTo>
                <a:lnTo>
                  <a:pt x="2476848" y="2367603"/>
                </a:lnTo>
                <a:lnTo>
                  <a:pt x="2479179" y="2370709"/>
                </a:lnTo>
                <a:lnTo>
                  <a:pt x="2481509" y="2369156"/>
                </a:lnTo>
                <a:lnTo>
                  <a:pt x="2483840" y="2370709"/>
                </a:lnTo>
                <a:lnTo>
                  <a:pt x="2486170" y="2369932"/>
                </a:lnTo>
                <a:lnTo>
                  <a:pt x="2489277" y="2367603"/>
                </a:lnTo>
                <a:lnTo>
                  <a:pt x="2491608" y="2365274"/>
                </a:lnTo>
                <a:lnTo>
                  <a:pt x="2493938" y="2369932"/>
                </a:lnTo>
                <a:lnTo>
                  <a:pt x="2496269" y="2369932"/>
                </a:lnTo>
                <a:lnTo>
                  <a:pt x="2498599" y="2374590"/>
                </a:lnTo>
                <a:lnTo>
                  <a:pt x="2500929" y="2369932"/>
                </a:lnTo>
                <a:lnTo>
                  <a:pt x="2503260" y="2371485"/>
                </a:lnTo>
                <a:lnTo>
                  <a:pt x="2505590" y="2369932"/>
                </a:lnTo>
                <a:lnTo>
                  <a:pt x="2507921" y="2366827"/>
                </a:lnTo>
                <a:lnTo>
                  <a:pt x="2511028" y="2369932"/>
                </a:lnTo>
                <a:lnTo>
                  <a:pt x="2513389" y="2370709"/>
                </a:lnTo>
                <a:lnTo>
                  <a:pt x="2515720" y="2374590"/>
                </a:lnTo>
                <a:lnTo>
                  <a:pt x="2518050" y="2369932"/>
                </a:lnTo>
                <a:lnTo>
                  <a:pt x="2520381" y="2370709"/>
                </a:lnTo>
                <a:lnTo>
                  <a:pt x="2522711" y="2373814"/>
                </a:lnTo>
                <a:lnTo>
                  <a:pt x="2525042" y="2372261"/>
                </a:lnTo>
                <a:lnTo>
                  <a:pt x="2527372" y="2369932"/>
                </a:lnTo>
                <a:lnTo>
                  <a:pt x="2529702" y="2369932"/>
                </a:lnTo>
                <a:lnTo>
                  <a:pt x="2532810" y="2371485"/>
                </a:lnTo>
                <a:lnTo>
                  <a:pt x="2535140" y="2372261"/>
                </a:lnTo>
                <a:lnTo>
                  <a:pt x="2537471" y="2368380"/>
                </a:lnTo>
                <a:lnTo>
                  <a:pt x="2539801" y="2369156"/>
                </a:lnTo>
                <a:lnTo>
                  <a:pt x="2542131" y="2369932"/>
                </a:lnTo>
                <a:lnTo>
                  <a:pt x="2544462" y="2369156"/>
                </a:lnTo>
                <a:lnTo>
                  <a:pt x="2546792" y="2370709"/>
                </a:lnTo>
                <a:lnTo>
                  <a:pt x="2549123" y="2365274"/>
                </a:lnTo>
                <a:lnTo>
                  <a:pt x="2551453" y="2366051"/>
                </a:lnTo>
                <a:lnTo>
                  <a:pt x="2554560" y="2365274"/>
                </a:lnTo>
                <a:lnTo>
                  <a:pt x="2556891" y="2375367"/>
                </a:lnTo>
                <a:lnTo>
                  <a:pt x="2559221" y="2366051"/>
                </a:lnTo>
                <a:lnTo>
                  <a:pt x="2561552" y="2373814"/>
                </a:lnTo>
                <a:lnTo>
                  <a:pt x="2563882" y="2367603"/>
                </a:lnTo>
                <a:lnTo>
                  <a:pt x="2566212" y="2364498"/>
                </a:lnTo>
                <a:lnTo>
                  <a:pt x="2568543" y="2372261"/>
                </a:lnTo>
                <a:lnTo>
                  <a:pt x="2570873" y="2366827"/>
                </a:lnTo>
                <a:lnTo>
                  <a:pt x="2573204" y="2364498"/>
                </a:lnTo>
                <a:lnTo>
                  <a:pt x="2576311" y="2373038"/>
                </a:lnTo>
                <a:lnTo>
                  <a:pt x="2578641" y="2362169"/>
                </a:lnTo>
                <a:lnTo>
                  <a:pt x="2580972" y="2360616"/>
                </a:lnTo>
                <a:lnTo>
                  <a:pt x="2583302" y="2360616"/>
                </a:lnTo>
                <a:lnTo>
                  <a:pt x="2585633" y="2359063"/>
                </a:lnTo>
                <a:lnTo>
                  <a:pt x="2587963" y="2283726"/>
                </a:lnTo>
                <a:lnTo>
                  <a:pt x="2590294" y="2169581"/>
                </a:lnTo>
                <a:lnTo>
                  <a:pt x="2592624" y="2261988"/>
                </a:lnTo>
                <a:lnTo>
                  <a:pt x="2595731" y="2328009"/>
                </a:lnTo>
                <a:lnTo>
                  <a:pt x="2598062" y="2280620"/>
                </a:lnTo>
                <a:lnTo>
                  <a:pt x="2600392" y="2274410"/>
                </a:lnTo>
                <a:lnTo>
                  <a:pt x="2602722" y="2342760"/>
                </a:lnTo>
                <a:lnTo>
                  <a:pt x="2605053" y="2358287"/>
                </a:lnTo>
                <a:lnTo>
                  <a:pt x="2607383" y="2367603"/>
                </a:lnTo>
                <a:lnTo>
                  <a:pt x="2609714" y="2369156"/>
                </a:lnTo>
                <a:lnTo>
                  <a:pt x="2612044" y="2368380"/>
                </a:lnTo>
                <a:lnTo>
                  <a:pt x="2614375" y="2365274"/>
                </a:lnTo>
                <a:lnTo>
                  <a:pt x="2617482" y="2366051"/>
                </a:lnTo>
                <a:lnTo>
                  <a:pt x="2619812" y="2367603"/>
                </a:lnTo>
                <a:lnTo>
                  <a:pt x="2622143" y="2370709"/>
                </a:lnTo>
                <a:lnTo>
                  <a:pt x="2624473" y="2370709"/>
                </a:lnTo>
                <a:lnTo>
                  <a:pt x="2626804" y="2363721"/>
                </a:lnTo>
                <a:lnTo>
                  <a:pt x="2629134" y="2369156"/>
                </a:lnTo>
                <a:lnTo>
                  <a:pt x="2631464" y="2371485"/>
                </a:lnTo>
                <a:lnTo>
                  <a:pt x="2633795" y="2372261"/>
                </a:lnTo>
                <a:lnTo>
                  <a:pt x="2636125" y="2371485"/>
                </a:lnTo>
                <a:lnTo>
                  <a:pt x="2639232" y="2370709"/>
                </a:lnTo>
                <a:lnTo>
                  <a:pt x="2641563" y="2369156"/>
                </a:lnTo>
                <a:lnTo>
                  <a:pt x="2643893" y="2369156"/>
                </a:lnTo>
                <a:lnTo>
                  <a:pt x="2646224" y="2369932"/>
                </a:lnTo>
                <a:lnTo>
                  <a:pt x="2648554" y="2370709"/>
                </a:lnTo>
                <a:lnTo>
                  <a:pt x="2650885" y="2369156"/>
                </a:lnTo>
                <a:lnTo>
                  <a:pt x="2653215" y="2370709"/>
                </a:lnTo>
                <a:lnTo>
                  <a:pt x="2655545" y="2372261"/>
                </a:lnTo>
                <a:lnTo>
                  <a:pt x="2657876" y="2369156"/>
                </a:lnTo>
                <a:lnTo>
                  <a:pt x="2660983" y="2370709"/>
                </a:lnTo>
                <a:lnTo>
                  <a:pt x="2663314" y="2370709"/>
                </a:lnTo>
                <a:lnTo>
                  <a:pt x="2665644" y="2370709"/>
                </a:lnTo>
                <a:lnTo>
                  <a:pt x="2667974" y="2370709"/>
                </a:lnTo>
                <a:lnTo>
                  <a:pt x="2670305" y="2370709"/>
                </a:lnTo>
                <a:lnTo>
                  <a:pt x="2672635" y="2368380"/>
                </a:lnTo>
                <a:lnTo>
                  <a:pt x="2674966" y="2370709"/>
                </a:lnTo>
                <a:lnTo>
                  <a:pt x="2677296" y="2365274"/>
                </a:lnTo>
                <a:lnTo>
                  <a:pt x="2679626" y="2366827"/>
                </a:lnTo>
                <a:lnTo>
                  <a:pt x="2682754" y="2369932"/>
                </a:lnTo>
                <a:lnTo>
                  <a:pt x="2685085" y="2369932"/>
                </a:lnTo>
                <a:lnTo>
                  <a:pt x="2687415" y="2367603"/>
                </a:lnTo>
                <a:lnTo>
                  <a:pt x="2689746" y="2367603"/>
                </a:lnTo>
                <a:lnTo>
                  <a:pt x="2692076" y="2369932"/>
                </a:lnTo>
                <a:lnTo>
                  <a:pt x="2694407" y="2370709"/>
                </a:lnTo>
                <a:lnTo>
                  <a:pt x="2696737" y="2372261"/>
                </a:lnTo>
                <a:lnTo>
                  <a:pt x="2699067" y="2369932"/>
                </a:lnTo>
                <a:lnTo>
                  <a:pt x="2701398" y="2370709"/>
                </a:lnTo>
                <a:lnTo>
                  <a:pt x="2704505" y="2371485"/>
                </a:lnTo>
                <a:lnTo>
                  <a:pt x="2706836" y="2370709"/>
                </a:lnTo>
                <a:lnTo>
                  <a:pt x="2709166" y="2371485"/>
                </a:lnTo>
                <a:lnTo>
                  <a:pt x="2711496" y="2363721"/>
                </a:lnTo>
                <a:lnTo>
                  <a:pt x="2713827" y="2371485"/>
                </a:lnTo>
                <a:lnTo>
                  <a:pt x="2716157" y="2366051"/>
                </a:lnTo>
                <a:lnTo>
                  <a:pt x="2718488" y="2367603"/>
                </a:lnTo>
                <a:lnTo>
                  <a:pt x="2720818" y="2369932"/>
                </a:lnTo>
                <a:lnTo>
                  <a:pt x="2723925" y="2364498"/>
                </a:lnTo>
                <a:lnTo>
                  <a:pt x="2726256" y="2370709"/>
                </a:lnTo>
                <a:lnTo>
                  <a:pt x="2728586" y="2368380"/>
                </a:lnTo>
                <a:lnTo>
                  <a:pt x="2730917" y="2369932"/>
                </a:lnTo>
                <a:lnTo>
                  <a:pt x="2733247" y="2371485"/>
                </a:lnTo>
                <a:lnTo>
                  <a:pt x="2735577" y="2362169"/>
                </a:lnTo>
                <a:lnTo>
                  <a:pt x="2737908" y="2372261"/>
                </a:lnTo>
                <a:lnTo>
                  <a:pt x="2740238" y="2364498"/>
                </a:lnTo>
                <a:lnTo>
                  <a:pt x="2742569" y="2369156"/>
                </a:lnTo>
                <a:lnTo>
                  <a:pt x="2745676" y="2369932"/>
                </a:lnTo>
                <a:lnTo>
                  <a:pt x="2748006" y="2368380"/>
                </a:lnTo>
                <a:lnTo>
                  <a:pt x="2750337" y="2371485"/>
                </a:lnTo>
                <a:lnTo>
                  <a:pt x="2752667" y="2368380"/>
                </a:lnTo>
                <a:lnTo>
                  <a:pt x="2754998" y="2368380"/>
                </a:lnTo>
                <a:lnTo>
                  <a:pt x="2757328" y="2368380"/>
                </a:lnTo>
                <a:lnTo>
                  <a:pt x="2759658" y="2368380"/>
                </a:lnTo>
                <a:lnTo>
                  <a:pt x="2761989" y="2367603"/>
                </a:lnTo>
                <a:lnTo>
                  <a:pt x="2764319" y="2369156"/>
                </a:lnTo>
                <a:lnTo>
                  <a:pt x="2767427" y="2369932"/>
                </a:lnTo>
                <a:lnTo>
                  <a:pt x="2769757" y="2365274"/>
                </a:lnTo>
                <a:lnTo>
                  <a:pt x="2772087" y="2368380"/>
                </a:lnTo>
                <a:lnTo>
                  <a:pt x="2774418" y="2372261"/>
                </a:lnTo>
                <a:lnTo>
                  <a:pt x="2776748" y="2369156"/>
                </a:lnTo>
                <a:lnTo>
                  <a:pt x="2779079" y="2371485"/>
                </a:lnTo>
                <a:lnTo>
                  <a:pt x="2781409" y="2366051"/>
                </a:lnTo>
                <a:lnTo>
                  <a:pt x="2783740" y="2361392"/>
                </a:lnTo>
                <a:lnTo>
                  <a:pt x="2786070" y="2359840"/>
                </a:lnTo>
                <a:lnTo>
                  <a:pt x="2789177" y="2348971"/>
                </a:lnTo>
                <a:lnTo>
                  <a:pt x="2798499" y="2167252"/>
                </a:lnTo>
                <a:lnTo>
                  <a:pt x="2800829" y="1771228"/>
                </a:lnTo>
                <a:lnTo>
                  <a:pt x="2803160" y="2039899"/>
                </a:lnTo>
                <a:lnTo>
                  <a:pt x="2805490" y="2285279"/>
                </a:lnTo>
                <a:lnTo>
                  <a:pt x="2807821" y="2206090"/>
                </a:lnTo>
                <a:lnTo>
                  <a:pt x="2810928" y="2067878"/>
                </a:lnTo>
                <a:lnTo>
                  <a:pt x="2813258" y="2244908"/>
                </a:lnTo>
                <a:lnTo>
                  <a:pt x="2815589" y="2335773"/>
                </a:lnTo>
                <a:lnTo>
                  <a:pt x="2817919" y="2360616"/>
                </a:lnTo>
                <a:lnTo>
                  <a:pt x="2820250" y="2359840"/>
                </a:lnTo>
                <a:lnTo>
                  <a:pt x="2822580" y="2364498"/>
                </a:lnTo>
                <a:lnTo>
                  <a:pt x="2824910" y="2366051"/>
                </a:lnTo>
                <a:lnTo>
                  <a:pt x="2827241" y="2369932"/>
                </a:lnTo>
                <a:lnTo>
                  <a:pt x="2829571" y="2362945"/>
                </a:lnTo>
                <a:lnTo>
                  <a:pt x="2832678" y="2372261"/>
                </a:lnTo>
                <a:lnTo>
                  <a:pt x="2835009" y="2366827"/>
                </a:lnTo>
                <a:lnTo>
                  <a:pt x="2837339" y="2370709"/>
                </a:lnTo>
                <a:lnTo>
                  <a:pt x="2839670" y="2365274"/>
                </a:lnTo>
                <a:lnTo>
                  <a:pt x="2842000" y="2369156"/>
                </a:lnTo>
                <a:lnTo>
                  <a:pt x="2844331" y="2373038"/>
                </a:lnTo>
                <a:lnTo>
                  <a:pt x="2846682" y="2370709"/>
                </a:lnTo>
                <a:lnTo>
                  <a:pt x="2849012" y="2368380"/>
                </a:lnTo>
                <a:lnTo>
                  <a:pt x="2852119" y="2367603"/>
                </a:lnTo>
                <a:lnTo>
                  <a:pt x="2854450" y="2369932"/>
                </a:lnTo>
                <a:lnTo>
                  <a:pt x="2856780" y="2369156"/>
                </a:lnTo>
                <a:lnTo>
                  <a:pt x="2859111" y="2364498"/>
                </a:lnTo>
                <a:lnTo>
                  <a:pt x="2861441" y="2373038"/>
                </a:lnTo>
                <a:lnTo>
                  <a:pt x="2863772" y="2372261"/>
                </a:lnTo>
                <a:lnTo>
                  <a:pt x="2866102" y="2370709"/>
                </a:lnTo>
                <a:lnTo>
                  <a:pt x="2868432" y="2368380"/>
                </a:lnTo>
                <a:lnTo>
                  <a:pt x="2870763" y="2373814"/>
                </a:lnTo>
                <a:lnTo>
                  <a:pt x="2873870" y="2370709"/>
                </a:lnTo>
                <a:lnTo>
                  <a:pt x="2876200" y="2367603"/>
                </a:lnTo>
                <a:lnTo>
                  <a:pt x="2878531" y="2366827"/>
                </a:lnTo>
                <a:lnTo>
                  <a:pt x="2880861" y="2368380"/>
                </a:lnTo>
                <a:lnTo>
                  <a:pt x="2883192" y="2368380"/>
                </a:lnTo>
                <a:lnTo>
                  <a:pt x="2885522" y="2366051"/>
                </a:lnTo>
                <a:lnTo>
                  <a:pt x="2887853" y="2370709"/>
                </a:lnTo>
                <a:lnTo>
                  <a:pt x="2890183" y="2368380"/>
                </a:lnTo>
                <a:lnTo>
                  <a:pt x="2892513" y="2371485"/>
                </a:lnTo>
                <a:lnTo>
                  <a:pt x="2895621" y="2370709"/>
                </a:lnTo>
                <a:lnTo>
                  <a:pt x="2897951" y="2372261"/>
                </a:lnTo>
                <a:lnTo>
                  <a:pt x="2900282" y="2370709"/>
                </a:lnTo>
                <a:lnTo>
                  <a:pt x="2902612" y="2370709"/>
                </a:lnTo>
                <a:lnTo>
                  <a:pt x="2904942" y="2369156"/>
                </a:lnTo>
                <a:lnTo>
                  <a:pt x="2907273" y="2369932"/>
                </a:lnTo>
                <a:lnTo>
                  <a:pt x="2909603" y="2370709"/>
                </a:lnTo>
                <a:lnTo>
                  <a:pt x="2911934" y="2369932"/>
                </a:lnTo>
                <a:lnTo>
                  <a:pt x="2914264" y="2365274"/>
                </a:lnTo>
                <a:lnTo>
                  <a:pt x="2917371" y="2368380"/>
                </a:lnTo>
                <a:lnTo>
                  <a:pt x="2919702" y="2371485"/>
                </a:lnTo>
                <a:lnTo>
                  <a:pt x="2922032" y="2371485"/>
                </a:lnTo>
                <a:lnTo>
                  <a:pt x="2924363" y="2373814"/>
                </a:lnTo>
                <a:lnTo>
                  <a:pt x="2926693" y="2370709"/>
                </a:lnTo>
                <a:lnTo>
                  <a:pt x="2929023" y="2371485"/>
                </a:lnTo>
                <a:lnTo>
                  <a:pt x="2931354" y="2370709"/>
                </a:lnTo>
                <a:lnTo>
                  <a:pt x="2933684" y="2368380"/>
                </a:lnTo>
                <a:lnTo>
                  <a:pt x="2936015" y="2365274"/>
                </a:lnTo>
                <a:lnTo>
                  <a:pt x="2939122" y="2366827"/>
                </a:lnTo>
                <a:lnTo>
                  <a:pt x="2941452" y="2367603"/>
                </a:lnTo>
                <a:lnTo>
                  <a:pt x="2943783" y="2369932"/>
                </a:lnTo>
                <a:lnTo>
                  <a:pt x="2946113" y="2370709"/>
                </a:lnTo>
                <a:lnTo>
                  <a:pt x="2948444" y="2365274"/>
                </a:lnTo>
                <a:lnTo>
                  <a:pt x="2950774" y="2371485"/>
                </a:lnTo>
                <a:lnTo>
                  <a:pt x="2953105" y="2370709"/>
                </a:lnTo>
                <a:lnTo>
                  <a:pt x="2955435" y="2371485"/>
                </a:lnTo>
                <a:lnTo>
                  <a:pt x="2957765" y="2366827"/>
                </a:lnTo>
                <a:lnTo>
                  <a:pt x="2960873" y="2371485"/>
                </a:lnTo>
                <a:lnTo>
                  <a:pt x="2963203" y="2369932"/>
                </a:lnTo>
                <a:lnTo>
                  <a:pt x="2965533" y="2373814"/>
                </a:lnTo>
                <a:lnTo>
                  <a:pt x="2967864" y="2373038"/>
                </a:lnTo>
                <a:lnTo>
                  <a:pt x="2970194" y="2369156"/>
                </a:lnTo>
                <a:lnTo>
                  <a:pt x="2972525" y="2373038"/>
                </a:lnTo>
                <a:lnTo>
                  <a:pt x="2974855" y="2367603"/>
                </a:lnTo>
                <a:lnTo>
                  <a:pt x="2977186" y="2366051"/>
                </a:lnTo>
                <a:lnTo>
                  <a:pt x="2980293" y="2366051"/>
                </a:lnTo>
                <a:lnTo>
                  <a:pt x="2982623" y="2373814"/>
                </a:lnTo>
                <a:lnTo>
                  <a:pt x="2984954" y="2367603"/>
                </a:lnTo>
                <a:lnTo>
                  <a:pt x="2987284" y="2365274"/>
                </a:lnTo>
                <a:lnTo>
                  <a:pt x="2989615" y="2366051"/>
                </a:lnTo>
                <a:lnTo>
                  <a:pt x="2991945" y="2362945"/>
                </a:lnTo>
                <a:lnTo>
                  <a:pt x="2994275" y="2362169"/>
                </a:lnTo>
                <a:lnTo>
                  <a:pt x="2996606" y="2352853"/>
                </a:lnTo>
                <a:lnTo>
                  <a:pt x="2998936" y="2348194"/>
                </a:lnTo>
                <a:lnTo>
                  <a:pt x="3002043" y="2309346"/>
                </a:lnTo>
                <a:lnTo>
                  <a:pt x="3004374" y="2027477"/>
                </a:lnTo>
                <a:lnTo>
                  <a:pt x="3006704" y="2002634"/>
                </a:lnTo>
                <a:lnTo>
                  <a:pt x="3009035" y="2262764"/>
                </a:lnTo>
                <a:lnTo>
                  <a:pt x="3011365" y="2314780"/>
                </a:lnTo>
                <a:lnTo>
                  <a:pt x="3013727" y="2216959"/>
                </a:lnTo>
                <a:lnTo>
                  <a:pt x="3016057" y="2168805"/>
                </a:lnTo>
                <a:lnTo>
                  <a:pt x="3018388" y="2306240"/>
                </a:lnTo>
                <a:lnTo>
                  <a:pt x="3020718" y="2359063"/>
                </a:lnTo>
                <a:lnTo>
                  <a:pt x="3023825" y="2363721"/>
                </a:lnTo>
                <a:lnTo>
                  <a:pt x="3026156" y="2363721"/>
                </a:lnTo>
                <a:lnTo>
                  <a:pt x="3028486" y="2369156"/>
                </a:lnTo>
                <a:lnTo>
                  <a:pt x="3030816" y="2370709"/>
                </a:lnTo>
                <a:lnTo>
                  <a:pt x="3033147" y="2364498"/>
                </a:lnTo>
                <a:lnTo>
                  <a:pt x="3035477" y="2367603"/>
                </a:lnTo>
                <a:lnTo>
                  <a:pt x="3037808" y="2367603"/>
                </a:lnTo>
                <a:lnTo>
                  <a:pt x="3040138" y="2368380"/>
                </a:lnTo>
                <a:lnTo>
                  <a:pt x="3042469" y="2370709"/>
                </a:lnTo>
                <a:lnTo>
                  <a:pt x="3045576" y="2369932"/>
                </a:lnTo>
                <a:lnTo>
                  <a:pt x="3047906" y="2362169"/>
                </a:lnTo>
                <a:lnTo>
                  <a:pt x="3050237" y="2369156"/>
                </a:lnTo>
                <a:lnTo>
                  <a:pt x="3052567" y="2369932"/>
                </a:lnTo>
                <a:lnTo>
                  <a:pt x="3054898" y="2366051"/>
                </a:lnTo>
                <a:lnTo>
                  <a:pt x="3057228" y="2367603"/>
                </a:lnTo>
                <a:lnTo>
                  <a:pt x="3059558" y="2365274"/>
                </a:lnTo>
                <a:lnTo>
                  <a:pt x="3061889" y="2368380"/>
                </a:lnTo>
                <a:lnTo>
                  <a:pt x="3064219" y="2373814"/>
                </a:lnTo>
                <a:lnTo>
                  <a:pt x="3067326" y="2369932"/>
                </a:lnTo>
                <a:lnTo>
                  <a:pt x="3069657" y="2369156"/>
                </a:lnTo>
                <a:lnTo>
                  <a:pt x="3071987" y="2368380"/>
                </a:lnTo>
                <a:lnTo>
                  <a:pt x="3074318" y="2366827"/>
                </a:lnTo>
                <a:lnTo>
                  <a:pt x="3076648" y="2368380"/>
                </a:lnTo>
                <a:lnTo>
                  <a:pt x="3078979" y="2369156"/>
                </a:lnTo>
                <a:lnTo>
                  <a:pt x="3081309" y="2376143"/>
                </a:lnTo>
                <a:lnTo>
                  <a:pt x="3083639" y="2368380"/>
                </a:lnTo>
                <a:lnTo>
                  <a:pt x="3086747" y="2371485"/>
                </a:lnTo>
                <a:lnTo>
                  <a:pt x="3089077" y="2365274"/>
                </a:lnTo>
                <a:lnTo>
                  <a:pt x="3091408" y="2373038"/>
                </a:lnTo>
                <a:lnTo>
                  <a:pt x="3093738" y="2369932"/>
                </a:lnTo>
                <a:lnTo>
                  <a:pt x="3096068" y="2369932"/>
                </a:lnTo>
                <a:lnTo>
                  <a:pt x="3098399" y="2373814"/>
                </a:lnTo>
                <a:lnTo>
                  <a:pt x="3100729" y="2369156"/>
                </a:lnTo>
                <a:lnTo>
                  <a:pt x="3103060" y="2372261"/>
                </a:lnTo>
                <a:lnTo>
                  <a:pt x="3105390" y="2371485"/>
                </a:lnTo>
                <a:lnTo>
                  <a:pt x="3108497" y="2369156"/>
                </a:lnTo>
                <a:lnTo>
                  <a:pt x="3110828" y="2369932"/>
                </a:lnTo>
                <a:lnTo>
                  <a:pt x="3113158" y="2364498"/>
                </a:lnTo>
                <a:lnTo>
                  <a:pt x="3115489" y="2369932"/>
                </a:lnTo>
                <a:lnTo>
                  <a:pt x="3117819" y="2370709"/>
                </a:lnTo>
                <a:lnTo>
                  <a:pt x="3120149" y="2369932"/>
                </a:lnTo>
                <a:lnTo>
                  <a:pt x="3122480" y="2366051"/>
                </a:lnTo>
                <a:lnTo>
                  <a:pt x="3124810" y="2371485"/>
                </a:lnTo>
                <a:lnTo>
                  <a:pt x="3127141" y="2370709"/>
                </a:lnTo>
                <a:lnTo>
                  <a:pt x="3130248" y="2364498"/>
                </a:lnTo>
                <a:lnTo>
                  <a:pt x="3132578" y="2367603"/>
                </a:lnTo>
                <a:lnTo>
                  <a:pt x="3134909" y="2371485"/>
                </a:lnTo>
                <a:lnTo>
                  <a:pt x="3137239" y="2373038"/>
                </a:lnTo>
                <a:lnTo>
                  <a:pt x="3139570" y="2373038"/>
                </a:lnTo>
                <a:lnTo>
                  <a:pt x="3141900" y="2369156"/>
                </a:lnTo>
                <a:lnTo>
                  <a:pt x="3144231" y="2369932"/>
                </a:lnTo>
                <a:lnTo>
                  <a:pt x="3146561" y="2375367"/>
                </a:lnTo>
                <a:lnTo>
                  <a:pt x="3148891" y="2368380"/>
                </a:lnTo>
                <a:lnTo>
                  <a:pt x="3151999" y="2368380"/>
                </a:lnTo>
                <a:lnTo>
                  <a:pt x="3154329" y="2368380"/>
                </a:lnTo>
                <a:lnTo>
                  <a:pt x="3156659" y="2369932"/>
                </a:lnTo>
                <a:lnTo>
                  <a:pt x="3158990" y="2370709"/>
                </a:lnTo>
                <a:lnTo>
                  <a:pt x="3161320" y="2372261"/>
                </a:lnTo>
                <a:lnTo>
                  <a:pt x="3163651" y="2372261"/>
                </a:lnTo>
                <a:lnTo>
                  <a:pt x="3165981" y="2371485"/>
                </a:lnTo>
                <a:lnTo>
                  <a:pt x="3168312" y="2369932"/>
                </a:lnTo>
                <a:lnTo>
                  <a:pt x="3170642" y="2365274"/>
                </a:lnTo>
                <a:lnTo>
                  <a:pt x="3173749" y="2374590"/>
                </a:lnTo>
                <a:lnTo>
                  <a:pt x="3176080" y="2366051"/>
                </a:lnTo>
                <a:lnTo>
                  <a:pt x="3178410" y="2373814"/>
                </a:lnTo>
                <a:lnTo>
                  <a:pt x="3180761" y="2367603"/>
                </a:lnTo>
                <a:lnTo>
                  <a:pt x="3183092" y="2374590"/>
                </a:lnTo>
                <a:lnTo>
                  <a:pt x="3185422" y="2373038"/>
                </a:lnTo>
                <a:lnTo>
                  <a:pt x="3187752" y="2369156"/>
                </a:lnTo>
                <a:lnTo>
                  <a:pt x="3190083" y="2370709"/>
                </a:lnTo>
                <a:lnTo>
                  <a:pt x="3192413" y="2366051"/>
                </a:lnTo>
                <a:lnTo>
                  <a:pt x="3195521" y="2362945"/>
                </a:lnTo>
                <a:lnTo>
                  <a:pt x="3197851" y="2360616"/>
                </a:lnTo>
                <a:lnTo>
                  <a:pt x="3200181" y="2341207"/>
                </a:lnTo>
                <a:lnTo>
                  <a:pt x="3202512" y="2253448"/>
                </a:lnTo>
                <a:lnTo>
                  <a:pt x="3204842" y="2088064"/>
                </a:lnTo>
                <a:lnTo>
                  <a:pt x="3207173" y="2239474"/>
                </a:lnTo>
                <a:lnTo>
                  <a:pt x="3209503" y="2331891"/>
                </a:lnTo>
                <a:lnTo>
                  <a:pt x="3211834" y="2332667"/>
                </a:lnTo>
                <a:lnTo>
                  <a:pt x="3214941" y="2262764"/>
                </a:lnTo>
                <a:lnTo>
                  <a:pt x="3217271" y="2257330"/>
                </a:lnTo>
                <a:lnTo>
                  <a:pt x="3219602" y="2337325"/>
                </a:lnTo>
                <a:lnTo>
                  <a:pt x="3221932" y="2357511"/>
                </a:lnTo>
                <a:lnTo>
                  <a:pt x="3224262" y="2362945"/>
                </a:lnTo>
                <a:lnTo>
                  <a:pt x="3226593" y="2368380"/>
                </a:lnTo>
                <a:lnTo>
                  <a:pt x="3228923" y="2369156"/>
                </a:lnTo>
                <a:lnTo>
                  <a:pt x="3231254" y="2366827"/>
                </a:lnTo>
                <a:lnTo>
                  <a:pt x="3233584" y="2372261"/>
                </a:lnTo>
                <a:lnTo>
                  <a:pt x="3236691" y="2369932"/>
                </a:lnTo>
                <a:lnTo>
                  <a:pt x="3239022" y="2373814"/>
                </a:lnTo>
                <a:lnTo>
                  <a:pt x="3241352" y="2369932"/>
                </a:lnTo>
                <a:lnTo>
                  <a:pt x="3243683" y="2369932"/>
                </a:lnTo>
                <a:lnTo>
                  <a:pt x="3246013" y="2372261"/>
                </a:lnTo>
                <a:lnTo>
                  <a:pt x="3248344" y="2374590"/>
                </a:lnTo>
                <a:lnTo>
                  <a:pt x="3250674" y="2372261"/>
                </a:lnTo>
                <a:lnTo>
                  <a:pt x="3253004" y="2373038"/>
                </a:lnTo>
                <a:lnTo>
                  <a:pt x="3255335" y="2369932"/>
                </a:lnTo>
                <a:lnTo>
                  <a:pt x="3258442" y="2373038"/>
                </a:lnTo>
                <a:lnTo>
                  <a:pt x="3260772" y="2370709"/>
                </a:lnTo>
                <a:lnTo>
                  <a:pt x="3263103" y="2373038"/>
                </a:lnTo>
                <a:lnTo>
                  <a:pt x="3265433" y="2372261"/>
                </a:lnTo>
                <a:lnTo>
                  <a:pt x="3267764" y="2370709"/>
                </a:lnTo>
                <a:lnTo>
                  <a:pt x="3270094" y="2373814"/>
                </a:lnTo>
                <a:lnTo>
                  <a:pt x="3272425" y="2372261"/>
                </a:lnTo>
                <a:lnTo>
                  <a:pt x="3274755" y="2373814"/>
                </a:lnTo>
                <a:lnTo>
                  <a:pt x="3277085" y="2371485"/>
                </a:lnTo>
                <a:lnTo>
                  <a:pt x="3280193" y="2368380"/>
                </a:lnTo>
                <a:lnTo>
                  <a:pt x="3282523" y="2369932"/>
                </a:lnTo>
                <a:lnTo>
                  <a:pt x="3284854" y="2375367"/>
                </a:lnTo>
                <a:lnTo>
                  <a:pt x="3287184" y="2370709"/>
                </a:lnTo>
                <a:lnTo>
                  <a:pt x="3289514" y="2368380"/>
                </a:lnTo>
                <a:lnTo>
                  <a:pt x="3291845" y="2369156"/>
                </a:lnTo>
                <a:lnTo>
                  <a:pt x="3294175" y="2366827"/>
                </a:lnTo>
                <a:lnTo>
                  <a:pt x="3296506" y="2368380"/>
                </a:lnTo>
                <a:lnTo>
                  <a:pt x="3298836" y="2373814"/>
                </a:lnTo>
                <a:lnTo>
                  <a:pt x="3301943" y="2373814"/>
                </a:lnTo>
                <a:lnTo>
                  <a:pt x="3304274" y="2373814"/>
                </a:lnTo>
                <a:lnTo>
                  <a:pt x="3306604" y="2372261"/>
                </a:lnTo>
                <a:lnTo>
                  <a:pt x="3308935" y="2371485"/>
                </a:lnTo>
                <a:lnTo>
                  <a:pt x="3311265" y="2369156"/>
                </a:lnTo>
                <a:lnTo>
                  <a:pt x="3313595" y="2374590"/>
                </a:lnTo>
                <a:lnTo>
                  <a:pt x="3315926" y="2373038"/>
                </a:lnTo>
                <a:lnTo>
                  <a:pt x="3318256" y="2372261"/>
                </a:lnTo>
                <a:lnTo>
                  <a:pt x="3320587" y="2367603"/>
                </a:lnTo>
                <a:lnTo>
                  <a:pt x="3323694" y="2372261"/>
                </a:lnTo>
                <a:lnTo>
                  <a:pt x="3326024" y="2368380"/>
                </a:lnTo>
                <a:lnTo>
                  <a:pt x="3328355" y="2371485"/>
                </a:lnTo>
                <a:lnTo>
                  <a:pt x="3330685" y="2373814"/>
                </a:lnTo>
                <a:lnTo>
                  <a:pt x="3333016" y="2374590"/>
                </a:lnTo>
                <a:lnTo>
                  <a:pt x="3335346" y="2375367"/>
                </a:lnTo>
                <a:lnTo>
                  <a:pt x="3337677" y="2373814"/>
                </a:lnTo>
                <a:lnTo>
                  <a:pt x="3340007" y="2369932"/>
                </a:lnTo>
                <a:lnTo>
                  <a:pt x="3343114" y="2368380"/>
                </a:lnTo>
                <a:lnTo>
                  <a:pt x="3345445" y="2371485"/>
                </a:lnTo>
                <a:lnTo>
                  <a:pt x="3347806" y="2372261"/>
                </a:lnTo>
                <a:lnTo>
                  <a:pt x="3350137" y="2373038"/>
                </a:lnTo>
                <a:lnTo>
                  <a:pt x="3352467" y="2373038"/>
                </a:lnTo>
                <a:lnTo>
                  <a:pt x="3354797" y="2370709"/>
                </a:lnTo>
                <a:lnTo>
                  <a:pt x="3357128" y="2373038"/>
                </a:lnTo>
                <a:lnTo>
                  <a:pt x="3359458" y="2370709"/>
                </a:lnTo>
                <a:lnTo>
                  <a:pt x="3361789" y="2375367"/>
                </a:lnTo>
                <a:lnTo>
                  <a:pt x="3364896" y="2372261"/>
                </a:lnTo>
                <a:lnTo>
                  <a:pt x="3367226" y="2372261"/>
                </a:lnTo>
                <a:lnTo>
                  <a:pt x="3369557" y="2372261"/>
                </a:lnTo>
                <a:lnTo>
                  <a:pt x="3371887" y="2371485"/>
                </a:lnTo>
                <a:lnTo>
                  <a:pt x="3374218" y="2375367"/>
                </a:lnTo>
                <a:lnTo>
                  <a:pt x="3376548" y="2374590"/>
                </a:lnTo>
                <a:lnTo>
                  <a:pt x="3378878" y="2373814"/>
                </a:lnTo>
                <a:lnTo>
                  <a:pt x="3381209" y="2369932"/>
                </a:lnTo>
              </a:path>
              <a:path w="3408679" h="2376170">
                <a:moveTo>
                  <a:pt x="3381209" y="2369932"/>
                </a:moveTo>
                <a:lnTo>
                  <a:pt x="3383539" y="2366827"/>
                </a:lnTo>
                <a:lnTo>
                  <a:pt x="3386647" y="2370709"/>
                </a:lnTo>
                <a:lnTo>
                  <a:pt x="3388977" y="2369932"/>
                </a:lnTo>
                <a:lnTo>
                  <a:pt x="3391307" y="2373814"/>
                </a:lnTo>
                <a:lnTo>
                  <a:pt x="3393638" y="2373814"/>
                </a:lnTo>
                <a:lnTo>
                  <a:pt x="3395968" y="2363722"/>
                </a:lnTo>
                <a:lnTo>
                  <a:pt x="3398299" y="2352076"/>
                </a:lnTo>
                <a:lnTo>
                  <a:pt x="3400629" y="2321798"/>
                </a:lnTo>
                <a:lnTo>
                  <a:pt x="3402960" y="2342760"/>
                </a:lnTo>
                <a:lnTo>
                  <a:pt x="3405290" y="2365274"/>
                </a:lnTo>
                <a:lnTo>
                  <a:pt x="3408397" y="2366827"/>
                </a:lnTo>
              </a:path>
            </a:pathLst>
          </a:custGeom>
          <a:ln w="3882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488851" y="4168838"/>
            <a:ext cx="842010" cy="43434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12395">
              <a:lnSpc>
                <a:spcPct val="100000"/>
              </a:lnSpc>
              <a:spcBef>
                <a:spcPts val="459"/>
              </a:spcBef>
              <a:tabLst>
                <a:tab pos="598805" algn="l"/>
              </a:tabLst>
            </a:pPr>
            <a:r>
              <a:rPr dirty="0" sz="900" spc="-25">
                <a:latin typeface="Arial MT"/>
                <a:cs typeface="Arial MT"/>
              </a:rPr>
              <a:t>40</a:t>
            </a:r>
            <a:r>
              <a:rPr dirty="0" sz="900">
                <a:latin typeface="Arial MT"/>
                <a:cs typeface="Arial MT"/>
              </a:rPr>
              <a:t>	</a:t>
            </a:r>
            <a:r>
              <a:rPr dirty="0" sz="900" spc="-25">
                <a:latin typeface="Arial MT"/>
                <a:cs typeface="Arial MT"/>
              </a:rPr>
              <a:t>50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100">
                <a:latin typeface="Arial MT"/>
                <a:cs typeface="Arial MT"/>
              </a:rPr>
              <a:t>2Theta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(deg)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553856" y="2232082"/>
            <a:ext cx="185420" cy="929005"/>
          </a:xfrm>
          <a:prstGeom prst="rect">
            <a:avLst/>
          </a:prstGeom>
        </p:spPr>
        <p:txBody>
          <a:bodyPr wrap="square" lIns="0" tIns="19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00">
                <a:latin typeface="Arial MT"/>
                <a:cs typeface="Arial MT"/>
              </a:rPr>
              <a:t>Intensity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(a.u.)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436596" y="1489206"/>
            <a:ext cx="1076960" cy="147320"/>
            <a:chOff x="7436596" y="1489206"/>
            <a:chExt cx="1076960" cy="147320"/>
          </a:xfrm>
        </p:grpSpPr>
        <p:sp>
          <p:nvSpPr>
            <p:cNvPr id="24" name="object 24" descr=""/>
            <p:cNvSpPr/>
            <p:nvPr/>
          </p:nvSpPr>
          <p:spPr>
            <a:xfrm>
              <a:off x="7438537" y="1491147"/>
              <a:ext cx="1073150" cy="142875"/>
            </a:xfrm>
            <a:custGeom>
              <a:avLst/>
              <a:gdLst/>
              <a:ahLst/>
              <a:cxnLst/>
              <a:rect l="l" t="t" r="r" b="b"/>
              <a:pathLst>
                <a:path w="1073150" h="142875">
                  <a:moveTo>
                    <a:pt x="0" y="142870"/>
                  </a:moveTo>
                  <a:lnTo>
                    <a:pt x="1072927" y="142870"/>
                  </a:lnTo>
                  <a:lnTo>
                    <a:pt x="1072927" y="0"/>
                  </a:lnTo>
                  <a:lnTo>
                    <a:pt x="0" y="0"/>
                  </a:lnTo>
                  <a:lnTo>
                    <a:pt x="0" y="142870"/>
                  </a:lnTo>
                  <a:close/>
                </a:path>
              </a:pathLst>
            </a:custGeom>
            <a:ln w="38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452519" y="1562592"/>
              <a:ext cx="231775" cy="0"/>
            </a:xfrm>
            <a:custGeom>
              <a:avLst/>
              <a:gdLst/>
              <a:ahLst/>
              <a:cxnLst/>
              <a:rect l="l" t="t" r="r" b="b"/>
              <a:pathLst>
                <a:path w="231775" h="0">
                  <a:moveTo>
                    <a:pt x="0" y="0"/>
                  </a:moveTo>
                  <a:lnTo>
                    <a:pt x="231520" y="0"/>
                  </a:lnTo>
                </a:path>
              </a:pathLst>
            </a:custGeom>
            <a:ln w="388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700069" y="1481547"/>
            <a:ext cx="81026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>
                <a:latin typeface="Arial MT"/>
                <a:cs typeface="Arial MT"/>
              </a:rPr>
              <a:t>Time/Step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=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0.1s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941225" y="1415830"/>
            <a:ext cx="3461385" cy="2797810"/>
          </a:xfrm>
          <a:custGeom>
            <a:avLst/>
            <a:gdLst/>
            <a:ahLst/>
            <a:cxnLst/>
            <a:rect l="l" t="t" r="r" b="b"/>
            <a:pathLst>
              <a:path w="3461385" h="2797810">
                <a:moveTo>
                  <a:pt x="53599" y="2744187"/>
                </a:moveTo>
                <a:lnTo>
                  <a:pt x="3461220" y="2744187"/>
                </a:lnTo>
              </a:path>
              <a:path w="3461385" h="2797810">
                <a:moveTo>
                  <a:pt x="53599" y="0"/>
                </a:moveTo>
                <a:lnTo>
                  <a:pt x="3461220" y="0"/>
                </a:lnTo>
              </a:path>
              <a:path w="3461385" h="2797810">
                <a:moveTo>
                  <a:pt x="296792" y="2744187"/>
                </a:moveTo>
                <a:lnTo>
                  <a:pt x="296792" y="2770583"/>
                </a:lnTo>
              </a:path>
              <a:path w="3461385" h="2797810">
                <a:moveTo>
                  <a:pt x="783924" y="2744187"/>
                </a:moveTo>
                <a:lnTo>
                  <a:pt x="783924" y="2770583"/>
                </a:lnTo>
              </a:path>
              <a:path w="3461385" h="2797810">
                <a:moveTo>
                  <a:pt x="1270289" y="2744187"/>
                </a:moveTo>
                <a:lnTo>
                  <a:pt x="1270289" y="2770583"/>
                </a:lnTo>
              </a:path>
              <a:path w="3461385" h="2797810">
                <a:moveTo>
                  <a:pt x="1757420" y="2744187"/>
                </a:moveTo>
                <a:lnTo>
                  <a:pt x="1757420" y="2770583"/>
                </a:lnTo>
              </a:path>
              <a:path w="3461385" h="2797810">
                <a:moveTo>
                  <a:pt x="2244552" y="2744187"/>
                </a:moveTo>
                <a:lnTo>
                  <a:pt x="2244552" y="2770583"/>
                </a:lnTo>
              </a:path>
              <a:path w="3461385" h="2797810">
                <a:moveTo>
                  <a:pt x="2730896" y="2744187"/>
                </a:moveTo>
                <a:lnTo>
                  <a:pt x="2730896" y="2770583"/>
                </a:lnTo>
              </a:path>
              <a:path w="3461385" h="2797810">
                <a:moveTo>
                  <a:pt x="3218027" y="2744187"/>
                </a:moveTo>
                <a:lnTo>
                  <a:pt x="3218027" y="2770583"/>
                </a:lnTo>
              </a:path>
              <a:path w="3461385" h="2797810">
                <a:moveTo>
                  <a:pt x="53599" y="2744187"/>
                </a:moveTo>
                <a:lnTo>
                  <a:pt x="53599" y="2797756"/>
                </a:lnTo>
              </a:path>
              <a:path w="3461385" h="2797810">
                <a:moveTo>
                  <a:pt x="540731" y="2744187"/>
                </a:moveTo>
                <a:lnTo>
                  <a:pt x="540731" y="2797756"/>
                </a:lnTo>
              </a:path>
              <a:path w="3461385" h="2797810">
                <a:moveTo>
                  <a:pt x="1027096" y="2744187"/>
                </a:moveTo>
                <a:lnTo>
                  <a:pt x="1027096" y="2797756"/>
                </a:lnTo>
              </a:path>
              <a:path w="3461385" h="2797810">
                <a:moveTo>
                  <a:pt x="1514227" y="2744187"/>
                </a:moveTo>
                <a:lnTo>
                  <a:pt x="1514227" y="2797756"/>
                </a:lnTo>
              </a:path>
              <a:path w="3461385" h="2797810">
                <a:moveTo>
                  <a:pt x="2000582" y="2744187"/>
                </a:moveTo>
                <a:lnTo>
                  <a:pt x="2000582" y="2797756"/>
                </a:lnTo>
              </a:path>
              <a:path w="3461385" h="2797810">
                <a:moveTo>
                  <a:pt x="2487724" y="2744187"/>
                </a:moveTo>
                <a:lnTo>
                  <a:pt x="2487724" y="2797756"/>
                </a:lnTo>
              </a:path>
              <a:path w="3461385" h="2797810">
                <a:moveTo>
                  <a:pt x="2974078" y="2744187"/>
                </a:moveTo>
                <a:lnTo>
                  <a:pt x="2974078" y="2797756"/>
                </a:lnTo>
              </a:path>
              <a:path w="3461385" h="2797810">
                <a:moveTo>
                  <a:pt x="3461220" y="2744187"/>
                </a:moveTo>
                <a:lnTo>
                  <a:pt x="3461220" y="2797756"/>
                </a:lnTo>
              </a:path>
              <a:path w="3461385" h="2797810">
                <a:moveTo>
                  <a:pt x="53599" y="2744187"/>
                </a:moveTo>
                <a:lnTo>
                  <a:pt x="53599" y="0"/>
                </a:lnTo>
              </a:path>
              <a:path w="3461385" h="2797810">
                <a:moveTo>
                  <a:pt x="3461220" y="2744187"/>
                </a:moveTo>
                <a:lnTo>
                  <a:pt x="3461220" y="0"/>
                </a:lnTo>
              </a:path>
              <a:path w="3461385" h="2797810">
                <a:moveTo>
                  <a:pt x="53599" y="2548515"/>
                </a:moveTo>
                <a:lnTo>
                  <a:pt x="27188" y="2548515"/>
                </a:lnTo>
              </a:path>
              <a:path w="3461385" h="2797810">
                <a:moveTo>
                  <a:pt x="53599" y="2156352"/>
                </a:moveTo>
                <a:lnTo>
                  <a:pt x="27188" y="2156352"/>
                </a:lnTo>
              </a:path>
              <a:path w="3461385" h="2797810">
                <a:moveTo>
                  <a:pt x="53599" y="1764220"/>
                </a:moveTo>
                <a:lnTo>
                  <a:pt x="27188" y="1764220"/>
                </a:lnTo>
              </a:path>
              <a:path w="3461385" h="2797810">
                <a:moveTo>
                  <a:pt x="53599" y="1372078"/>
                </a:moveTo>
                <a:lnTo>
                  <a:pt x="27188" y="1372078"/>
                </a:lnTo>
              </a:path>
              <a:path w="3461385" h="2797810">
                <a:moveTo>
                  <a:pt x="53599" y="979946"/>
                </a:moveTo>
                <a:lnTo>
                  <a:pt x="27188" y="979946"/>
                </a:lnTo>
              </a:path>
              <a:path w="3461385" h="2797810">
                <a:moveTo>
                  <a:pt x="53599" y="587804"/>
                </a:moveTo>
                <a:lnTo>
                  <a:pt x="27188" y="587804"/>
                </a:lnTo>
              </a:path>
              <a:path w="3461385" h="2797810">
                <a:moveTo>
                  <a:pt x="53599" y="195672"/>
                </a:moveTo>
                <a:lnTo>
                  <a:pt x="27188" y="195672"/>
                </a:lnTo>
              </a:path>
              <a:path w="3461385" h="2797810">
                <a:moveTo>
                  <a:pt x="53599" y="2744187"/>
                </a:moveTo>
                <a:lnTo>
                  <a:pt x="0" y="2744187"/>
                </a:lnTo>
              </a:path>
              <a:path w="3461385" h="2797810">
                <a:moveTo>
                  <a:pt x="53599" y="2352045"/>
                </a:moveTo>
                <a:lnTo>
                  <a:pt x="0" y="2352045"/>
                </a:lnTo>
              </a:path>
              <a:path w="3461385" h="2797810">
                <a:moveTo>
                  <a:pt x="53599" y="1959913"/>
                </a:moveTo>
                <a:lnTo>
                  <a:pt x="0" y="1959913"/>
                </a:lnTo>
              </a:path>
              <a:path w="3461385" h="2797810">
                <a:moveTo>
                  <a:pt x="53599" y="1567771"/>
                </a:moveTo>
                <a:lnTo>
                  <a:pt x="0" y="1567771"/>
                </a:lnTo>
              </a:path>
              <a:path w="3461385" h="2797810">
                <a:moveTo>
                  <a:pt x="53599" y="1176416"/>
                </a:moveTo>
                <a:lnTo>
                  <a:pt x="0" y="1176416"/>
                </a:lnTo>
              </a:path>
              <a:path w="3461385" h="2797810">
                <a:moveTo>
                  <a:pt x="53599" y="784273"/>
                </a:moveTo>
                <a:lnTo>
                  <a:pt x="0" y="784273"/>
                </a:lnTo>
              </a:path>
              <a:path w="3461385" h="2797810">
                <a:moveTo>
                  <a:pt x="53599" y="392142"/>
                </a:moveTo>
                <a:lnTo>
                  <a:pt x="0" y="392142"/>
                </a:lnTo>
              </a:path>
              <a:path w="3461385" h="2797810">
                <a:moveTo>
                  <a:pt x="53599" y="0"/>
                </a:moveTo>
                <a:lnTo>
                  <a:pt x="0" y="0"/>
                </a:lnTo>
              </a:path>
            </a:pathLst>
          </a:custGeom>
          <a:ln w="10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917650" y="4212531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404782" y="4212531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20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891147" y="4212531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30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351775" y="4212531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60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838140" y="4212531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70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325240" y="4212532"/>
            <a:ext cx="1549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Arial MT"/>
                <a:cs typeface="Arial MT"/>
              </a:rPr>
              <a:t>80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826732" y="4065779"/>
            <a:ext cx="9080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5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68811" y="3673637"/>
            <a:ext cx="3479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10">
                <a:latin typeface="Arial MT"/>
                <a:cs typeface="Arial MT"/>
              </a:rPr>
              <a:t>10000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68811" y="3281505"/>
            <a:ext cx="3479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10">
                <a:latin typeface="Arial MT"/>
                <a:cs typeface="Arial MT"/>
              </a:rPr>
              <a:t>20000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68811" y="2889363"/>
            <a:ext cx="3479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10">
                <a:latin typeface="Arial MT"/>
                <a:cs typeface="Arial MT"/>
              </a:rPr>
              <a:t>30000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68811" y="2498008"/>
            <a:ext cx="3479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10">
                <a:latin typeface="Arial MT"/>
                <a:cs typeface="Arial MT"/>
              </a:rPr>
              <a:t>40000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68811" y="2105866"/>
            <a:ext cx="3479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10">
                <a:latin typeface="Arial MT"/>
                <a:cs typeface="Arial MT"/>
              </a:rPr>
              <a:t>50000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68811" y="1713734"/>
            <a:ext cx="3479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10">
                <a:latin typeface="Arial MT"/>
                <a:cs typeface="Arial MT"/>
              </a:rPr>
              <a:t>60000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68811" y="1321592"/>
            <a:ext cx="3479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10">
                <a:latin typeface="Arial MT"/>
                <a:cs typeface="Arial MT"/>
              </a:rPr>
              <a:t>70000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994825" y="1611502"/>
            <a:ext cx="3408679" cy="2536190"/>
          </a:xfrm>
          <a:custGeom>
            <a:avLst/>
            <a:gdLst/>
            <a:ahLst/>
            <a:cxnLst/>
            <a:rect l="l" t="t" r="r" b="b"/>
            <a:pathLst>
              <a:path w="3408679" h="2536190">
                <a:moveTo>
                  <a:pt x="0" y="2310898"/>
                </a:moveTo>
                <a:lnTo>
                  <a:pt x="2330" y="2307016"/>
                </a:lnTo>
                <a:lnTo>
                  <a:pt x="4660" y="2311675"/>
                </a:lnTo>
                <a:lnTo>
                  <a:pt x="6991" y="2314780"/>
                </a:lnTo>
                <a:lnTo>
                  <a:pt x="9321" y="2314004"/>
                </a:lnTo>
                <a:lnTo>
                  <a:pt x="12428" y="2316333"/>
                </a:lnTo>
                <a:lnTo>
                  <a:pt x="14759" y="2324873"/>
                </a:lnTo>
                <a:lnTo>
                  <a:pt x="17110" y="2320214"/>
                </a:lnTo>
                <a:lnTo>
                  <a:pt x="19440" y="2325649"/>
                </a:lnTo>
                <a:lnTo>
                  <a:pt x="21771" y="2327978"/>
                </a:lnTo>
                <a:lnTo>
                  <a:pt x="24101" y="2330307"/>
                </a:lnTo>
                <a:lnTo>
                  <a:pt x="26432" y="2327202"/>
                </a:lnTo>
                <a:lnTo>
                  <a:pt x="28762" y="2328754"/>
                </a:lnTo>
                <a:lnTo>
                  <a:pt x="31093" y="2332636"/>
                </a:lnTo>
                <a:lnTo>
                  <a:pt x="34200" y="2340400"/>
                </a:lnTo>
                <a:lnTo>
                  <a:pt x="36530" y="2337294"/>
                </a:lnTo>
                <a:lnTo>
                  <a:pt x="38861" y="2341176"/>
                </a:lnTo>
                <a:lnTo>
                  <a:pt x="41191" y="2341952"/>
                </a:lnTo>
                <a:lnTo>
                  <a:pt x="43521" y="2339623"/>
                </a:lnTo>
                <a:lnTo>
                  <a:pt x="45852" y="2349716"/>
                </a:lnTo>
                <a:lnTo>
                  <a:pt x="48182" y="2346611"/>
                </a:lnTo>
                <a:lnTo>
                  <a:pt x="50513" y="2348940"/>
                </a:lnTo>
                <a:lnTo>
                  <a:pt x="52843" y="2350492"/>
                </a:lnTo>
                <a:lnTo>
                  <a:pt x="55950" y="2351289"/>
                </a:lnTo>
                <a:lnTo>
                  <a:pt x="58281" y="2350492"/>
                </a:lnTo>
                <a:lnTo>
                  <a:pt x="60611" y="2357500"/>
                </a:lnTo>
                <a:lnTo>
                  <a:pt x="62942" y="2356724"/>
                </a:lnTo>
                <a:lnTo>
                  <a:pt x="65272" y="2358277"/>
                </a:lnTo>
                <a:lnTo>
                  <a:pt x="67603" y="2352842"/>
                </a:lnTo>
                <a:lnTo>
                  <a:pt x="69933" y="2356724"/>
                </a:lnTo>
                <a:lnTo>
                  <a:pt x="72263" y="2363711"/>
                </a:lnTo>
                <a:lnTo>
                  <a:pt x="75371" y="2359053"/>
                </a:lnTo>
                <a:lnTo>
                  <a:pt x="77701" y="2363711"/>
                </a:lnTo>
                <a:lnTo>
                  <a:pt x="80031" y="2368369"/>
                </a:lnTo>
                <a:lnTo>
                  <a:pt x="82362" y="2364487"/>
                </a:lnTo>
                <a:lnTo>
                  <a:pt x="84692" y="2366816"/>
                </a:lnTo>
                <a:lnTo>
                  <a:pt x="87023" y="2373804"/>
                </a:lnTo>
                <a:lnTo>
                  <a:pt x="89353" y="2369146"/>
                </a:lnTo>
                <a:lnTo>
                  <a:pt x="91684" y="2370698"/>
                </a:lnTo>
                <a:lnTo>
                  <a:pt x="94014" y="2377685"/>
                </a:lnTo>
                <a:lnTo>
                  <a:pt x="97121" y="2373027"/>
                </a:lnTo>
                <a:lnTo>
                  <a:pt x="99452" y="2373804"/>
                </a:lnTo>
                <a:lnTo>
                  <a:pt x="101782" y="2378462"/>
                </a:lnTo>
                <a:lnTo>
                  <a:pt x="104113" y="2381567"/>
                </a:lnTo>
                <a:lnTo>
                  <a:pt x="106443" y="2379238"/>
                </a:lnTo>
                <a:lnTo>
                  <a:pt x="108773" y="2385449"/>
                </a:lnTo>
                <a:lnTo>
                  <a:pt x="111104" y="2381567"/>
                </a:lnTo>
                <a:lnTo>
                  <a:pt x="113434" y="2378462"/>
                </a:lnTo>
                <a:lnTo>
                  <a:pt x="115765" y="2386225"/>
                </a:lnTo>
                <a:lnTo>
                  <a:pt x="118872" y="2387778"/>
                </a:lnTo>
                <a:lnTo>
                  <a:pt x="121202" y="2387002"/>
                </a:lnTo>
                <a:lnTo>
                  <a:pt x="123533" y="2391660"/>
                </a:lnTo>
                <a:lnTo>
                  <a:pt x="125863" y="2390883"/>
                </a:lnTo>
                <a:lnTo>
                  <a:pt x="128194" y="2387778"/>
                </a:lnTo>
                <a:lnTo>
                  <a:pt x="130524" y="2395542"/>
                </a:lnTo>
                <a:lnTo>
                  <a:pt x="132854" y="2390883"/>
                </a:lnTo>
                <a:lnTo>
                  <a:pt x="135185" y="2395542"/>
                </a:lnTo>
                <a:lnTo>
                  <a:pt x="137515" y="2395542"/>
                </a:lnTo>
                <a:lnTo>
                  <a:pt x="140623" y="2396318"/>
                </a:lnTo>
                <a:lnTo>
                  <a:pt x="142953" y="2397094"/>
                </a:lnTo>
                <a:lnTo>
                  <a:pt x="145283" y="2402529"/>
                </a:lnTo>
                <a:lnTo>
                  <a:pt x="147614" y="2400200"/>
                </a:lnTo>
                <a:lnTo>
                  <a:pt x="149944" y="2393989"/>
                </a:lnTo>
                <a:lnTo>
                  <a:pt x="152275" y="2401752"/>
                </a:lnTo>
                <a:lnTo>
                  <a:pt x="154605" y="2399423"/>
                </a:lnTo>
                <a:lnTo>
                  <a:pt x="156936" y="2404082"/>
                </a:lnTo>
                <a:lnTo>
                  <a:pt x="159266" y="2400976"/>
                </a:lnTo>
                <a:lnTo>
                  <a:pt x="162373" y="2397871"/>
                </a:lnTo>
                <a:lnTo>
                  <a:pt x="164704" y="2407963"/>
                </a:lnTo>
                <a:lnTo>
                  <a:pt x="167034" y="2400976"/>
                </a:lnTo>
                <a:lnTo>
                  <a:pt x="169364" y="2409516"/>
                </a:lnTo>
                <a:lnTo>
                  <a:pt x="171695" y="2411845"/>
                </a:lnTo>
                <a:lnTo>
                  <a:pt x="174025" y="2410292"/>
                </a:lnTo>
                <a:lnTo>
                  <a:pt x="176356" y="2411069"/>
                </a:lnTo>
                <a:lnTo>
                  <a:pt x="178686" y="2411845"/>
                </a:lnTo>
                <a:lnTo>
                  <a:pt x="181017" y="2409516"/>
                </a:lnTo>
                <a:lnTo>
                  <a:pt x="184155" y="2412621"/>
                </a:lnTo>
                <a:lnTo>
                  <a:pt x="186485" y="2414950"/>
                </a:lnTo>
                <a:lnTo>
                  <a:pt x="188816" y="2416503"/>
                </a:lnTo>
                <a:lnTo>
                  <a:pt x="191146" y="2417280"/>
                </a:lnTo>
                <a:lnTo>
                  <a:pt x="193477" y="2414950"/>
                </a:lnTo>
                <a:lnTo>
                  <a:pt x="195807" y="2420385"/>
                </a:lnTo>
                <a:lnTo>
                  <a:pt x="198137" y="2423490"/>
                </a:lnTo>
                <a:lnTo>
                  <a:pt x="200468" y="2416503"/>
                </a:lnTo>
                <a:lnTo>
                  <a:pt x="203575" y="2424267"/>
                </a:lnTo>
                <a:lnTo>
                  <a:pt x="205906" y="2422714"/>
                </a:lnTo>
                <a:lnTo>
                  <a:pt x="208236" y="2423490"/>
                </a:lnTo>
                <a:lnTo>
                  <a:pt x="210566" y="2420385"/>
                </a:lnTo>
                <a:lnTo>
                  <a:pt x="212897" y="2424267"/>
                </a:lnTo>
                <a:lnTo>
                  <a:pt x="215227" y="2426596"/>
                </a:lnTo>
                <a:lnTo>
                  <a:pt x="217558" y="2425043"/>
                </a:lnTo>
                <a:lnTo>
                  <a:pt x="219888" y="2428149"/>
                </a:lnTo>
                <a:lnTo>
                  <a:pt x="222219" y="2425819"/>
                </a:lnTo>
                <a:lnTo>
                  <a:pt x="225326" y="2425043"/>
                </a:lnTo>
                <a:lnTo>
                  <a:pt x="227656" y="2428925"/>
                </a:lnTo>
                <a:lnTo>
                  <a:pt x="229987" y="2431254"/>
                </a:lnTo>
                <a:lnTo>
                  <a:pt x="232317" y="2430478"/>
                </a:lnTo>
                <a:lnTo>
                  <a:pt x="234647" y="2428149"/>
                </a:lnTo>
                <a:lnTo>
                  <a:pt x="236978" y="2436688"/>
                </a:lnTo>
                <a:lnTo>
                  <a:pt x="239308" y="2431254"/>
                </a:lnTo>
                <a:lnTo>
                  <a:pt x="241639" y="2434359"/>
                </a:lnTo>
                <a:lnTo>
                  <a:pt x="243969" y="2433583"/>
                </a:lnTo>
                <a:lnTo>
                  <a:pt x="247076" y="2439794"/>
                </a:lnTo>
                <a:lnTo>
                  <a:pt x="249407" y="2436688"/>
                </a:lnTo>
                <a:lnTo>
                  <a:pt x="251737" y="2435136"/>
                </a:lnTo>
                <a:lnTo>
                  <a:pt x="254068" y="2436688"/>
                </a:lnTo>
                <a:lnTo>
                  <a:pt x="256398" y="2437465"/>
                </a:lnTo>
                <a:lnTo>
                  <a:pt x="258729" y="2439794"/>
                </a:lnTo>
                <a:lnTo>
                  <a:pt x="261059" y="2439017"/>
                </a:lnTo>
                <a:lnTo>
                  <a:pt x="263389" y="2440570"/>
                </a:lnTo>
                <a:lnTo>
                  <a:pt x="265720" y="2440570"/>
                </a:lnTo>
                <a:lnTo>
                  <a:pt x="268827" y="2441347"/>
                </a:lnTo>
                <a:lnTo>
                  <a:pt x="271157" y="2439794"/>
                </a:lnTo>
                <a:lnTo>
                  <a:pt x="273488" y="2439794"/>
                </a:lnTo>
                <a:lnTo>
                  <a:pt x="275818" y="2442123"/>
                </a:lnTo>
                <a:lnTo>
                  <a:pt x="278149" y="2440570"/>
                </a:lnTo>
                <a:lnTo>
                  <a:pt x="280479" y="2442123"/>
                </a:lnTo>
                <a:lnTo>
                  <a:pt x="282810" y="2444452"/>
                </a:lnTo>
                <a:lnTo>
                  <a:pt x="285140" y="2445228"/>
                </a:lnTo>
                <a:lnTo>
                  <a:pt x="287470" y="2448334"/>
                </a:lnTo>
                <a:lnTo>
                  <a:pt x="290578" y="2449110"/>
                </a:lnTo>
                <a:lnTo>
                  <a:pt x="292908" y="2443676"/>
                </a:lnTo>
                <a:lnTo>
                  <a:pt x="295239" y="2444452"/>
                </a:lnTo>
                <a:lnTo>
                  <a:pt x="297569" y="2445228"/>
                </a:lnTo>
                <a:lnTo>
                  <a:pt x="299899" y="2447557"/>
                </a:lnTo>
                <a:lnTo>
                  <a:pt x="302230" y="2442899"/>
                </a:lnTo>
                <a:lnTo>
                  <a:pt x="304560" y="2452992"/>
                </a:lnTo>
                <a:lnTo>
                  <a:pt x="306891" y="2452216"/>
                </a:lnTo>
                <a:lnTo>
                  <a:pt x="309221" y="2452216"/>
                </a:lnTo>
                <a:lnTo>
                  <a:pt x="312328" y="2450663"/>
                </a:lnTo>
                <a:lnTo>
                  <a:pt x="314659" y="2451439"/>
                </a:lnTo>
                <a:lnTo>
                  <a:pt x="316989" y="2452992"/>
                </a:lnTo>
                <a:lnTo>
                  <a:pt x="319320" y="2451439"/>
                </a:lnTo>
                <a:lnTo>
                  <a:pt x="321650" y="2451439"/>
                </a:lnTo>
                <a:lnTo>
                  <a:pt x="323980" y="2452992"/>
                </a:lnTo>
                <a:lnTo>
                  <a:pt x="326311" y="2454545"/>
                </a:lnTo>
                <a:lnTo>
                  <a:pt x="328641" y="2449110"/>
                </a:lnTo>
                <a:lnTo>
                  <a:pt x="331749" y="2454545"/>
                </a:lnTo>
                <a:lnTo>
                  <a:pt x="334079" y="2455321"/>
                </a:lnTo>
                <a:lnTo>
                  <a:pt x="336409" y="2456874"/>
                </a:lnTo>
                <a:lnTo>
                  <a:pt x="338740" y="2452992"/>
                </a:lnTo>
                <a:lnTo>
                  <a:pt x="341070" y="2453768"/>
                </a:lnTo>
                <a:lnTo>
                  <a:pt x="343401" y="2458426"/>
                </a:lnTo>
                <a:lnTo>
                  <a:pt x="345731" y="2453768"/>
                </a:lnTo>
                <a:lnTo>
                  <a:pt x="348062" y="2457650"/>
                </a:lnTo>
                <a:lnTo>
                  <a:pt x="350413" y="2456874"/>
                </a:lnTo>
                <a:lnTo>
                  <a:pt x="353520" y="2458426"/>
                </a:lnTo>
                <a:lnTo>
                  <a:pt x="355850" y="2457650"/>
                </a:lnTo>
                <a:lnTo>
                  <a:pt x="358181" y="2456874"/>
                </a:lnTo>
                <a:lnTo>
                  <a:pt x="360511" y="2460755"/>
                </a:lnTo>
                <a:lnTo>
                  <a:pt x="362842" y="2457650"/>
                </a:lnTo>
                <a:lnTo>
                  <a:pt x="365172" y="2459979"/>
                </a:lnTo>
                <a:lnTo>
                  <a:pt x="367502" y="2457650"/>
                </a:lnTo>
                <a:lnTo>
                  <a:pt x="369833" y="2458426"/>
                </a:lnTo>
                <a:lnTo>
                  <a:pt x="372163" y="2459203"/>
                </a:lnTo>
                <a:lnTo>
                  <a:pt x="375271" y="2458426"/>
                </a:lnTo>
                <a:lnTo>
                  <a:pt x="377601" y="2460755"/>
                </a:lnTo>
                <a:lnTo>
                  <a:pt x="379931" y="2459979"/>
                </a:lnTo>
                <a:lnTo>
                  <a:pt x="382262" y="2461532"/>
                </a:lnTo>
                <a:lnTo>
                  <a:pt x="384592" y="2463085"/>
                </a:lnTo>
                <a:lnTo>
                  <a:pt x="386923" y="2460755"/>
                </a:lnTo>
                <a:lnTo>
                  <a:pt x="389253" y="2461532"/>
                </a:lnTo>
                <a:lnTo>
                  <a:pt x="391584" y="2465414"/>
                </a:lnTo>
                <a:lnTo>
                  <a:pt x="393914" y="2462308"/>
                </a:lnTo>
                <a:lnTo>
                  <a:pt x="397021" y="2465414"/>
                </a:lnTo>
                <a:lnTo>
                  <a:pt x="399352" y="2462308"/>
                </a:lnTo>
                <a:lnTo>
                  <a:pt x="401682" y="2464637"/>
                </a:lnTo>
                <a:lnTo>
                  <a:pt x="404012" y="2462308"/>
                </a:lnTo>
                <a:lnTo>
                  <a:pt x="406343" y="2463861"/>
                </a:lnTo>
                <a:lnTo>
                  <a:pt x="408673" y="2468519"/>
                </a:lnTo>
                <a:lnTo>
                  <a:pt x="411004" y="2465414"/>
                </a:lnTo>
                <a:lnTo>
                  <a:pt x="413334" y="2468519"/>
                </a:lnTo>
                <a:lnTo>
                  <a:pt x="415665" y="2468519"/>
                </a:lnTo>
                <a:lnTo>
                  <a:pt x="418772" y="2466190"/>
                </a:lnTo>
                <a:lnTo>
                  <a:pt x="421102" y="2467743"/>
                </a:lnTo>
                <a:lnTo>
                  <a:pt x="423433" y="2467743"/>
                </a:lnTo>
                <a:lnTo>
                  <a:pt x="425763" y="2467743"/>
                </a:lnTo>
                <a:lnTo>
                  <a:pt x="428094" y="2466966"/>
                </a:lnTo>
                <a:lnTo>
                  <a:pt x="430424" y="2469295"/>
                </a:lnTo>
                <a:lnTo>
                  <a:pt x="432754" y="2468519"/>
                </a:lnTo>
                <a:lnTo>
                  <a:pt x="435085" y="2469295"/>
                </a:lnTo>
                <a:lnTo>
                  <a:pt x="437415" y="2466966"/>
                </a:lnTo>
                <a:lnTo>
                  <a:pt x="440522" y="2470848"/>
                </a:lnTo>
                <a:lnTo>
                  <a:pt x="442853" y="2470848"/>
                </a:lnTo>
                <a:lnTo>
                  <a:pt x="445183" y="2469295"/>
                </a:lnTo>
                <a:lnTo>
                  <a:pt x="447514" y="2467743"/>
                </a:lnTo>
                <a:lnTo>
                  <a:pt x="449844" y="2468519"/>
                </a:lnTo>
                <a:lnTo>
                  <a:pt x="452175" y="2467743"/>
                </a:lnTo>
                <a:lnTo>
                  <a:pt x="454505" y="2469295"/>
                </a:lnTo>
                <a:lnTo>
                  <a:pt x="456835" y="2470848"/>
                </a:lnTo>
                <a:lnTo>
                  <a:pt x="459943" y="2470848"/>
                </a:lnTo>
                <a:lnTo>
                  <a:pt x="462273" y="2470848"/>
                </a:lnTo>
                <a:lnTo>
                  <a:pt x="464604" y="2473953"/>
                </a:lnTo>
                <a:lnTo>
                  <a:pt x="466934" y="2473953"/>
                </a:lnTo>
                <a:lnTo>
                  <a:pt x="469264" y="2474730"/>
                </a:lnTo>
                <a:lnTo>
                  <a:pt x="471595" y="2471624"/>
                </a:lnTo>
                <a:lnTo>
                  <a:pt x="473925" y="2474730"/>
                </a:lnTo>
                <a:lnTo>
                  <a:pt x="476256" y="2473177"/>
                </a:lnTo>
                <a:lnTo>
                  <a:pt x="478586" y="2472401"/>
                </a:lnTo>
                <a:lnTo>
                  <a:pt x="481693" y="2477059"/>
                </a:lnTo>
                <a:lnTo>
                  <a:pt x="484024" y="2474730"/>
                </a:lnTo>
                <a:lnTo>
                  <a:pt x="486354" y="2473953"/>
                </a:lnTo>
                <a:lnTo>
                  <a:pt x="488685" y="2474730"/>
                </a:lnTo>
                <a:lnTo>
                  <a:pt x="491015" y="2477059"/>
                </a:lnTo>
                <a:lnTo>
                  <a:pt x="493345" y="2474730"/>
                </a:lnTo>
                <a:lnTo>
                  <a:pt x="495676" y="2477059"/>
                </a:lnTo>
                <a:lnTo>
                  <a:pt x="498006" y="2477835"/>
                </a:lnTo>
                <a:lnTo>
                  <a:pt x="500337" y="2476283"/>
                </a:lnTo>
                <a:lnTo>
                  <a:pt x="503444" y="2478643"/>
                </a:lnTo>
                <a:lnTo>
                  <a:pt x="505774" y="2477835"/>
                </a:lnTo>
                <a:lnTo>
                  <a:pt x="508105" y="2476283"/>
                </a:lnTo>
                <a:lnTo>
                  <a:pt x="510435" y="2478643"/>
                </a:lnTo>
                <a:lnTo>
                  <a:pt x="512766" y="2477059"/>
                </a:lnTo>
                <a:lnTo>
                  <a:pt x="515096" y="2477059"/>
                </a:lnTo>
                <a:lnTo>
                  <a:pt x="517447" y="2473953"/>
                </a:lnTo>
                <a:lnTo>
                  <a:pt x="519778" y="2473177"/>
                </a:lnTo>
                <a:lnTo>
                  <a:pt x="522108" y="2471624"/>
                </a:lnTo>
                <a:lnTo>
                  <a:pt x="525215" y="2475506"/>
                </a:lnTo>
                <a:lnTo>
                  <a:pt x="527546" y="2472401"/>
                </a:lnTo>
                <a:lnTo>
                  <a:pt x="529876" y="2475506"/>
                </a:lnTo>
                <a:lnTo>
                  <a:pt x="532207" y="2469295"/>
                </a:lnTo>
                <a:lnTo>
                  <a:pt x="543859" y="2424267"/>
                </a:lnTo>
                <a:lnTo>
                  <a:pt x="546966" y="2366040"/>
                </a:lnTo>
                <a:lnTo>
                  <a:pt x="549296" y="2060084"/>
                </a:lnTo>
                <a:lnTo>
                  <a:pt x="551627" y="1112744"/>
                </a:lnTo>
                <a:lnTo>
                  <a:pt x="553957" y="930249"/>
                </a:lnTo>
                <a:lnTo>
                  <a:pt x="556288" y="1731634"/>
                </a:lnTo>
                <a:lnTo>
                  <a:pt x="558618" y="2310122"/>
                </a:lnTo>
                <a:lnTo>
                  <a:pt x="560948" y="2432807"/>
                </a:lnTo>
                <a:lnTo>
                  <a:pt x="568717" y="2474730"/>
                </a:lnTo>
                <a:lnTo>
                  <a:pt x="571047" y="2477835"/>
                </a:lnTo>
                <a:lnTo>
                  <a:pt x="573377" y="2477059"/>
                </a:lnTo>
                <a:lnTo>
                  <a:pt x="575708" y="2478643"/>
                </a:lnTo>
                <a:lnTo>
                  <a:pt x="578038" y="2482524"/>
                </a:lnTo>
                <a:lnTo>
                  <a:pt x="580369" y="2478643"/>
                </a:lnTo>
                <a:lnTo>
                  <a:pt x="582699" y="2479419"/>
                </a:lnTo>
                <a:lnTo>
                  <a:pt x="585030" y="2480972"/>
                </a:lnTo>
                <a:lnTo>
                  <a:pt x="588137" y="2484854"/>
                </a:lnTo>
                <a:lnTo>
                  <a:pt x="590467" y="2483301"/>
                </a:lnTo>
                <a:lnTo>
                  <a:pt x="592798" y="2483301"/>
                </a:lnTo>
                <a:lnTo>
                  <a:pt x="595128" y="2479419"/>
                </a:lnTo>
                <a:lnTo>
                  <a:pt x="597458" y="2485630"/>
                </a:lnTo>
                <a:lnTo>
                  <a:pt x="599789" y="2484854"/>
                </a:lnTo>
                <a:lnTo>
                  <a:pt x="602119" y="2486406"/>
                </a:lnTo>
                <a:lnTo>
                  <a:pt x="604450" y="2489512"/>
                </a:lnTo>
                <a:lnTo>
                  <a:pt x="606780" y="2485630"/>
                </a:lnTo>
                <a:lnTo>
                  <a:pt x="609887" y="2485630"/>
                </a:lnTo>
                <a:lnTo>
                  <a:pt x="612218" y="2484854"/>
                </a:lnTo>
                <a:lnTo>
                  <a:pt x="614548" y="2487183"/>
                </a:lnTo>
                <a:lnTo>
                  <a:pt x="616879" y="2484854"/>
                </a:lnTo>
                <a:lnTo>
                  <a:pt x="619209" y="2484854"/>
                </a:lnTo>
                <a:lnTo>
                  <a:pt x="621540" y="2488735"/>
                </a:lnTo>
                <a:lnTo>
                  <a:pt x="623870" y="2487959"/>
                </a:lnTo>
                <a:lnTo>
                  <a:pt x="626200" y="2487959"/>
                </a:lnTo>
                <a:lnTo>
                  <a:pt x="628531" y="2488735"/>
                </a:lnTo>
                <a:lnTo>
                  <a:pt x="631638" y="2487959"/>
                </a:lnTo>
                <a:lnTo>
                  <a:pt x="633968" y="2485630"/>
                </a:lnTo>
                <a:lnTo>
                  <a:pt x="636299" y="2487959"/>
                </a:lnTo>
                <a:lnTo>
                  <a:pt x="638629" y="2490288"/>
                </a:lnTo>
                <a:lnTo>
                  <a:pt x="640960" y="2487959"/>
                </a:lnTo>
                <a:lnTo>
                  <a:pt x="643290" y="2490288"/>
                </a:lnTo>
                <a:lnTo>
                  <a:pt x="645621" y="2485630"/>
                </a:lnTo>
                <a:lnTo>
                  <a:pt x="647951" y="2491064"/>
                </a:lnTo>
                <a:lnTo>
                  <a:pt x="650281" y="2490288"/>
                </a:lnTo>
                <a:lnTo>
                  <a:pt x="653389" y="2490288"/>
                </a:lnTo>
                <a:lnTo>
                  <a:pt x="655719" y="2492617"/>
                </a:lnTo>
                <a:lnTo>
                  <a:pt x="658050" y="2486406"/>
                </a:lnTo>
                <a:lnTo>
                  <a:pt x="660380" y="2491064"/>
                </a:lnTo>
                <a:lnTo>
                  <a:pt x="662710" y="2491064"/>
                </a:lnTo>
                <a:lnTo>
                  <a:pt x="665041" y="2494170"/>
                </a:lnTo>
                <a:lnTo>
                  <a:pt x="667371" y="2491064"/>
                </a:lnTo>
                <a:lnTo>
                  <a:pt x="669702" y="2490288"/>
                </a:lnTo>
                <a:lnTo>
                  <a:pt x="672032" y="2491064"/>
                </a:lnTo>
                <a:lnTo>
                  <a:pt x="675139" y="2492617"/>
                </a:lnTo>
                <a:lnTo>
                  <a:pt x="677470" y="2491841"/>
                </a:lnTo>
                <a:lnTo>
                  <a:pt x="679800" y="2492617"/>
                </a:lnTo>
                <a:lnTo>
                  <a:pt x="682131" y="2491841"/>
                </a:lnTo>
                <a:lnTo>
                  <a:pt x="684492" y="2494170"/>
                </a:lnTo>
                <a:lnTo>
                  <a:pt x="686823" y="2494170"/>
                </a:lnTo>
                <a:lnTo>
                  <a:pt x="689153" y="2491841"/>
                </a:lnTo>
                <a:lnTo>
                  <a:pt x="691483" y="2494946"/>
                </a:lnTo>
                <a:lnTo>
                  <a:pt x="694591" y="2494170"/>
                </a:lnTo>
                <a:lnTo>
                  <a:pt x="696921" y="2491841"/>
                </a:lnTo>
                <a:lnTo>
                  <a:pt x="699251" y="2494946"/>
                </a:lnTo>
                <a:lnTo>
                  <a:pt x="701582" y="2494946"/>
                </a:lnTo>
                <a:lnTo>
                  <a:pt x="703912" y="2492617"/>
                </a:lnTo>
                <a:lnTo>
                  <a:pt x="706243" y="2496499"/>
                </a:lnTo>
                <a:lnTo>
                  <a:pt x="708573" y="2495722"/>
                </a:lnTo>
                <a:lnTo>
                  <a:pt x="710904" y="2498052"/>
                </a:lnTo>
                <a:lnTo>
                  <a:pt x="713234" y="2494946"/>
                </a:lnTo>
                <a:lnTo>
                  <a:pt x="716341" y="2494946"/>
                </a:lnTo>
                <a:lnTo>
                  <a:pt x="718672" y="2495722"/>
                </a:lnTo>
                <a:lnTo>
                  <a:pt x="721002" y="2494946"/>
                </a:lnTo>
                <a:lnTo>
                  <a:pt x="723333" y="2494946"/>
                </a:lnTo>
                <a:lnTo>
                  <a:pt x="725663" y="2498828"/>
                </a:lnTo>
                <a:lnTo>
                  <a:pt x="727993" y="2495722"/>
                </a:lnTo>
                <a:lnTo>
                  <a:pt x="730324" y="2497275"/>
                </a:lnTo>
                <a:lnTo>
                  <a:pt x="732654" y="2498828"/>
                </a:lnTo>
                <a:lnTo>
                  <a:pt x="734985" y="2494170"/>
                </a:lnTo>
                <a:lnTo>
                  <a:pt x="738092" y="2497275"/>
                </a:lnTo>
                <a:lnTo>
                  <a:pt x="740422" y="2494946"/>
                </a:lnTo>
                <a:lnTo>
                  <a:pt x="742753" y="2494170"/>
                </a:lnTo>
                <a:lnTo>
                  <a:pt x="745083" y="2498052"/>
                </a:lnTo>
                <a:lnTo>
                  <a:pt x="747414" y="2498052"/>
                </a:lnTo>
                <a:lnTo>
                  <a:pt x="749744" y="2496499"/>
                </a:lnTo>
                <a:lnTo>
                  <a:pt x="752074" y="2498828"/>
                </a:lnTo>
                <a:lnTo>
                  <a:pt x="754405" y="2495722"/>
                </a:lnTo>
                <a:lnTo>
                  <a:pt x="756735" y="2496499"/>
                </a:lnTo>
                <a:lnTo>
                  <a:pt x="759843" y="2497275"/>
                </a:lnTo>
                <a:lnTo>
                  <a:pt x="762173" y="2500381"/>
                </a:lnTo>
                <a:lnTo>
                  <a:pt x="764503" y="2501157"/>
                </a:lnTo>
                <a:lnTo>
                  <a:pt x="766834" y="2498828"/>
                </a:lnTo>
                <a:lnTo>
                  <a:pt x="769164" y="2499604"/>
                </a:lnTo>
                <a:lnTo>
                  <a:pt x="771495" y="2498828"/>
                </a:lnTo>
                <a:lnTo>
                  <a:pt x="773825" y="2499604"/>
                </a:lnTo>
                <a:lnTo>
                  <a:pt x="776156" y="2500381"/>
                </a:lnTo>
                <a:lnTo>
                  <a:pt x="778486" y="2501933"/>
                </a:lnTo>
                <a:lnTo>
                  <a:pt x="781593" y="2498828"/>
                </a:lnTo>
                <a:lnTo>
                  <a:pt x="783924" y="2499604"/>
                </a:lnTo>
                <a:lnTo>
                  <a:pt x="786254" y="2498052"/>
                </a:lnTo>
                <a:lnTo>
                  <a:pt x="788584" y="2501933"/>
                </a:lnTo>
                <a:lnTo>
                  <a:pt x="790915" y="2501157"/>
                </a:lnTo>
                <a:lnTo>
                  <a:pt x="793245" y="2501933"/>
                </a:lnTo>
                <a:lnTo>
                  <a:pt x="795576" y="2501933"/>
                </a:lnTo>
                <a:lnTo>
                  <a:pt x="797906" y="2501157"/>
                </a:lnTo>
                <a:lnTo>
                  <a:pt x="800237" y="2501933"/>
                </a:lnTo>
                <a:lnTo>
                  <a:pt x="803344" y="2501933"/>
                </a:lnTo>
                <a:lnTo>
                  <a:pt x="805674" y="2502710"/>
                </a:lnTo>
                <a:lnTo>
                  <a:pt x="808005" y="2500381"/>
                </a:lnTo>
                <a:lnTo>
                  <a:pt x="810335" y="2503486"/>
                </a:lnTo>
                <a:lnTo>
                  <a:pt x="812666" y="2499604"/>
                </a:lnTo>
                <a:lnTo>
                  <a:pt x="814996" y="2501933"/>
                </a:lnTo>
                <a:lnTo>
                  <a:pt x="817326" y="2502710"/>
                </a:lnTo>
                <a:lnTo>
                  <a:pt x="819657" y="2504262"/>
                </a:lnTo>
                <a:lnTo>
                  <a:pt x="822764" y="2500381"/>
                </a:lnTo>
                <a:lnTo>
                  <a:pt x="825094" y="2502710"/>
                </a:lnTo>
                <a:lnTo>
                  <a:pt x="827425" y="2502710"/>
                </a:lnTo>
                <a:lnTo>
                  <a:pt x="829755" y="2504262"/>
                </a:lnTo>
                <a:lnTo>
                  <a:pt x="832086" y="2501933"/>
                </a:lnTo>
                <a:lnTo>
                  <a:pt x="834416" y="2501933"/>
                </a:lnTo>
                <a:lnTo>
                  <a:pt x="836747" y="2503486"/>
                </a:lnTo>
                <a:lnTo>
                  <a:pt x="839077" y="2504262"/>
                </a:lnTo>
                <a:lnTo>
                  <a:pt x="841407" y="2504262"/>
                </a:lnTo>
                <a:lnTo>
                  <a:pt x="844515" y="2496499"/>
                </a:lnTo>
                <a:lnTo>
                  <a:pt x="846845" y="2495722"/>
                </a:lnTo>
                <a:lnTo>
                  <a:pt x="849207" y="2501157"/>
                </a:lnTo>
                <a:lnTo>
                  <a:pt x="851537" y="2501933"/>
                </a:lnTo>
                <a:lnTo>
                  <a:pt x="853867" y="2505039"/>
                </a:lnTo>
                <a:lnTo>
                  <a:pt x="856198" y="2504262"/>
                </a:lnTo>
                <a:lnTo>
                  <a:pt x="858528" y="2505815"/>
                </a:lnTo>
                <a:lnTo>
                  <a:pt x="860859" y="2505039"/>
                </a:lnTo>
                <a:lnTo>
                  <a:pt x="863189" y="2505039"/>
                </a:lnTo>
                <a:lnTo>
                  <a:pt x="866296" y="2508144"/>
                </a:lnTo>
                <a:lnTo>
                  <a:pt x="868627" y="2501933"/>
                </a:lnTo>
                <a:lnTo>
                  <a:pt x="870957" y="2504262"/>
                </a:lnTo>
                <a:lnTo>
                  <a:pt x="873288" y="2505039"/>
                </a:lnTo>
                <a:lnTo>
                  <a:pt x="875618" y="2505039"/>
                </a:lnTo>
                <a:lnTo>
                  <a:pt x="877949" y="2505039"/>
                </a:lnTo>
                <a:lnTo>
                  <a:pt x="880279" y="2504262"/>
                </a:lnTo>
                <a:lnTo>
                  <a:pt x="882609" y="2506591"/>
                </a:lnTo>
                <a:lnTo>
                  <a:pt x="884940" y="2507368"/>
                </a:lnTo>
                <a:lnTo>
                  <a:pt x="888047" y="2505039"/>
                </a:lnTo>
                <a:lnTo>
                  <a:pt x="890377" y="2506591"/>
                </a:lnTo>
                <a:lnTo>
                  <a:pt x="892708" y="2506591"/>
                </a:lnTo>
                <a:lnTo>
                  <a:pt x="895038" y="2507368"/>
                </a:lnTo>
                <a:lnTo>
                  <a:pt x="897369" y="2506591"/>
                </a:lnTo>
                <a:lnTo>
                  <a:pt x="899699" y="2508921"/>
                </a:lnTo>
                <a:lnTo>
                  <a:pt x="902030" y="2506591"/>
                </a:lnTo>
                <a:lnTo>
                  <a:pt x="904360" y="2505039"/>
                </a:lnTo>
                <a:lnTo>
                  <a:pt x="906690" y="2506591"/>
                </a:lnTo>
                <a:lnTo>
                  <a:pt x="909798" y="2507368"/>
                </a:lnTo>
                <a:lnTo>
                  <a:pt x="912128" y="2505815"/>
                </a:lnTo>
                <a:lnTo>
                  <a:pt x="914459" y="2508144"/>
                </a:lnTo>
                <a:lnTo>
                  <a:pt x="916789" y="2508144"/>
                </a:lnTo>
                <a:lnTo>
                  <a:pt x="919119" y="2508144"/>
                </a:lnTo>
                <a:lnTo>
                  <a:pt x="921450" y="2507368"/>
                </a:lnTo>
                <a:lnTo>
                  <a:pt x="923780" y="2512802"/>
                </a:lnTo>
                <a:lnTo>
                  <a:pt x="926111" y="2507368"/>
                </a:lnTo>
                <a:lnTo>
                  <a:pt x="928441" y="2507368"/>
                </a:lnTo>
                <a:lnTo>
                  <a:pt x="931548" y="2510473"/>
                </a:lnTo>
                <a:lnTo>
                  <a:pt x="933879" y="2508921"/>
                </a:lnTo>
                <a:lnTo>
                  <a:pt x="936209" y="2507368"/>
                </a:lnTo>
                <a:lnTo>
                  <a:pt x="938540" y="2505039"/>
                </a:lnTo>
                <a:lnTo>
                  <a:pt x="940870" y="2501157"/>
                </a:lnTo>
                <a:lnTo>
                  <a:pt x="943200" y="2499604"/>
                </a:lnTo>
                <a:lnTo>
                  <a:pt x="945531" y="2500381"/>
                </a:lnTo>
                <a:lnTo>
                  <a:pt x="947861" y="2501157"/>
                </a:lnTo>
                <a:lnTo>
                  <a:pt x="950969" y="2499604"/>
                </a:lnTo>
                <a:lnTo>
                  <a:pt x="953299" y="2501933"/>
                </a:lnTo>
                <a:lnTo>
                  <a:pt x="955629" y="2501157"/>
                </a:lnTo>
                <a:lnTo>
                  <a:pt x="957960" y="2500381"/>
                </a:lnTo>
                <a:lnTo>
                  <a:pt x="960290" y="2501933"/>
                </a:lnTo>
                <a:lnTo>
                  <a:pt x="962621" y="2501157"/>
                </a:lnTo>
                <a:lnTo>
                  <a:pt x="964951" y="2500381"/>
                </a:lnTo>
                <a:lnTo>
                  <a:pt x="967282" y="2501933"/>
                </a:lnTo>
                <a:lnTo>
                  <a:pt x="969612" y="2499604"/>
                </a:lnTo>
                <a:lnTo>
                  <a:pt x="972719" y="2498828"/>
                </a:lnTo>
                <a:lnTo>
                  <a:pt x="975050" y="2494946"/>
                </a:lnTo>
                <a:lnTo>
                  <a:pt x="982041" y="2435136"/>
                </a:lnTo>
                <a:lnTo>
                  <a:pt x="986702" y="2296924"/>
                </a:lnTo>
                <a:lnTo>
                  <a:pt x="989032" y="1498675"/>
                </a:lnTo>
                <a:lnTo>
                  <a:pt x="991363" y="0"/>
                </a:lnTo>
                <a:lnTo>
                  <a:pt x="994470" y="534235"/>
                </a:lnTo>
                <a:lnTo>
                  <a:pt x="996800" y="1317733"/>
                </a:lnTo>
                <a:lnTo>
                  <a:pt x="999131" y="2186650"/>
                </a:lnTo>
                <a:lnTo>
                  <a:pt x="1001461" y="2426596"/>
                </a:lnTo>
                <a:lnTo>
                  <a:pt x="1003792" y="2466190"/>
                </a:lnTo>
                <a:lnTo>
                  <a:pt x="1013113" y="2499604"/>
                </a:lnTo>
                <a:lnTo>
                  <a:pt x="1016241" y="2501157"/>
                </a:lnTo>
                <a:lnTo>
                  <a:pt x="1018572" y="2502710"/>
                </a:lnTo>
                <a:lnTo>
                  <a:pt x="1020902" y="2506591"/>
                </a:lnTo>
                <a:lnTo>
                  <a:pt x="1023232" y="2506591"/>
                </a:lnTo>
                <a:lnTo>
                  <a:pt x="1025563" y="2505039"/>
                </a:lnTo>
                <a:lnTo>
                  <a:pt x="1027893" y="2505815"/>
                </a:lnTo>
                <a:lnTo>
                  <a:pt x="1030224" y="2505815"/>
                </a:lnTo>
                <a:lnTo>
                  <a:pt x="1032554" y="2508921"/>
                </a:lnTo>
                <a:lnTo>
                  <a:pt x="1034885" y="2508144"/>
                </a:lnTo>
                <a:lnTo>
                  <a:pt x="1037992" y="2506591"/>
                </a:lnTo>
                <a:lnTo>
                  <a:pt x="1040322" y="2506591"/>
                </a:lnTo>
                <a:lnTo>
                  <a:pt x="1042653" y="2508144"/>
                </a:lnTo>
                <a:lnTo>
                  <a:pt x="1044983" y="2508144"/>
                </a:lnTo>
                <a:lnTo>
                  <a:pt x="1047314" y="2510473"/>
                </a:lnTo>
                <a:lnTo>
                  <a:pt x="1049644" y="2508921"/>
                </a:lnTo>
                <a:lnTo>
                  <a:pt x="1051974" y="2511250"/>
                </a:lnTo>
                <a:lnTo>
                  <a:pt x="1054305" y="2509697"/>
                </a:lnTo>
                <a:lnTo>
                  <a:pt x="1056635" y="2508144"/>
                </a:lnTo>
                <a:lnTo>
                  <a:pt x="1059742" y="2510473"/>
                </a:lnTo>
                <a:lnTo>
                  <a:pt x="1062073" y="2510473"/>
                </a:lnTo>
                <a:lnTo>
                  <a:pt x="1064403" y="2509697"/>
                </a:lnTo>
                <a:lnTo>
                  <a:pt x="1066734" y="2508144"/>
                </a:lnTo>
                <a:lnTo>
                  <a:pt x="1069064" y="2512026"/>
                </a:lnTo>
                <a:lnTo>
                  <a:pt x="1071395" y="2510473"/>
                </a:lnTo>
                <a:lnTo>
                  <a:pt x="1073725" y="2510473"/>
                </a:lnTo>
                <a:lnTo>
                  <a:pt x="1076055" y="2511250"/>
                </a:lnTo>
                <a:lnTo>
                  <a:pt x="1079163" y="2510473"/>
                </a:lnTo>
                <a:lnTo>
                  <a:pt x="1081493" y="2509697"/>
                </a:lnTo>
                <a:lnTo>
                  <a:pt x="1083824" y="2512026"/>
                </a:lnTo>
                <a:lnTo>
                  <a:pt x="1086154" y="2514355"/>
                </a:lnTo>
                <a:lnTo>
                  <a:pt x="1088484" y="2513579"/>
                </a:lnTo>
                <a:lnTo>
                  <a:pt x="1090815" y="2509697"/>
                </a:lnTo>
                <a:lnTo>
                  <a:pt x="1093145" y="2513579"/>
                </a:lnTo>
                <a:lnTo>
                  <a:pt x="1095476" y="2513579"/>
                </a:lnTo>
                <a:lnTo>
                  <a:pt x="1097806" y="2512026"/>
                </a:lnTo>
                <a:lnTo>
                  <a:pt x="1100913" y="2512802"/>
                </a:lnTo>
                <a:lnTo>
                  <a:pt x="1103244" y="2512802"/>
                </a:lnTo>
                <a:lnTo>
                  <a:pt x="1105574" y="2514355"/>
                </a:lnTo>
                <a:lnTo>
                  <a:pt x="1107905" y="2513579"/>
                </a:lnTo>
                <a:lnTo>
                  <a:pt x="1110235" y="2513579"/>
                </a:lnTo>
                <a:lnTo>
                  <a:pt x="1112565" y="2513579"/>
                </a:lnTo>
                <a:lnTo>
                  <a:pt x="1114896" y="2512802"/>
                </a:lnTo>
                <a:lnTo>
                  <a:pt x="1117226" y="2512026"/>
                </a:lnTo>
                <a:lnTo>
                  <a:pt x="1119557" y="2514355"/>
                </a:lnTo>
                <a:lnTo>
                  <a:pt x="1122664" y="2514355"/>
                </a:lnTo>
                <a:lnTo>
                  <a:pt x="1124994" y="2513579"/>
                </a:lnTo>
                <a:lnTo>
                  <a:pt x="1127325" y="2513579"/>
                </a:lnTo>
                <a:lnTo>
                  <a:pt x="1129655" y="2514355"/>
                </a:lnTo>
                <a:lnTo>
                  <a:pt x="1131986" y="2514355"/>
                </a:lnTo>
                <a:lnTo>
                  <a:pt x="1134316" y="2512802"/>
                </a:lnTo>
                <a:lnTo>
                  <a:pt x="1136646" y="2517460"/>
                </a:lnTo>
                <a:lnTo>
                  <a:pt x="1138977" y="2515131"/>
                </a:lnTo>
                <a:lnTo>
                  <a:pt x="1141307" y="2516684"/>
                </a:lnTo>
                <a:lnTo>
                  <a:pt x="1144415" y="2514355"/>
                </a:lnTo>
                <a:lnTo>
                  <a:pt x="1146745" y="2516684"/>
                </a:lnTo>
                <a:lnTo>
                  <a:pt x="1149075" y="2514355"/>
                </a:lnTo>
                <a:lnTo>
                  <a:pt x="1151406" y="2513579"/>
                </a:lnTo>
                <a:lnTo>
                  <a:pt x="1153736" y="2513579"/>
                </a:lnTo>
                <a:lnTo>
                  <a:pt x="1156067" y="2512026"/>
                </a:lnTo>
                <a:lnTo>
                  <a:pt x="1158397" y="2513579"/>
                </a:lnTo>
                <a:lnTo>
                  <a:pt x="1160728" y="2515908"/>
                </a:lnTo>
                <a:lnTo>
                  <a:pt x="1163058" y="2515908"/>
                </a:lnTo>
                <a:lnTo>
                  <a:pt x="1166165" y="2514355"/>
                </a:lnTo>
                <a:lnTo>
                  <a:pt x="1168496" y="2516684"/>
                </a:lnTo>
                <a:lnTo>
                  <a:pt x="1170826" y="2515908"/>
                </a:lnTo>
                <a:lnTo>
                  <a:pt x="1173156" y="2515908"/>
                </a:lnTo>
                <a:lnTo>
                  <a:pt x="1175487" y="2514355"/>
                </a:lnTo>
                <a:lnTo>
                  <a:pt x="1177817" y="2513579"/>
                </a:lnTo>
                <a:lnTo>
                  <a:pt x="1180148" y="2514355"/>
                </a:lnTo>
                <a:lnTo>
                  <a:pt x="1182509" y="2518237"/>
                </a:lnTo>
                <a:lnTo>
                  <a:pt x="1184840" y="2516684"/>
                </a:lnTo>
                <a:lnTo>
                  <a:pt x="1187947" y="2516684"/>
                </a:lnTo>
                <a:lnTo>
                  <a:pt x="1190277" y="2516684"/>
                </a:lnTo>
                <a:lnTo>
                  <a:pt x="1192608" y="2518237"/>
                </a:lnTo>
                <a:lnTo>
                  <a:pt x="1194938" y="2516684"/>
                </a:lnTo>
                <a:lnTo>
                  <a:pt x="1197269" y="2518237"/>
                </a:lnTo>
                <a:lnTo>
                  <a:pt x="1199599" y="2517460"/>
                </a:lnTo>
                <a:lnTo>
                  <a:pt x="1201929" y="2517460"/>
                </a:lnTo>
                <a:lnTo>
                  <a:pt x="1204260" y="2517460"/>
                </a:lnTo>
                <a:lnTo>
                  <a:pt x="1207367" y="2517460"/>
                </a:lnTo>
                <a:lnTo>
                  <a:pt x="1209698" y="2517460"/>
                </a:lnTo>
                <a:lnTo>
                  <a:pt x="1212028" y="2517460"/>
                </a:lnTo>
                <a:lnTo>
                  <a:pt x="1214358" y="2520566"/>
                </a:lnTo>
                <a:lnTo>
                  <a:pt x="1216689" y="2516684"/>
                </a:lnTo>
                <a:lnTo>
                  <a:pt x="1219019" y="2517460"/>
                </a:lnTo>
                <a:lnTo>
                  <a:pt x="1221350" y="2519013"/>
                </a:lnTo>
                <a:lnTo>
                  <a:pt x="1223680" y="2519013"/>
                </a:lnTo>
                <a:lnTo>
                  <a:pt x="1226011" y="2519013"/>
                </a:lnTo>
                <a:lnTo>
                  <a:pt x="1229107" y="2518237"/>
                </a:lnTo>
                <a:lnTo>
                  <a:pt x="1231438" y="2517460"/>
                </a:lnTo>
                <a:lnTo>
                  <a:pt x="1233768" y="2517460"/>
                </a:lnTo>
                <a:lnTo>
                  <a:pt x="1236099" y="2519790"/>
                </a:lnTo>
                <a:lnTo>
                  <a:pt x="1238429" y="2517460"/>
                </a:lnTo>
                <a:lnTo>
                  <a:pt x="1240760" y="2518237"/>
                </a:lnTo>
                <a:lnTo>
                  <a:pt x="1243090" y="2518237"/>
                </a:lnTo>
                <a:lnTo>
                  <a:pt x="1245420" y="2519790"/>
                </a:lnTo>
                <a:lnTo>
                  <a:pt x="1247751" y="2520566"/>
                </a:lnTo>
                <a:lnTo>
                  <a:pt x="1250858" y="2519790"/>
                </a:lnTo>
                <a:lnTo>
                  <a:pt x="1253188" y="2517460"/>
                </a:lnTo>
                <a:lnTo>
                  <a:pt x="1255519" y="2519013"/>
                </a:lnTo>
                <a:lnTo>
                  <a:pt x="1257849" y="2519790"/>
                </a:lnTo>
                <a:lnTo>
                  <a:pt x="1260180" y="2519790"/>
                </a:lnTo>
                <a:lnTo>
                  <a:pt x="1262510" y="2518237"/>
                </a:lnTo>
                <a:lnTo>
                  <a:pt x="1264841" y="2518237"/>
                </a:lnTo>
                <a:lnTo>
                  <a:pt x="1267171" y="2519013"/>
                </a:lnTo>
                <a:lnTo>
                  <a:pt x="1269501" y="2518237"/>
                </a:lnTo>
                <a:lnTo>
                  <a:pt x="1272609" y="2519790"/>
                </a:lnTo>
                <a:lnTo>
                  <a:pt x="1274939" y="2515131"/>
                </a:lnTo>
                <a:lnTo>
                  <a:pt x="1277270" y="2518237"/>
                </a:lnTo>
                <a:lnTo>
                  <a:pt x="1279600" y="2515908"/>
                </a:lnTo>
                <a:lnTo>
                  <a:pt x="1281930" y="2517460"/>
                </a:lnTo>
                <a:lnTo>
                  <a:pt x="1284261" y="2519013"/>
                </a:lnTo>
                <a:lnTo>
                  <a:pt x="1286591" y="2517460"/>
                </a:lnTo>
                <a:lnTo>
                  <a:pt x="1288922" y="2518237"/>
                </a:lnTo>
                <a:lnTo>
                  <a:pt x="1291252" y="2519013"/>
                </a:lnTo>
                <a:lnTo>
                  <a:pt x="1294359" y="2516684"/>
                </a:lnTo>
                <a:lnTo>
                  <a:pt x="1296690" y="2516684"/>
                </a:lnTo>
                <a:lnTo>
                  <a:pt x="1299020" y="2513579"/>
                </a:lnTo>
                <a:lnTo>
                  <a:pt x="1301351" y="2515131"/>
                </a:lnTo>
                <a:lnTo>
                  <a:pt x="1303681" y="2519013"/>
                </a:lnTo>
                <a:lnTo>
                  <a:pt x="1306011" y="2516684"/>
                </a:lnTo>
                <a:lnTo>
                  <a:pt x="1308342" y="2517460"/>
                </a:lnTo>
                <a:lnTo>
                  <a:pt x="1310672" y="2515908"/>
                </a:lnTo>
                <a:lnTo>
                  <a:pt x="1313003" y="2517460"/>
                </a:lnTo>
                <a:lnTo>
                  <a:pt x="1327762" y="2474730"/>
                </a:lnTo>
                <a:lnTo>
                  <a:pt x="1332423" y="2154820"/>
                </a:lnTo>
                <a:lnTo>
                  <a:pt x="1335530" y="1469950"/>
                </a:lnTo>
                <a:lnTo>
                  <a:pt x="1337861" y="1779768"/>
                </a:lnTo>
                <a:lnTo>
                  <a:pt x="1340191" y="1947481"/>
                </a:lnTo>
                <a:lnTo>
                  <a:pt x="1342521" y="2238697"/>
                </a:lnTo>
                <a:lnTo>
                  <a:pt x="1344852" y="2467743"/>
                </a:lnTo>
                <a:lnTo>
                  <a:pt x="1347182" y="2496499"/>
                </a:lnTo>
                <a:lnTo>
                  <a:pt x="1349544" y="2508144"/>
                </a:lnTo>
                <a:lnTo>
                  <a:pt x="1351874" y="2512802"/>
                </a:lnTo>
                <a:lnTo>
                  <a:pt x="1354205" y="2513579"/>
                </a:lnTo>
                <a:lnTo>
                  <a:pt x="1357312" y="2515131"/>
                </a:lnTo>
                <a:lnTo>
                  <a:pt x="1359642" y="2519013"/>
                </a:lnTo>
                <a:lnTo>
                  <a:pt x="1361973" y="2518237"/>
                </a:lnTo>
                <a:lnTo>
                  <a:pt x="1364303" y="2519013"/>
                </a:lnTo>
                <a:lnTo>
                  <a:pt x="1366634" y="2519013"/>
                </a:lnTo>
                <a:lnTo>
                  <a:pt x="1368964" y="2518237"/>
                </a:lnTo>
                <a:lnTo>
                  <a:pt x="1371294" y="2518237"/>
                </a:lnTo>
                <a:lnTo>
                  <a:pt x="1373625" y="2519790"/>
                </a:lnTo>
                <a:lnTo>
                  <a:pt x="1375955" y="2520566"/>
                </a:lnTo>
                <a:lnTo>
                  <a:pt x="1379063" y="2519790"/>
                </a:lnTo>
                <a:lnTo>
                  <a:pt x="1381393" y="2519790"/>
                </a:lnTo>
                <a:lnTo>
                  <a:pt x="1383723" y="2519790"/>
                </a:lnTo>
                <a:lnTo>
                  <a:pt x="1386054" y="2520566"/>
                </a:lnTo>
                <a:lnTo>
                  <a:pt x="1388384" y="2519790"/>
                </a:lnTo>
                <a:lnTo>
                  <a:pt x="1390715" y="2519013"/>
                </a:lnTo>
                <a:lnTo>
                  <a:pt x="1393045" y="2521342"/>
                </a:lnTo>
                <a:lnTo>
                  <a:pt x="1395376" y="2521342"/>
                </a:lnTo>
                <a:lnTo>
                  <a:pt x="1397706" y="2519790"/>
                </a:lnTo>
                <a:lnTo>
                  <a:pt x="1400813" y="2521342"/>
                </a:lnTo>
                <a:lnTo>
                  <a:pt x="1403144" y="2520566"/>
                </a:lnTo>
                <a:lnTo>
                  <a:pt x="1405474" y="2520566"/>
                </a:lnTo>
                <a:lnTo>
                  <a:pt x="1407804" y="2522119"/>
                </a:lnTo>
                <a:lnTo>
                  <a:pt x="1410135" y="2521342"/>
                </a:lnTo>
                <a:lnTo>
                  <a:pt x="1412465" y="2522119"/>
                </a:lnTo>
                <a:lnTo>
                  <a:pt x="1414796" y="2520566"/>
                </a:lnTo>
                <a:lnTo>
                  <a:pt x="1417126" y="2519013"/>
                </a:lnTo>
                <a:lnTo>
                  <a:pt x="1419457" y="2519013"/>
                </a:lnTo>
                <a:lnTo>
                  <a:pt x="1422564" y="2523671"/>
                </a:lnTo>
                <a:lnTo>
                  <a:pt x="1424894" y="2522119"/>
                </a:lnTo>
                <a:lnTo>
                  <a:pt x="1427225" y="2521342"/>
                </a:lnTo>
                <a:lnTo>
                  <a:pt x="1429555" y="2522119"/>
                </a:lnTo>
                <a:lnTo>
                  <a:pt x="1431886" y="2522895"/>
                </a:lnTo>
                <a:lnTo>
                  <a:pt x="1434216" y="2523671"/>
                </a:lnTo>
                <a:lnTo>
                  <a:pt x="1436546" y="2522119"/>
                </a:lnTo>
                <a:lnTo>
                  <a:pt x="1438877" y="2522895"/>
                </a:lnTo>
                <a:lnTo>
                  <a:pt x="1441207" y="2522895"/>
                </a:lnTo>
                <a:lnTo>
                  <a:pt x="1444314" y="2522895"/>
                </a:lnTo>
                <a:lnTo>
                  <a:pt x="1446645" y="2523671"/>
                </a:lnTo>
                <a:lnTo>
                  <a:pt x="1448975" y="2523671"/>
                </a:lnTo>
                <a:lnTo>
                  <a:pt x="1451306" y="2522895"/>
                </a:lnTo>
                <a:lnTo>
                  <a:pt x="1453636" y="2522119"/>
                </a:lnTo>
                <a:lnTo>
                  <a:pt x="1455967" y="2522895"/>
                </a:lnTo>
                <a:lnTo>
                  <a:pt x="1458297" y="2525224"/>
                </a:lnTo>
                <a:lnTo>
                  <a:pt x="1460627" y="2525224"/>
                </a:lnTo>
                <a:lnTo>
                  <a:pt x="1463735" y="2523671"/>
                </a:lnTo>
                <a:lnTo>
                  <a:pt x="1466065" y="2522895"/>
                </a:lnTo>
                <a:lnTo>
                  <a:pt x="1468396" y="2524448"/>
                </a:lnTo>
                <a:lnTo>
                  <a:pt x="1470726" y="2524448"/>
                </a:lnTo>
                <a:lnTo>
                  <a:pt x="1473056" y="2523671"/>
                </a:lnTo>
                <a:lnTo>
                  <a:pt x="1475387" y="2522895"/>
                </a:lnTo>
                <a:lnTo>
                  <a:pt x="1477717" y="2522119"/>
                </a:lnTo>
                <a:lnTo>
                  <a:pt x="1480048" y="2522895"/>
                </a:lnTo>
                <a:lnTo>
                  <a:pt x="1482378" y="2522895"/>
                </a:lnTo>
                <a:lnTo>
                  <a:pt x="1485485" y="2525224"/>
                </a:lnTo>
                <a:lnTo>
                  <a:pt x="1487816" y="2524448"/>
                </a:lnTo>
                <a:lnTo>
                  <a:pt x="1490146" y="2522119"/>
                </a:lnTo>
                <a:lnTo>
                  <a:pt x="1492477" y="2523671"/>
                </a:lnTo>
                <a:lnTo>
                  <a:pt x="1494807" y="2521342"/>
                </a:lnTo>
                <a:lnTo>
                  <a:pt x="1497137" y="2525224"/>
                </a:lnTo>
                <a:lnTo>
                  <a:pt x="1499468" y="2522895"/>
                </a:lnTo>
                <a:lnTo>
                  <a:pt x="1501798" y="2524448"/>
                </a:lnTo>
                <a:lnTo>
                  <a:pt x="1504129" y="2523671"/>
                </a:lnTo>
                <a:lnTo>
                  <a:pt x="1507236" y="2523671"/>
                </a:lnTo>
                <a:lnTo>
                  <a:pt x="1509566" y="2523671"/>
                </a:lnTo>
                <a:lnTo>
                  <a:pt x="1511897" y="2526000"/>
                </a:lnTo>
                <a:lnTo>
                  <a:pt x="1514227" y="2525224"/>
                </a:lnTo>
                <a:lnTo>
                  <a:pt x="1516578" y="2526777"/>
                </a:lnTo>
                <a:lnTo>
                  <a:pt x="1518909" y="2523671"/>
                </a:lnTo>
                <a:lnTo>
                  <a:pt x="1521239" y="2525224"/>
                </a:lnTo>
                <a:lnTo>
                  <a:pt x="1523570" y="2526000"/>
                </a:lnTo>
                <a:lnTo>
                  <a:pt x="1525900" y="2524448"/>
                </a:lnTo>
                <a:lnTo>
                  <a:pt x="1529007" y="2523671"/>
                </a:lnTo>
                <a:lnTo>
                  <a:pt x="1531338" y="2524448"/>
                </a:lnTo>
                <a:lnTo>
                  <a:pt x="1533668" y="2524448"/>
                </a:lnTo>
                <a:lnTo>
                  <a:pt x="1535999" y="2523671"/>
                </a:lnTo>
                <a:lnTo>
                  <a:pt x="1538329" y="2524448"/>
                </a:lnTo>
                <a:lnTo>
                  <a:pt x="1540659" y="2525224"/>
                </a:lnTo>
                <a:lnTo>
                  <a:pt x="1542990" y="2524448"/>
                </a:lnTo>
                <a:lnTo>
                  <a:pt x="1545320" y="2525224"/>
                </a:lnTo>
                <a:lnTo>
                  <a:pt x="1547651" y="2524448"/>
                </a:lnTo>
                <a:lnTo>
                  <a:pt x="1550758" y="2526000"/>
                </a:lnTo>
                <a:lnTo>
                  <a:pt x="1553088" y="2525224"/>
                </a:lnTo>
                <a:lnTo>
                  <a:pt x="1555419" y="2524448"/>
                </a:lnTo>
                <a:lnTo>
                  <a:pt x="1557749" y="2522895"/>
                </a:lnTo>
                <a:lnTo>
                  <a:pt x="1560080" y="2525224"/>
                </a:lnTo>
                <a:lnTo>
                  <a:pt x="1562410" y="2523671"/>
                </a:lnTo>
                <a:lnTo>
                  <a:pt x="1564740" y="2524448"/>
                </a:lnTo>
                <a:lnTo>
                  <a:pt x="1567071" y="2522895"/>
                </a:lnTo>
                <a:lnTo>
                  <a:pt x="1569401" y="2523671"/>
                </a:lnTo>
                <a:lnTo>
                  <a:pt x="1572509" y="2524448"/>
                </a:lnTo>
                <a:lnTo>
                  <a:pt x="1574839" y="2522895"/>
                </a:lnTo>
                <a:lnTo>
                  <a:pt x="1577169" y="2526000"/>
                </a:lnTo>
                <a:lnTo>
                  <a:pt x="1579500" y="2524448"/>
                </a:lnTo>
                <a:lnTo>
                  <a:pt x="1581830" y="2523671"/>
                </a:lnTo>
                <a:lnTo>
                  <a:pt x="1584161" y="2525224"/>
                </a:lnTo>
                <a:lnTo>
                  <a:pt x="1586491" y="2525224"/>
                </a:lnTo>
                <a:lnTo>
                  <a:pt x="1588822" y="2526000"/>
                </a:lnTo>
                <a:lnTo>
                  <a:pt x="1591929" y="2524448"/>
                </a:lnTo>
                <a:lnTo>
                  <a:pt x="1594259" y="2523671"/>
                </a:lnTo>
                <a:lnTo>
                  <a:pt x="1596590" y="2526000"/>
                </a:lnTo>
                <a:lnTo>
                  <a:pt x="1598920" y="2522895"/>
                </a:lnTo>
                <a:lnTo>
                  <a:pt x="1601251" y="2525224"/>
                </a:lnTo>
                <a:lnTo>
                  <a:pt x="1603581" y="2524448"/>
                </a:lnTo>
                <a:lnTo>
                  <a:pt x="1605911" y="2524448"/>
                </a:lnTo>
                <a:lnTo>
                  <a:pt x="1608242" y="2524448"/>
                </a:lnTo>
                <a:lnTo>
                  <a:pt x="1610572" y="2522895"/>
                </a:lnTo>
                <a:lnTo>
                  <a:pt x="1613679" y="2521342"/>
                </a:lnTo>
                <a:lnTo>
                  <a:pt x="1616010" y="2519013"/>
                </a:lnTo>
                <a:lnTo>
                  <a:pt x="1618340" y="2514355"/>
                </a:lnTo>
                <a:lnTo>
                  <a:pt x="1620671" y="2510473"/>
                </a:lnTo>
                <a:lnTo>
                  <a:pt x="1623001" y="2504262"/>
                </a:lnTo>
                <a:lnTo>
                  <a:pt x="1625332" y="2495723"/>
                </a:lnTo>
                <a:lnTo>
                  <a:pt x="1627662" y="2384673"/>
                </a:lnTo>
                <a:lnTo>
                  <a:pt x="1629992" y="2018161"/>
                </a:lnTo>
                <a:lnTo>
                  <a:pt x="1632323" y="2164136"/>
                </a:lnTo>
                <a:lnTo>
                  <a:pt x="1635430" y="2278291"/>
                </a:lnTo>
                <a:lnTo>
                  <a:pt x="1637761" y="2289160"/>
                </a:lnTo>
                <a:lnTo>
                  <a:pt x="1640091" y="2464637"/>
                </a:lnTo>
                <a:lnTo>
                  <a:pt x="1642421" y="2507368"/>
                </a:lnTo>
                <a:lnTo>
                  <a:pt x="1651743" y="2522895"/>
                </a:lnTo>
                <a:lnTo>
                  <a:pt x="1654073" y="2519790"/>
                </a:lnTo>
                <a:lnTo>
                  <a:pt x="1657181" y="2522895"/>
                </a:lnTo>
                <a:lnTo>
                  <a:pt x="1659511" y="2526777"/>
                </a:lnTo>
                <a:lnTo>
                  <a:pt x="1661842" y="2524448"/>
                </a:lnTo>
                <a:lnTo>
                  <a:pt x="1664172" y="2524448"/>
                </a:lnTo>
                <a:lnTo>
                  <a:pt x="1666502" y="2523671"/>
                </a:lnTo>
                <a:lnTo>
                  <a:pt x="1668833" y="2524448"/>
                </a:lnTo>
                <a:lnTo>
                  <a:pt x="1671163" y="2527553"/>
                </a:lnTo>
                <a:lnTo>
                  <a:pt x="1673494" y="2525224"/>
                </a:lnTo>
                <a:lnTo>
                  <a:pt x="1675824" y="2528329"/>
                </a:lnTo>
                <a:lnTo>
                  <a:pt x="1678931" y="2526777"/>
                </a:lnTo>
                <a:lnTo>
                  <a:pt x="1681293" y="2525224"/>
                </a:lnTo>
                <a:lnTo>
                  <a:pt x="1683623" y="2526777"/>
                </a:lnTo>
                <a:lnTo>
                  <a:pt x="1685954" y="2526000"/>
                </a:lnTo>
                <a:lnTo>
                  <a:pt x="1688284" y="2527553"/>
                </a:lnTo>
                <a:lnTo>
                  <a:pt x="1690615" y="2526777"/>
                </a:lnTo>
              </a:path>
              <a:path w="3408679" h="2536190">
                <a:moveTo>
                  <a:pt x="1690615" y="2526777"/>
                </a:moveTo>
                <a:lnTo>
                  <a:pt x="1692945" y="2526000"/>
                </a:lnTo>
                <a:lnTo>
                  <a:pt x="1695275" y="2529106"/>
                </a:lnTo>
                <a:lnTo>
                  <a:pt x="1697606" y="2527553"/>
                </a:lnTo>
                <a:lnTo>
                  <a:pt x="1700713" y="2526000"/>
                </a:lnTo>
                <a:lnTo>
                  <a:pt x="1703043" y="2526000"/>
                </a:lnTo>
                <a:lnTo>
                  <a:pt x="1705374" y="2525224"/>
                </a:lnTo>
                <a:lnTo>
                  <a:pt x="1707704" y="2525224"/>
                </a:lnTo>
                <a:lnTo>
                  <a:pt x="1710035" y="2526777"/>
                </a:lnTo>
                <a:lnTo>
                  <a:pt x="1712365" y="2528329"/>
                </a:lnTo>
                <a:lnTo>
                  <a:pt x="1714696" y="2527553"/>
                </a:lnTo>
                <a:lnTo>
                  <a:pt x="1717026" y="2526000"/>
                </a:lnTo>
                <a:lnTo>
                  <a:pt x="1720133" y="2526000"/>
                </a:lnTo>
                <a:lnTo>
                  <a:pt x="1722464" y="2527553"/>
                </a:lnTo>
                <a:lnTo>
                  <a:pt x="1724794" y="2526777"/>
                </a:lnTo>
                <a:lnTo>
                  <a:pt x="1727125" y="2527553"/>
                </a:lnTo>
                <a:lnTo>
                  <a:pt x="1729455" y="2528329"/>
                </a:lnTo>
                <a:lnTo>
                  <a:pt x="1731785" y="2525224"/>
                </a:lnTo>
                <a:lnTo>
                  <a:pt x="1734116" y="2527553"/>
                </a:lnTo>
                <a:lnTo>
                  <a:pt x="1736446" y="2529106"/>
                </a:lnTo>
                <a:lnTo>
                  <a:pt x="1738777" y="2528329"/>
                </a:lnTo>
                <a:lnTo>
                  <a:pt x="1741884" y="2526777"/>
                </a:lnTo>
                <a:lnTo>
                  <a:pt x="1744214" y="2527553"/>
                </a:lnTo>
                <a:lnTo>
                  <a:pt x="1746545" y="2527553"/>
                </a:lnTo>
                <a:lnTo>
                  <a:pt x="1748875" y="2527553"/>
                </a:lnTo>
                <a:lnTo>
                  <a:pt x="1751206" y="2527553"/>
                </a:lnTo>
                <a:lnTo>
                  <a:pt x="1753536" y="2529106"/>
                </a:lnTo>
                <a:lnTo>
                  <a:pt x="1755866" y="2528329"/>
                </a:lnTo>
                <a:lnTo>
                  <a:pt x="1758197" y="2527553"/>
                </a:lnTo>
                <a:lnTo>
                  <a:pt x="1760527" y="2529106"/>
                </a:lnTo>
                <a:lnTo>
                  <a:pt x="1763635" y="2529106"/>
                </a:lnTo>
                <a:lnTo>
                  <a:pt x="1765965" y="2526000"/>
                </a:lnTo>
                <a:lnTo>
                  <a:pt x="1768295" y="2527553"/>
                </a:lnTo>
                <a:lnTo>
                  <a:pt x="1770626" y="2528329"/>
                </a:lnTo>
                <a:lnTo>
                  <a:pt x="1772956" y="2527553"/>
                </a:lnTo>
                <a:lnTo>
                  <a:pt x="1775287" y="2527553"/>
                </a:lnTo>
                <a:lnTo>
                  <a:pt x="1777617" y="2526777"/>
                </a:lnTo>
                <a:lnTo>
                  <a:pt x="1779948" y="2529106"/>
                </a:lnTo>
                <a:lnTo>
                  <a:pt x="1782278" y="2527553"/>
                </a:lnTo>
                <a:lnTo>
                  <a:pt x="1785385" y="2528329"/>
                </a:lnTo>
                <a:lnTo>
                  <a:pt x="1787716" y="2527553"/>
                </a:lnTo>
                <a:lnTo>
                  <a:pt x="1790046" y="2529106"/>
                </a:lnTo>
                <a:lnTo>
                  <a:pt x="1792376" y="2526777"/>
                </a:lnTo>
                <a:lnTo>
                  <a:pt x="1794707" y="2529106"/>
                </a:lnTo>
                <a:lnTo>
                  <a:pt x="1797037" y="2526777"/>
                </a:lnTo>
                <a:lnTo>
                  <a:pt x="1799368" y="2528329"/>
                </a:lnTo>
                <a:lnTo>
                  <a:pt x="1801698" y="2529882"/>
                </a:lnTo>
                <a:lnTo>
                  <a:pt x="1804029" y="2529106"/>
                </a:lnTo>
                <a:lnTo>
                  <a:pt x="1807136" y="2527553"/>
                </a:lnTo>
                <a:lnTo>
                  <a:pt x="1809466" y="2528329"/>
                </a:lnTo>
                <a:lnTo>
                  <a:pt x="1811797" y="2525224"/>
                </a:lnTo>
                <a:lnTo>
                  <a:pt x="1814127" y="2525224"/>
                </a:lnTo>
                <a:lnTo>
                  <a:pt x="1816458" y="2525224"/>
                </a:lnTo>
                <a:lnTo>
                  <a:pt x="1818788" y="2525224"/>
                </a:lnTo>
                <a:lnTo>
                  <a:pt x="1821118" y="2526777"/>
                </a:lnTo>
                <a:lnTo>
                  <a:pt x="1823449" y="2526000"/>
                </a:lnTo>
                <a:lnTo>
                  <a:pt x="1826556" y="2525224"/>
                </a:lnTo>
                <a:lnTo>
                  <a:pt x="1828886" y="2526777"/>
                </a:lnTo>
                <a:lnTo>
                  <a:pt x="1831217" y="2526777"/>
                </a:lnTo>
                <a:lnTo>
                  <a:pt x="1833547" y="2525224"/>
                </a:lnTo>
                <a:lnTo>
                  <a:pt x="1835878" y="2526777"/>
                </a:lnTo>
                <a:lnTo>
                  <a:pt x="1838208" y="2528329"/>
                </a:lnTo>
                <a:lnTo>
                  <a:pt x="1840539" y="2526777"/>
                </a:lnTo>
                <a:lnTo>
                  <a:pt x="1842869" y="2525224"/>
                </a:lnTo>
                <a:lnTo>
                  <a:pt x="1845199" y="2528329"/>
                </a:lnTo>
                <a:lnTo>
                  <a:pt x="1848327" y="2525224"/>
                </a:lnTo>
                <a:lnTo>
                  <a:pt x="1850658" y="2524448"/>
                </a:lnTo>
                <a:lnTo>
                  <a:pt x="1852988" y="2524448"/>
                </a:lnTo>
                <a:lnTo>
                  <a:pt x="1855319" y="2526000"/>
                </a:lnTo>
                <a:lnTo>
                  <a:pt x="1857649" y="2526000"/>
                </a:lnTo>
                <a:lnTo>
                  <a:pt x="1859980" y="2524448"/>
                </a:lnTo>
                <a:lnTo>
                  <a:pt x="1862310" y="2526000"/>
                </a:lnTo>
                <a:lnTo>
                  <a:pt x="1864640" y="2526000"/>
                </a:lnTo>
                <a:lnTo>
                  <a:pt x="1866971" y="2526777"/>
                </a:lnTo>
                <a:lnTo>
                  <a:pt x="1870078" y="2525224"/>
                </a:lnTo>
                <a:lnTo>
                  <a:pt x="1872408" y="2523671"/>
                </a:lnTo>
                <a:lnTo>
                  <a:pt x="1874739" y="2525224"/>
                </a:lnTo>
                <a:lnTo>
                  <a:pt x="1877069" y="2523671"/>
                </a:lnTo>
                <a:lnTo>
                  <a:pt x="1879400" y="2519790"/>
                </a:lnTo>
                <a:lnTo>
                  <a:pt x="1881730" y="2512026"/>
                </a:lnTo>
                <a:lnTo>
                  <a:pt x="1884061" y="2498828"/>
                </a:lnTo>
                <a:lnTo>
                  <a:pt x="1886391" y="2488735"/>
                </a:lnTo>
                <a:lnTo>
                  <a:pt x="1888721" y="2478643"/>
                </a:lnTo>
                <a:lnTo>
                  <a:pt x="1891829" y="2435136"/>
                </a:lnTo>
                <a:lnTo>
                  <a:pt x="1894159" y="2051544"/>
                </a:lnTo>
                <a:lnTo>
                  <a:pt x="1896490" y="1340268"/>
                </a:lnTo>
                <a:lnTo>
                  <a:pt x="1898820" y="1902453"/>
                </a:lnTo>
                <a:lnTo>
                  <a:pt x="1901150" y="2036793"/>
                </a:lnTo>
                <a:lnTo>
                  <a:pt x="1903481" y="1977014"/>
                </a:lnTo>
                <a:lnTo>
                  <a:pt x="1905811" y="2356724"/>
                </a:lnTo>
                <a:lnTo>
                  <a:pt x="1908142" y="2487959"/>
                </a:lnTo>
                <a:lnTo>
                  <a:pt x="1910472" y="2505815"/>
                </a:lnTo>
                <a:lnTo>
                  <a:pt x="1913579" y="2512802"/>
                </a:lnTo>
                <a:lnTo>
                  <a:pt x="1915910" y="2520566"/>
                </a:lnTo>
                <a:lnTo>
                  <a:pt x="1918240" y="2522119"/>
                </a:lnTo>
                <a:lnTo>
                  <a:pt x="1920571" y="2524448"/>
                </a:lnTo>
                <a:lnTo>
                  <a:pt x="1922901" y="2523671"/>
                </a:lnTo>
                <a:lnTo>
                  <a:pt x="1925231" y="2526000"/>
                </a:lnTo>
                <a:lnTo>
                  <a:pt x="1927562" y="2526000"/>
                </a:lnTo>
                <a:lnTo>
                  <a:pt x="1929892" y="2526000"/>
                </a:lnTo>
                <a:lnTo>
                  <a:pt x="1932223" y="2526000"/>
                </a:lnTo>
                <a:lnTo>
                  <a:pt x="1935330" y="2526000"/>
                </a:lnTo>
                <a:lnTo>
                  <a:pt x="1937660" y="2525224"/>
                </a:lnTo>
                <a:lnTo>
                  <a:pt x="1939991" y="2528329"/>
                </a:lnTo>
                <a:lnTo>
                  <a:pt x="1942321" y="2526777"/>
                </a:lnTo>
                <a:lnTo>
                  <a:pt x="1944652" y="2527553"/>
                </a:lnTo>
                <a:lnTo>
                  <a:pt x="1946982" y="2529106"/>
                </a:lnTo>
                <a:lnTo>
                  <a:pt x="1949313" y="2528329"/>
                </a:lnTo>
                <a:lnTo>
                  <a:pt x="1951643" y="2528329"/>
                </a:lnTo>
                <a:lnTo>
                  <a:pt x="1954750" y="2529106"/>
                </a:lnTo>
                <a:lnTo>
                  <a:pt x="1957081" y="2528329"/>
                </a:lnTo>
                <a:lnTo>
                  <a:pt x="1959411" y="2529106"/>
                </a:lnTo>
                <a:lnTo>
                  <a:pt x="1961741" y="2527553"/>
                </a:lnTo>
                <a:lnTo>
                  <a:pt x="1964072" y="2528329"/>
                </a:lnTo>
                <a:lnTo>
                  <a:pt x="1966402" y="2528329"/>
                </a:lnTo>
                <a:lnTo>
                  <a:pt x="1968733" y="2529106"/>
                </a:lnTo>
                <a:lnTo>
                  <a:pt x="1971063" y="2526777"/>
                </a:lnTo>
                <a:lnTo>
                  <a:pt x="1973394" y="2528329"/>
                </a:lnTo>
                <a:lnTo>
                  <a:pt x="1976501" y="2529106"/>
                </a:lnTo>
                <a:lnTo>
                  <a:pt x="1978831" y="2528329"/>
                </a:lnTo>
                <a:lnTo>
                  <a:pt x="1981162" y="2527553"/>
                </a:lnTo>
                <a:lnTo>
                  <a:pt x="1983492" y="2528329"/>
                </a:lnTo>
                <a:lnTo>
                  <a:pt x="1985823" y="2529106"/>
                </a:lnTo>
                <a:lnTo>
                  <a:pt x="1988153" y="2529106"/>
                </a:lnTo>
                <a:lnTo>
                  <a:pt x="1990483" y="2529106"/>
                </a:lnTo>
                <a:lnTo>
                  <a:pt x="1992814" y="2528329"/>
                </a:lnTo>
                <a:lnTo>
                  <a:pt x="1995144" y="2528329"/>
                </a:lnTo>
                <a:lnTo>
                  <a:pt x="1998251" y="2529106"/>
                </a:lnTo>
                <a:lnTo>
                  <a:pt x="2000582" y="2529106"/>
                </a:lnTo>
                <a:lnTo>
                  <a:pt x="2002912" y="2529106"/>
                </a:lnTo>
                <a:lnTo>
                  <a:pt x="2005243" y="2529882"/>
                </a:lnTo>
                <a:lnTo>
                  <a:pt x="2007573" y="2529106"/>
                </a:lnTo>
                <a:lnTo>
                  <a:pt x="2009904" y="2529106"/>
                </a:lnTo>
                <a:lnTo>
                  <a:pt x="2012234" y="2527553"/>
                </a:lnTo>
                <a:lnTo>
                  <a:pt x="2014596" y="2529882"/>
                </a:lnTo>
                <a:lnTo>
                  <a:pt x="2016926" y="2529882"/>
                </a:lnTo>
                <a:lnTo>
                  <a:pt x="2020033" y="2530659"/>
                </a:lnTo>
                <a:lnTo>
                  <a:pt x="2022364" y="2529106"/>
                </a:lnTo>
                <a:lnTo>
                  <a:pt x="2024694" y="2529106"/>
                </a:lnTo>
                <a:lnTo>
                  <a:pt x="2027024" y="2529882"/>
                </a:lnTo>
                <a:lnTo>
                  <a:pt x="2029355" y="2528329"/>
                </a:lnTo>
                <a:lnTo>
                  <a:pt x="2031685" y="2529882"/>
                </a:lnTo>
                <a:lnTo>
                  <a:pt x="2034016" y="2529882"/>
                </a:lnTo>
                <a:lnTo>
                  <a:pt x="2036346" y="2529882"/>
                </a:lnTo>
                <a:lnTo>
                  <a:pt x="2038677" y="2529882"/>
                </a:lnTo>
                <a:lnTo>
                  <a:pt x="2041784" y="2527553"/>
                </a:lnTo>
                <a:lnTo>
                  <a:pt x="2044114" y="2528329"/>
                </a:lnTo>
                <a:lnTo>
                  <a:pt x="2046445" y="2527553"/>
                </a:lnTo>
                <a:lnTo>
                  <a:pt x="2048775" y="2527553"/>
                </a:lnTo>
                <a:lnTo>
                  <a:pt x="2051106" y="2529882"/>
                </a:lnTo>
                <a:lnTo>
                  <a:pt x="2053436" y="2527553"/>
                </a:lnTo>
                <a:lnTo>
                  <a:pt x="2055766" y="2528329"/>
                </a:lnTo>
                <a:lnTo>
                  <a:pt x="2058097" y="2528329"/>
                </a:lnTo>
                <a:lnTo>
                  <a:pt x="2060427" y="2529882"/>
                </a:lnTo>
                <a:lnTo>
                  <a:pt x="2063534" y="2528329"/>
                </a:lnTo>
                <a:lnTo>
                  <a:pt x="2065865" y="2529106"/>
                </a:lnTo>
                <a:lnTo>
                  <a:pt x="2068195" y="2529882"/>
                </a:lnTo>
                <a:lnTo>
                  <a:pt x="2070526" y="2526777"/>
                </a:lnTo>
                <a:lnTo>
                  <a:pt x="2072856" y="2529106"/>
                </a:lnTo>
                <a:lnTo>
                  <a:pt x="2075187" y="2529882"/>
                </a:lnTo>
                <a:lnTo>
                  <a:pt x="2077517" y="2527553"/>
                </a:lnTo>
                <a:lnTo>
                  <a:pt x="2079847" y="2529882"/>
                </a:lnTo>
                <a:lnTo>
                  <a:pt x="2082955" y="2529882"/>
                </a:lnTo>
                <a:lnTo>
                  <a:pt x="2085285" y="2529106"/>
                </a:lnTo>
                <a:lnTo>
                  <a:pt x="2087616" y="2529106"/>
                </a:lnTo>
                <a:lnTo>
                  <a:pt x="2089946" y="2528329"/>
                </a:lnTo>
                <a:lnTo>
                  <a:pt x="2092276" y="2530659"/>
                </a:lnTo>
                <a:lnTo>
                  <a:pt x="2094607" y="2526777"/>
                </a:lnTo>
                <a:lnTo>
                  <a:pt x="2096937" y="2528329"/>
                </a:lnTo>
                <a:lnTo>
                  <a:pt x="2099268" y="2528329"/>
                </a:lnTo>
                <a:lnTo>
                  <a:pt x="2101598" y="2530659"/>
                </a:lnTo>
                <a:lnTo>
                  <a:pt x="2104705" y="2527553"/>
                </a:lnTo>
                <a:lnTo>
                  <a:pt x="2107036" y="2529882"/>
                </a:lnTo>
                <a:lnTo>
                  <a:pt x="2109366" y="2529106"/>
                </a:lnTo>
                <a:lnTo>
                  <a:pt x="2111697" y="2528329"/>
                </a:lnTo>
                <a:lnTo>
                  <a:pt x="2114027" y="2529106"/>
                </a:lnTo>
                <a:lnTo>
                  <a:pt x="2116357" y="2529106"/>
                </a:lnTo>
                <a:lnTo>
                  <a:pt x="2118688" y="2527553"/>
                </a:lnTo>
                <a:lnTo>
                  <a:pt x="2121018" y="2528329"/>
                </a:lnTo>
                <a:lnTo>
                  <a:pt x="2123349" y="2526777"/>
                </a:lnTo>
                <a:lnTo>
                  <a:pt x="2126456" y="2522119"/>
                </a:lnTo>
                <a:lnTo>
                  <a:pt x="2128786" y="2514355"/>
                </a:lnTo>
                <a:lnTo>
                  <a:pt x="2131117" y="2510473"/>
                </a:lnTo>
                <a:lnTo>
                  <a:pt x="2133447" y="2506592"/>
                </a:lnTo>
                <a:lnTo>
                  <a:pt x="2135778" y="2493393"/>
                </a:lnTo>
                <a:lnTo>
                  <a:pt x="2138108" y="2387002"/>
                </a:lnTo>
                <a:lnTo>
                  <a:pt x="2140438" y="1975461"/>
                </a:lnTo>
                <a:lnTo>
                  <a:pt x="2142769" y="2075611"/>
                </a:lnTo>
                <a:lnTo>
                  <a:pt x="2145099" y="2360606"/>
                </a:lnTo>
                <a:lnTo>
                  <a:pt x="2148207" y="2225499"/>
                </a:lnTo>
                <a:lnTo>
                  <a:pt x="2150537" y="2314780"/>
                </a:lnTo>
                <a:lnTo>
                  <a:pt x="2152867" y="2477835"/>
                </a:lnTo>
                <a:lnTo>
                  <a:pt x="2157528" y="2520566"/>
                </a:lnTo>
                <a:lnTo>
                  <a:pt x="2162189" y="2526000"/>
                </a:lnTo>
                <a:lnTo>
                  <a:pt x="2164520" y="2528329"/>
                </a:lnTo>
                <a:lnTo>
                  <a:pt x="2166850" y="2526777"/>
                </a:lnTo>
                <a:lnTo>
                  <a:pt x="2169957" y="2528329"/>
                </a:lnTo>
                <a:lnTo>
                  <a:pt x="2172288" y="2528329"/>
                </a:lnTo>
                <a:lnTo>
                  <a:pt x="2174618" y="2529106"/>
                </a:lnTo>
                <a:lnTo>
                  <a:pt x="2176948" y="2528329"/>
                </a:lnTo>
                <a:lnTo>
                  <a:pt x="2179279" y="2528329"/>
                </a:lnTo>
                <a:lnTo>
                  <a:pt x="2181630" y="2529882"/>
                </a:lnTo>
                <a:lnTo>
                  <a:pt x="2183960" y="2529882"/>
                </a:lnTo>
                <a:lnTo>
                  <a:pt x="2186291" y="2529882"/>
                </a:lnTo>
                <a:lnTo>
                  <a:pt x="2188621" y="2529882"/>
                </a:lnTo>
                <a:lnTo>
                  <a:pt x="2191729" y="2529882"/>
                </a:lnTo>
                <a:lnTo>
                  <a:pt x="2194059" y="2529882"/>
                </a:lnTo>
                <a:lnTo>
                  <a:pt x="2196389" y="2530659"/>
                </a:lnTo>
                <a:lnTo>
                  <a:pt x="2198720" y="2530659"/>
                </a:lnTo>
                <a:lnTo>
                  <a:pt x="2201050" y="2529882"/>
                </a:lnTo>
                <a:lnTo>
                  <a:pt x="2203381" y="2531435"/>
                </a:lnTo>
                <a:lnTo>
                  <a:pt x="2205711" y="2529882"/>
                </a:lnTo>
                <a:lnTo>
                  <a:pt x="2208042" y="2530659"/>
                </a:lnTo>
                <a:lnTo>
                  <a:pt x="2211149" y="2531435"/>
                </a:lnTo>
                <a:lnTo>
                  <a:pt x="2213479" y="2531435"/>
                </a:lnTo>
                <a:lnTo>
                  <a:pt x="2215810" y="2530659"/>
                </a:lnTo>
                <a:lnTo>
                  <a:pt x="2218140" y="2531435"/>
                </a:lnTo>
                <a:lnTo>
                  <a:pt x="2220470" y="2531435"/>
                </a:lnTo>
                <a:lnTo>
                  <a:pt x="2222801" y="2531435"/>
                </a:lnTo>
                <a:lnTo>
                  <a:pt x="2225131" y="2531435"/>
                </a:lnTo>
                <a:lnTo>
                  <a:pt x="2227462" y="2529882"/>
                </a:lnTo>
                <a:lnTo>
                  <a:pt x="2229792" y="2532211"/>
                </a:lnTo>
                <a:lnTo>
                  <a:pt x="2232899" y="2531435"/>
                </a:lnTo>
                <a:lnTo>
                  <a:pt x="2235230" y="2529882"/>
                </a:lnTo>
                <a:lnTo>
                  <a:pt x="2237560" y="2529882"/>
                </a:lnTo>
                <a:lnTo>
                  <a:pt x="2239891" y="2532988"/>
                </a:lnTo>
                <a:lnTo>
                  <a:pt x="2242221" y="2530659"/>
                </a:lnTo>
                <a:lnTo>
                  <a:pt x="2244552" y="2531435"/>
                </a:lnTo>
                <a:lnTo>
                  <a:pt x="2246882" y="2532988"/>
                </a:lnTo>
                <a:lnTo>
                  <a:pt x="2249212" y="2530659"/>
                </a:lnTo>
                <a:lnTo>
                  <a:pt x="2251543" y="2530659"/>
                </a:lnTo>
                <a:lnTo>
                  <a:pt x="2254650" y="2530659"/>
                </a:lnTo>
                <a:lnTo>
                  <a:pt x="2256980" y="2530659"/>
                </a:lnTo>
                <a:lnTo>
                  <a:pt x="2259311" y="2531435"/>
                </a:lnTo>
                <a:lnTo>
                  <a:pt x="2261641" y="2530659"/>
                </a:lnTo>
                <a:lnTo>
                  <a:pt x="2263972" y="2529106"/>
                </a:lnTo>
                <a:lnTo>
                  <a:pt x="2266302" y="2532211"/>
                </a:lnTo>
                <a:lnTo>
                  <a:pt x="2268633" y="2529882"/>
                </a:lnTo>
                <a:lnTo>
                  <a:pt x="2270963" y="2530659"/>
                </a:lnTo>
                <a:lnTo>
                  <a:pt x="2273293" y="2531435"/>
                </a:lnTo>
                <a:lnTo>
                  <a:pt x="2276401" y="2529882"/>
                </a:lnTo>
                <a:lnTo>
                  <a:pt x="2278731" y="2530659"/>
                </a:lnTo>
                <a:lnTo>
                  <a:pt x="2281062" y="2530659"/>
                </a:lnTo>
                <a:lnTo>
                  <a:pt x="2283392" y="2531435"/>
                </a:lnTo>
                <a:lnTo>
                  <a:pt x="2285722" y="2532211"/>
                </a:lnTo>
                <a:lnTo>
                  <a:pt x="2288053" y="2532211"/>
                </a:lnTo>
                <a:lnTo>
                  <a:pt x="2290383" y="2529882"/>
                </a:lnTo>
                <a:lnTo>
                  <a:pt x="2292714" y="2532211"/>
                </a:lnTo>
                <a:lnTo>
                  <a:pt x="2295044" y="2531435"/>
                </a:lnTo>
                <a:lnTo>
                  <a:pt x="2298151" y="2532988"/>
                </a:lnTo>
                <a:lnTo>
                  <a:pt x="2300482" y="2532988"/>
                </a:lnTo>
                <a:lnTo>
                  <a:pt x="2302812" y="2532211"/>
                </a:lnTo>
                <a:lnTo>
                  <a:pt x="2305143" y="2529882"/>
                </a:lnTo>
                <a:lnTo>
                  <a:pt x="2307473" y="2531435"/>
                </a:lnTo>
                <a:lnTo>
                  <a:pt x="2309803" y="2532211"/>
                </a:lnTo>
                <a:lnTo>
                  <a:pt x="2312134" y="2531435"/>
                </a:lnTo>
                <a:lnTo>
                  <a:pt x="2314464" y="2530659"/>
                </a:lnTo>
                <a:lnTo>
                  <a:pt x="2316795" y="2529106"/>
                </a:lnTo>
                <a:lnTo>
                  <a:pt x="2319902" y="2532988"/>
                </a:lnTo>
                <a:lnTo>
                  <a:pt x="2322232" y="2532211"/>
                </a:lnTo>
                <a:lnTo>
                  <a:pt x="2324563" y="2532211"/>
                </a:lnTo>
                <a:lnTo>
                  <a:pt x="2326893" y="2530659"/>
                </a:lnTo>
                <a:lnTo>
                  <a:pt x="2329224" y="2531435"/>
                </a:lnTo>
                <a:lnTo>
                  <a:pt x="2331554" y="2530659"/>
                </a:lnTo>
                <a:lnTo>
                  <a:pt x="2333885" y="2531435"/>
                </a:lnTo>
                <a:lnTo>
                  <a:pt x="2336215" y="2531435"/>
                </a:lnTo>
                <a:lnTo>
                  <a:pt x="2339322" y="2531435"/>
                </a:lnTo>
                <a:lnTo>
                  <a:pt x="2341653" y="2531435"/>
                </a:lnTo>
                <a:lnTo>
                  <a:pt x="2343983" y="2532211"/>
                </a:lnTo>
                <a:lnTo>
                  <a:pt x="2346313" y="2532211"/>
                </a:lnTo>
                <a:lnTo>
                  <a:pt x="2348675" y="2532211"/>
                </a:lnTo>
                <a:lnTo>
                  <a:pt x="2351005" y="2532211"/>
                </a:lnTo>
                <a:lnTo>
                  <a:pt x="2353336" y="2532211"/>
                </a:lnTo>
                <a:lnTo>
                  <a:pt x="2355666" y="2531435"/>
                </a:lnTo>
                <a:lnTo>
                  <a:pt x="2357997" y="2532211"/>
                </a:lnTo>
                <a:lnTo>
                  <a:pt x="2361104" y="2531435"/>
                </a:lnTo>
                <a:lnTo>
                  <a:pt x="2363434" y="2532211"/>
                </a:lnTo>
                <a:lnTo>
                  <a:pt x="2365765" y="2530659"/>
                </a:lnTo>
                <a:lnTo>
                  <a:pt x="2368095" y="2530659"/>
                </a:lnTo>
                <a:lnTo>
                  <a:pt x="2370426" y="2531435"/>
                </a:lnTo>
                <a:lnTo>
                  <a:pt x="2372756" y="2532988"/>
                </a:lnTo>
                <a:lnTo>
                  <a:pt x="2375086" y="2531435"/>
                </a:lnTo>
                <a:lnTo>
                  <a:pt x="2377417" y="2532211"/>
                </a:lnTo>
                <a:lnTo>
                  <a:pt x="2379747" y="2531435"/>
                </a:lnTo>
                <a:lnTo>
                  <a:pt x="2382855" y="2532988"/>
                </a:lnTo>
                <a:lnTo>
                  <a:pt x="2385185" y="2531435"/>
                </a:lnTo>
                <a:lnTo>
                  <a:pt x="2387515" y="2530659"/>
                </a:lnTo>
                <a:lnTo>
                  <a:pt x="2389846" y="2532211"/>
                </a:lnTo>
                <a:lnTo>
                  <a:pt x="2392176" y="2533764"/>
                </a:lnTo>
                <a:lnTo>
                  <a:pt x="2394507" y="2532988"/>
                </a:lnTo>
                <a:lnTo>
                  <a:pt x="2396837" y="2532988"/>
                </a:lnTo>
                <a:lnTo>
                  <a:pt x="2399168" y="2530659"/>
                </a:lnTo>
                <a:lnTo>
                  <a:pt x="2401498" y="2530659"/>
                </a:lnTo>
                <a:lnTo>
                  <a:pt x="2404605" y="2531435"/>
                </a:lnTo>
                <a:lnTo>
                  <a:pt x="2406936" y="2531435"/>
                </a:lnTo>
                <a:lnTo>
                  <a:pt x="2409266" y="2532211"/>
                </a:lnTo>
                <a:lnTo>
                  <a:pt x="2411596" y="2532988"/>
                </a:lnTo>
                <a:lnTo>
                  <a:pt x="2413927" y="2531435"/>
                </a:lnTo>
                <a:lnTo>
                  <a:pt x="2416257" y="2532211"/>
                </a:lnTo>
                <a:lnTo>
                  <a:pt x="2418588" y="2531435"/>
                </a:lnTo>
                <a:lnTo>
                  <a:pt x="2420918" y="2531435"/>
                </a:lnTo>
                <a:lnTo>
                  <a:pt x="2423249" y="2532988"/>
                </a:lnTo>
                <a:lnTo>
                  <a:pt x="2426356" y="2532211"/>
                </a:lnTo>
                <a:lnTo>
                  <a:pt x="2428686" y="2531435"/>
                </a:lnTo>
                <a:lnTo>
                  <a:pt x="2431017" y="2532988"/>
                </a:lnTo>
                <a:lnTo>
                  <a:pt x="2433347" y="2532988"/>
                </a:lnTo>
                <a:lnTo>
                  <a:pt x="2435678" y="2532211"/>
                </a:lnTo>
                <a:lnTo>
                  <a:pt x="2438008" y="2532211"/>
                </a:lnTo>
                <a:lnTo>
                  <a:pt x="2440338" y="2531435"/>
                </a:lnTo>
                <a:lnTo>
                  <a:pt x="2442669" y="2533764"/>
                </a:lnTo>
                <a:lnTo>
                  <a:pt x="2444999" y="2532211"/>
                </a:lnTo>
                <a:lnTo>
                  <a:pt x="2448106" y="2530659"/>
                </a:lnTo>
                <a:lnTo>
                  <a:pt x="2450437" y="2532988"/>
                </a:lnTo>
                <a:lnTo>
                  <a:pt x="2452767" y="2532988"/>
                </a:lnTo>
                <a:lnTo>
                  <a:pt x="2455098" y="2532211"/>
                </a:lnTo>
                <a:lnTo>
                  <a:pt x="2457428" y="2531435"/>
                </a:lnTo>
                <a:lnTo>
                  <a:pt x="2459759" y="2532211"/>
                </a:lnTo>
                <a:lnTo>
                  <a:pt x="2462089" y="2532988"/>
                </a:lnTo>
                <a:lnTo>
                  <a:pt x="2464419" y="2532211"/>
                </a:lnTo>
                <a:lnTo>
                  <a:pt x="2467527" y="2532211"/>
                </a:lnTo>
                <a:lnTo>
                  <a:pt x="2469857" y="2532211"/>
                </a:lnTo>
                <a:lnTo>
                  <a:pt x="2472188" y="2531435"/>
                </a:lnTo>
                <a:lnTo>
                  <a:pt x="2474518" y="2532988"/>
                </a:lnTo>
                <a:lnTo>
                  <a:pt x="2476848" y="2532211"/>
                </a:lnTo>
                <a:lnTo>
                  <a:pt x="2479179" y="2531435"/>
                </a:lnTo>
                <a:lnTo>
                  <a:pt x="2481509" y="2529882"/>
                </a:lnTo>
                <a:lnTo>
                  <a:pt x="2483840" y="2530659"/>
                </a:lnTo>
                <a:lnTo>
                  <a:pt x="2486170" y="2532988"/>
                </a:lnTo>
                <a:lnTo>
                  <a:pt x="2489277" y="2532988"/>
                </a:lnTo>
                <a:lnTo>
                  <a:pt x="2491608" y="2531435"/>
                </a:lnTo>
                <a:lnTo>
                  <a:pt x="2493938" y="2533764"/>
                </a:lnTo>
                <a:lnTo>
                  <a:pt x="2496269" y="2531435"/>
                </a:lnTo>
                <a:lnTo>
                  <a:pt x="2498599" y="2532211"/>
                </a:lnTo>
                <a:lnTo>
                  <a:pt x="2500929" y="2532211"/>
                </a:lnTo>
                <a:lnTo>
                  <a:pt x="2503260" y="2530659"/>
                </a:lnTo>
                <a:lnTo>
                  <a:pt x="2505590" y="2532988"/>
                </a:lnTo>
                <a:lnTo>
                  <a:pt x="2507921" y="2531435"/>
                </a:lnTo>
                <a:lnTo>
                  <a:pt x="2511028" y="2532211"/>
                </a:lnTo>
                <a:lnTo>
                  <a:pt x="2513389" y="2532211"/>
                </a:lnTo>
                <a:lnTo>
                  <a:pt x="2515720" y="2532211"/>
                </a:lnTo>
                <a:lnTo>
                  <a:pt x="2518050" y="2532988"/>
                </a:lnTo>
                <a:lnTo>
                  <a:pt x="2520381" y="2532211"/>
                </a:lnTo>
                <a:lnTo>
                  <a:pt x="2522711" y="2531435"/>
                </a:lnTo>
                <a:lnTo>
                  <a:pt x="2525042" y="2531435"/>
                </a:lnTo>
                <a:lnTo>
                  <a:pt x="2527372" y="2532988"/>
                </a:lnTo>
                <a:lnTo>
                  <a:pt x="2529702" y="2531435"/>
                </a:lnTo>
                <a:lnTo>
                  <a:pt x="2532810" y="2532988"/>
                </a:lnTo>
                <a:lnTo>
                  <a:pt x="2535140" y="2531435"/>
                </a:lnTo>
                <a:lnTo>
                  <a:pt x="2537471" y="2532988"/>
                </a:lnTo>
                <a:lnTo>
                  <a:pt x="2539801" y="2531435"/>
                </a:lnTo>
                <a:lnTo>
                  <a:pt x="2542131" y="2531435"/>
                </a:lnTo>
                <a:lnTo>
                  <a:pt x="2544462" y="2532211"/>
                </a:lnTo>
                <a:lnTo>
                  <a:pt x="2546792" y="2532211"/>
                </a:lnTo>
                <a:lnTo>
                  <a:pt x="2549123" y="2532211"/>
                </a:lnTo>
                <a:lnTo>
                  <a:pt x="2551453" y="2533764"/>
                </a:lnTo>
                <a:lnTo>
                  <a:pt x="2554560" y="2532211"/>
                </a:lnTo>
                <a:lnTo>
                  <a:pt x="2566212" y="2532211"/>
                </a:lnTo>
                <a:lnTo>
                  <a:pt x="2568543" y="2530659"/>
                </a:lnTo>
                <a:lnTo>
                  <a:pt x="2570873" y="2529882"/>
                </a:lnTo>
                <a:lnTo>
                  <a:pt x="2573204" y="2529882"/>
                </a:lnTo>
                <a:lnTo>
                  <a:pt x="2576311" y="2529106"/>
                </a:lnTo>
                <a:lnTo>
                  <a:pt x="2578641" y="2527553"/>
                </a:lnTo>
                <a:lnTo>
                  <a:pt x="2580972" y="2525224"/>
                </a:lnTo>
                <a:lnTo>
                  <a:pt x="2583302" y="2524448"/>
                </a:lnTo>
                <a:lnTo>
                  <a:pt x="2585633" y="2515131"/>
                </a:lnTo>
                <a:lnTo>
                  <a:pt x="2587963" y="2463085"/>
                </a:lnTo>
                <a:lnTo>
                  <a:pt x="2590294" y="2313227"/>
                </a:lnTo>
                <a:lnTo>
                  <a:pt x="2592624" y="2391660"/>
                </a:lnTo>
                <a:lnTo>
                  <a:pt x="2595731" y="2496499"/>
                </a:lnTo>
                <a:lnTo>
                  <a:pt x="2598062" y="2451439"/>
                </a:lnTo>
                <a:lnTo>
                  <a:pt x="2600392" y="2420385"/>
                </a:lnTo>
                <a:lnTo>
                  <a:pt x="2602722" y="2498052"/>
                </a:lnTo>
                <a:lnTo>
                  <a:pt x="2605053" y="2524448"/>
                </a:lnTo>
                <a:lnTo>
                  <a:pt x="2607383" y="2528329"/>
                </a:lnTo>
                <a:lnTo>
                  <a:pt x="2609714" y="2529106"/>
                </a:lnTo>
                <a:lnTo>
                  <a:pt x="2612044" y="2530659"/>
                </a:lnTo>
                <a:lnTo>
                  <a:pt x="2614375" y="2532211"/>
                </a:lnTo>
                <a:lnTo>
                  <a:pt x="2617482" y="2531435"/>
                </a:lnTo>
                <a:lnTo>
                  <a:pt x="2619812" y="2532211"/>
                </a:lnTo>
                <a:lnTo>
                  <a:pt x="2622143" y="2531435"/>
                </a:lnTo>
                <a:lnTo>
                  <a:pt x="2624473" y="2529882"/>
                </a:lnTo>
                <a:lnTo>
                  <a:pt x="2626804" y="2532211"/>
                </a:lnTo>
                <a:lnTo>
                  <a:pt x="2629134" y="2531435"/>
                </a:lnTo>
                <a:lnTo>
                  <a:pt x="2631464" y="2530659"/>
                </a:lnTo>
                <a:lnTo>
                  <a:pt x="2633795" y="2531435"/>
                </a:lnTo>
                <a:lnTo>
                  <a:pt x="2636125" y="2532988"/>
                </a:lnTo>
                <a:lnTo>
                  <a:pt x="2639232" y="2532211"/>
                </a:lnTo>
                <a:lnTo>
                  <a:pt x="2641563" y="2532988"/>
                </a:lnTo>
                <a:lnTo>
                  <a:pt x="2643893" y="2532988"/>
                </a:lnTo>
                <a:lnTo>
                  <a:pt x="2646224" y="2532988"/>
                </a:lnTo>
                <a:lnTo>
                  <a:pt x="2648554" y="2531435"/>
                </a:lnTo>
                <a:lnTo>
                  <a:pt x="2650885" y="2530659"/>
                </a:lnTo>
                <a:lnTo>
                  <a:pt x="2653215" y="2532988"/>
                </a:lnTo>
                <a:lnTo>
                  <a:pt x="2655545" y="2532988"/>
                </a:lnTo>
                <a:lnTo>
                  <a:pt x="2657876" y="2533764"/>
                </a:lnTo>
                <a:lnTo>
                  <a:pt x="2660983" y="2532211"/>
                </a:lnTo>
                <a:lnTo>
                  <a:pt x="2663314" y="2532211"/>
                </a:lnTo>
                <a:lnTo>
                  <a:pt x="2665644" y="2531435"/>
                </a:lnTo>
                <a:lnTo>
                  <a:pt x="2667974" y="2532988"/>
                </a:lnTo>
                <a:lnTo>
                  <a:pt x="2670305" y="2531435"/>
                </a:lnTo>
                <a:lnTo>
                  <a:pt x="2672635" y="2532211"/>
                </a:lnTo>
                <a:lnTo>
                  <a:pt x="2674966" y="2533764"/>
                </a:lnTo>
                <a:lnTo>
                  <a:pt x="2677296" y="2529882"/>
                </a:lnTo>
                <a:lnTo>
                  <a:pt x="2679626" y="2530659"/>
                </a:lnTo>
                <a:lnTo>
                  <a:pt x="2682754" y="2532211"/>
                </a:lnTo>
                <a:lnTo>
                  <a:pt x="2685085" y="2531435"/>
                </a:lnTo>
                <a:lnTo>
                  <a:pt x="2687415" y="2532988"/>
                </a:lnTo>
                <a:lnTo>
                  <a:pt x="2689746" y="2532211"/>
                </a:lnTo>
                <a:lnTo>
                  <a:pt x="2692076" y="2532211"/>
                </a:lnTo>
                <a:lnTo>
                  <a:pt x="2694407" y="2530659"/>
                </a:lnTo>
                <a:lnTo>
                  <a:pt x="2696737" y="2532211"/>
                </a:lnTo>
                <a:lnTo>
                  <a:pt x="2699067" y="2532988"/>
                </a:lnTo>
                <a:lnTo>
                  <a:pt x="2701398" y="2532211"/>
                </a:lnTo>
                <a:lnTo>
                  <a:pt x="2704505" y="2531435"/>
                </a:lnTo>
                <a:lnTo>
                  <a:pt x="2706836" y="2532211"/>
                </a:lnTo>
                <a:lnTo>
                  <a:pt x="2709166" y="2532988"/>
                </a:lnTo>
                <a:lnTo>
                  <a:pt x="2711496" y="2532211"/>
                </a:lnTo>
                <a:lnTo>
                  <a:pt x="2713827" y="2531435"/>
                </a:lnTo>
                <a:lnTo>
                  <a:pt x="2716157" y="2533764"/>
                </a:lnTo>
                <a:lnTo>
                  <a:pt x="2718488" y="2530659"/>
                </a:lnTo>
                <a:lnTo>
                  <a:pt x="2720818" y="2530659"/>
                </a:lnTo>
                <a:lnTo>
                  <a:pt x="2723925" y="2532211"/>
                </a:lnTo>
                <a:lnTo>
                  <a:pt x="2726256" y="2531435"/>
                </a:lnTo>
                <a:lnTo>
                  <a:pt x="2728586" y="2532988"/>
                </a:lnTo>
                <a:lnTo>
                  <a:pt x="2730917" y="2531435"/>
                </a:lnTo>
                <a:lnTo>
                  <a:pt x="2733247" y="2532211"/>
                </a:lnTo>
                <a:lnTo>
                  <a:pt x="2735577" y="2533764"/>
                </a:lnTo>
                <a:lnTo>
                  <a:pt x="2737908" y="2532988"/>
                </a:lnTo>
                <a:lnTo>
                  <a:pt x="2740238" y="2532988"/>
                </a:lnTo>
                <a:lnTo>
                  <a:pt x="2742569" y="2531435"/>
                </a:lnTo>
                <a:lnTo>
                  <a:pt x="2745676" y="2530659"/>
                </a:lnTo>
                <a:lnTo>
                  <a:pt x="2748006" y="2532988"/>
                </a:lnTo>
                <a:lnTo>
                  <a:pt x="2750337" y="2533764"/>
                </a:lnTo>
                <a:lnTo>
                  <a:pt x="2752667" y="2530659"/>
                </a:lnTo>
                <a:lnTo>
                  <a:pt x="2754998" y="2532211"/>
                </a:lnTo>
                <a:lnTo>
                  <a:pt x="2757328" y="2532988"/>
                </a:lnTo>
                <a:lnTo>
                  <a:pt x="2759658" y="2532211"/>
                </a:lnTo>
                <a:lnTo>
                  <a:pt x="2761989" y="2532988"/>
                </a:lnTo>
                <a:lnTo>
                  <a:pt x="2764319" y="2530659"/>
                </a:lnTo>
                <a:lnTo>
                  <a:pt x="2767427" y="2531435"/>
                </a:lnTo>
                <a:lnTo>
                  <a:pt x="2769757" y="2531435"/>
                </a:lnTo>
                <a:lnTo>
                  <a:pt x="2772087" y="2532211"/>
                </a:lnTo>
                <a:lnTo>
                  <a:pt x="2774418" y="2530659"/>
                </a:lnTo>
                <a:lnTo>
                  <a:pt x="2776748" y="2529882"/>
                </a:lnTo>
                <a:lnTo>
                  <a:pt x="2779079" y="2529106"/>
                </a:lnTo>
                <a:lnTo>
                  <a:pt x="2781409" y="2527553"/>
                </a:lnTo>
                <a:lnTo>
                  <a:pt x="2783740" y="2524448"/>
                </a:lnTo>
                <a:lnTo>
                  <a:pt x="2786070" y="2522119"/>
                </a:lnTo>
                <a:lnTo>
                  <a:pt x="2789177" y="2518237"/>
                </a:lnTo>
                <a:lnTo>
                  <a:pt x="2791508" y="2515908"/>
                </a:lnTo>
                <a:lnTo>
                  <a:pt x="2793838" y="2510473"/>
                </a:lnTo>
                <a:lnTo>
                  <a:pt x="2796168" y="2496499"/>
                </a:lnTo>
                <a:lnTo>
                  <a:pt x="2798499" y="2383120"/>
                </a:lnTo>
                <a:lnTo>
                  <a:pt x="2800829" y="1956021"/>
                </a:lnTo>
                <a:lnTo>
                  <a:pt x="2803160" y="2070176"/>
                </a:lnTo>
                <a:lnTo>
                  <a:pt x="2805490" y="2415727"/>
                </a:lnTo>
                <a:lnTo>
                  <a:pt x="2807821" y="2407187"/>
                </a:lnTo>
                <a:lnTo>
                  <a:pt x="2810928" y="2214599"/>
                </a:lnTo>
                <a:lnTo>
                  <a:pt x="2813258" y="2335742"/>
                </a:lnTo>
                <a:lnTo>
                  <a:pt x="2815589" y="2487959"/>
                </a:lnTo>
                <a:lnTo>
                  <a:pt x="2824910" y="2527553"/>
                </a:lnTo>
                <a:lnTo>
                  <a:pt x="2827241" y="2529882"/>
                </a:lnTo>
                <a:lnTo>
                  <a:pt x="2829571" y="2530659"/>
                </a:lnTo>
                <a:lnTo>
                  <a:pt x="2832678" y="2531435"/>
                </a:lnTo>
                <a:lnTo>
                  <a:pt x="2835009" y="2531435"/>
                </a:lnTo>
                <a:lnTo>
                  <a:pt x="2837339" y="2531435"/>
                </a:lnTo>
                <a:lnTo>
                  <a:pt x="2839670" y="2532988"/>
                </a:lnTo>
                <a:lnTo>
                  <a:pt x="2842000" y="2532211"/>
                </a:lnTo>
                <a:lnTo>
                  <a:pt x="2844331" y="2531435"/>
                </a:lnTo>
                <a:lnTo>
                  <a:pt x="2846682" y="2532211"/>
                </a:lnTo>
                <a:lnTo>
                  <a:pt x="2849012" y="2532211"/>
                </a:lnTo>
                <a:lnTo>
                  <a:pt x="2852119" y="2529882"/>
                </a:lnTo>
                <a:lnTo>
                  <a:pt x="2854450" y="2531435"/>
                </a:lnTo>
                <a:lnTo>
                  <a:pt x="2856780" y="2532988"/>
                </a:lnTo>
                <a:lnTo>
                  <a:pt x="2859111" y="2532211"/>
                </a:lnTo>
                <a:lnTo>
                  <a:pt x="2861441" y="2532211"/>
                </a:lnTo>
                <a:lnTo>
                  <a:pt x="2863772" y="2532988"/>
                </a:lnTo>
                <a:lnTo>
                  <a:pt x="2866102" y="2533764"/>
                </a:lnTo>
                <a:lnTo>
                  <a:pt x="2868432" y="2531435"/>
                </a:lnTo>
                <a:lnTo>
                  <a:pt x="2870763" y="2530659"/>
                </a:lnTo>
                <a:lnTo>
                  <a:pt x="2873870" y="2532988"/>
                </a:lnTo>
                <a:lnTo>
                  <a:pt x="2876200" y="2531435"/>
                </a:lnTo>
                <a:lnTo>
                  <a:pt x="2878531" y="2532211"/>
                </a:lnTo>
                <a:lnTo>
                  <a:pt x="2880861" y="2532211"/>
                </a:lnTo>
                <a:lnTo>
                  <a:pt x="2883192" y="2532211"/>
                </a:lnTo>
                <a:lnTo>
                  <a:pt x="2885522" y="2532211"/>
                </a:lnTo>
                <a:lnTo>
                  <a:pt x="2887853" y="2531435"/>
                </a:lnTo>
                <a:lnTo>
                  <a:pt x="2890183" y="2530659"/>
                </a:lnTo>
                <a:lnTo>
                  <a:pt x="2892513" y="2531435"/>
                </a:lnTo>
                <a:lnTo>
                  <a:pt x="2895621" y="2532988"/>
                </a:lnTo>
                <a:lnTo>
                  <a:pt x="2897951" y="2532211"/>
                </a:lnTo>
                <a:lnTo>
                  <a:pt x="2900282" y="2532988"/>
                </a:lnTo>
                <a:lnTo>
                  <a:pt x="2902612" y="2532988"/>
                </a:lnTo>
                <a:lnTo>
                  <a:pt x="2904942" y="2532211"/>
                </a:lnTo>
                <a:lnTo>
                  <a:pt x="2907273" y="2533764"/>
                </a:lnTo>
                <a:lnTo>
                  <a:pt x="2909603" y="2531435"/>
                </a:lnTo>
                <a:lnTo>
                  <a:pt x="2911934" y="2533764"/>
                </a:lnTo>
                <a:lnTo>
                  <a:pt x="2914264" y="2532211"/>
                </a:lnTo>
                <a:lnTo>
                  <a:pt x="2917371" y="2531435"/>
                </a:lnTo>
                <a:lnTo>
                  <a:pt x="2919702" y="2532988"/>
                </a:lnTo>
                <a:lnTo>
                  <a:pt x="2922032" y="2533764"/>
                </a:lnTo>
                <a:lnTo>
                  <a:pt x="2924363" y="2532211"/>
                </a:lnTo>
                <a:lnTo>
                  <a:pt x="2926693" y="2532988"/>
                </a:lnTo>
                <a:lnTo>
                  <a:pt x="2929023" y="2532211"/>
                </a:lnTo>
                <a:lnTo>
                  <a:pt x="2931354" y="2532211"/>
                </a:lnTo>
                <a:lnTo>
                  <a:pt x="2933684" y="2531435"/>
                </a:lnTo>
                <a:lnTo>
                  <a:pt x="2936015" y="2531435"/>
                </a:lnTo>
                <a:lnTo>
                  <a:pt x="2939122" y="2531435"/>
                </a:lnTo>
                <a:lnTo>
                  <a:pt x="2941452" y="2531435"/>
                </a:lnTo>
                <a:lnTo>
                  <a:pt x="2943783" y="2531435"/>
                </a:lnTo>
                <a:lnTo>
                  <a:pt x="2946113" y="2532211"/>
                </a:lnTo>
                <a:lnTo>
                  <a:pt x="2948444" y="2532211"/>
                </a:lnTo>
                <a:lnTo>
                  <a:pt x="2950774" y="2531435"/>
                </a:lnTo>
                <a:lnTo>
                  <a:pt x="2953105" y="2533764"/>
                </a:lnTo>
                <a:lnTo>
                  <a:pt x="2955435" y="2532211"/>
                </a:lnTo>
                <a:lnTo>
                  <a:pt x="2957765" y="2532988"/>
                </a:lnTo>
                <a:lnTo>
                  <a:pt x="2960873" y="2533764"/>
                </a:lnTo>
                <a:lnTo>
                  <a:pt x="2963203" y="2532211"/>
                </a:lnTo>
                <a:lnTo>
                  <a:pt x="2965533" y="2532988"/>
                </a:lnTo>
                <a:lnTo>
                  <a:pt x="2967864" y="2531435"/>
                </a:lnTo>
                <a:lnTo>
                  <a:pt x="2970194" y="2532211"/>
                </a:lnTo>
                <a:lnTo>
                  <a:pt x="2972525" y="2531435"/>
                </a:lnTo>
                <a:lnTo>
                  <a:pt x="2974855" y="2532211"/>
                </a:lnTo>
                <a:lnTo>
                  <a:pt x="2977186" y="2532211"/>
                </a:lnTo>
                <a:lnTo>
                  <a:pt x="2980293" y="2531435"/>
                </a:lnTo>
                <a:lnTo>
                  <a:pt x="2982623" y="2530659"/>
                </a:lnTo>
                <a:lnTo>
                  <a:pt x="2984954" y="2530659"/>
                </a:lnTo>
                <a:lnTo>
                  <a:pt x="2987284" y="2530659"/>
                </a:lnTo>
                <a:lnTo>
                  <a:pt x="2989615" y="2527553"/>
                </a:lnTo>
                <a:lnTo>
                  <a:pt x="2991945" y="2524448"/>
                </a:lnTo>
                <a:lnTo>
                  <a:pt x="3002043" y="2482525"/>
                </a:lnTo>
                <a:lnTo>
                  <a:pt x="3004374" y="2275186"/>
                </a:lnTo>
                <a:lnTo>
                  <a:pt x="3006704" y="2104357"/>
                </a:lnTo>
                <a:lnTo>
                  <a:pt x="3009035" y="2379238"/>
                </a:lnTo>
                <a:lnTo>
                  <a:pt x="3011365" y="2480195"/>
                </a:lnTo>
                <a:lnTo>
                  <a:pt x="3013727" y="2416503"/>
                </a:lnTo>
                <a:lnTo>
                  <a:pt x="3016057" y="2308569"/>
                </a:lnTo>
                <a:lnTo>
                  <a:pt x="3018388" y="2431254"/>
                </a:lnTo>
                <a:lnTo>
                  <a:pt x="3020718" y="2507368"/>
                </a:lnTo>
                <a:lnTo>
                  <a:pt x="3030816" y="2529882"/>
                </a:lnTo>
                <a:lnTo>
                  <a:pt x="3033147" y="2530659"/>
                </a:lnTo>
                <a:lnTo>
                  <a:pt x="3035477" y="2532211"/>
                </a:lnTo>
                <a:lnTo>
                  <a:pt x="3037808" y="2532211"/>
                </a:lnTo>
                <a:lnTo>
                  <a:pt x="3040138" y="2531435"/>
                </a:lnTo>
                <a:lnTo>
                  <a:pt x="3042469" y="2532211"/>
                </a:lnTo>
                <a:lnTo>
                  <a:pt x="3045576" y="2531435"/>
                </a:lnTo>
                <a:lnTo>
                  <a:pt x="3047906" y="2531435"/>
                </a:lnTo>
                <a:lnTo>
                  <a:pt x="3050237" y="2533764"/>
                </a:lnTo>
                <a:lnTo>
                  <a:pt x="3052567" y="2532211"/>
                </a:lnTo>
                <a:lnTo>
                  <a:pt x="3054898" y="2532211"/>
                </a:lnTo>
                <a:lnTo>
                  <a:pt x="3057228" y="2533764"/>
                </a:lnTo>
                <a:lnTo>
                  <a:pt x="3059558" y="2531435"/>
                </a:lnTo>
                <a:lnTo>
                  <a:pt x="3061889" y="2532988"/>
                </a:lnTo>
                <a:lnTo>
                  <a:pt x="3064219" y="2532211"/>
                </a:lnTo>
                <a:lnTo>
                  <a:pt x="3067326" y="2532988"/>
                </a:lnTo>
                <a:lnTo>
                  <a:pt x="3069657" y="2531435"/>
                </a:lnTo>
                <a:lnTo>
                  <a:pt x="3071987" y="2532988"/>
                </a:lnTo>
                <a:lnTo>
                  <a:pt x="3074318" y="2532211"/>
                </a:lnTo>
                <a:lnTo>
                  <a:pt x="3076648" y="2532211"/>
                </a:lnTo>
                <a:lnTo>
                  <a:pt x="3078979" y="2532211"/>
                </a:lnTo>
                <a:lnTo>
                  <a:pt x="3081309" y="2533764"/>
                </a:lnTo>
                <a:lnTo>
                  <a:pt x="3083639" y="2532988"/>
                </a:lnTo>
                <a:lnTo>
                  <a:pt x="3086747" y="2533764"/>
                </a:lnTo>
                <a:lnTo>
                  <a:pt x="3089077" y="2532988"/>
                </a:lnTo>
                <a:lnTo>
                  <a:pt x="3091408" y="2532211"/>
                </a:lnTo>
                <a:lnTo>
                  <a:pt x="3093738" y="2533764"/>
                </a:lnTo>
                <a:lnTo>
                  <a:pt x="3096068" y="2533764"/>
                </a:lnTo>
                <a:lnTo>
                  <a:pt x="3098399" y="2533764"/>
                </a:lnTo>
                <a:lnTo>
                  <a:pt x="3100729" y="2533764"/>
                </a:lnTo>
                <a:lnTo>
                  <a:pt x="3103060" y="2533764"/>
                </a:lnTo>
                <a:lnTo>
                  <a:pt x="3105390" y="2532988"/>
                </a:lnTo>
                <a:lnTo>
                  <a:pt x="3108497" y="2532211"/>
                </a:lnTo>
                <a:lnTo>
                  <a:pt x="3110828" y="2532988"/>
                </a:lnTo>
                <a:lnTo>
                  <a:pt x="3113158" y="2531435"/>
                </a:lnTo>
                <a:lnTo>
                  <a:pt x="3115489" y="2532988"/>
                </a:lnTo>
                <a:lnTo>
                  <a:pt x="3117819" y="2532211"/>
                </a:lnTo>
                <a:lnTo>
                  <a:pt x="3120149" y="2532988"/>
                </a:lnTo>
                <a:lnTo>
                  <a:pt x="3122480" y="2532988"/>
                </a:lnTo>
                <a:lnTo>
                  <a:pt x="3124810" y="2532988"/>
                </a:lnTo>
                <a:lnTo>
                  <a:pt x="3127141" y="2533764"/>
                </a:lnTo>
                <a:lnTo>
                  <a:pt x="3130248" y="2532988"/>
                </a:lnTo>
                <a:lnTo>
                  <a:pt x="3132578" y="2532211"/>
                </a:lnTo>
                <a:lnTo>
                  <a:pt x="3134909" y="2533764"/>
                </a:lnTo>
                <a:lnTo>
                  <a:pt x="3137239" y="2532988"/>
                </a:lnTo>
                <a:lnTo>
                  <a:pt x="3139570" y="2532211"/>
                </a:lnTo>
                <a:lnTo>
                  <a:pt x="3141900" y="2533764"/>
                </a:lnTo>
                <a:lnTo>
                  <a:pt x="3144231" y="2532211"/>
                </a:lnTo>
                <a:lnTo>
                  <a:pt x="3146561" y="2534540"/>
                </a:lnTo>
                <a:lnTo>
                  <a:pt x="3148891" y="2532211"/>
                </a:lnTo>
                <a:lnTo>
                  <a:pt x="3151999" y="2532988"/>
                </a:lnTo>
                <a:lnTo>
                  <a:pt x="3154329" y="2532988"/>
                </a:lnTo>
                <a:lnTo>
                  <a:pt x="3156659" y="2532211"/>
                </a:lnTo>
                <a:lnTo>
                  <a:pt x="3158990" y="2533764"/>
                </a:lnTo>
                <a:lnTo>
                  <a:pt x="3161320" y="2532211"/>
                </a:lnTo>
                <a:lnTo>
                  <a:pt x="3163651" y="2532988"/>
                </a:lnTo>
                <a:lnTo>
                  <a:pt x="3165981" y="2533764"/>
                </a:lnTo>
                <a:lnTo>
                  <a:pt x="3168312" y="2532988"/>
                </a:lnTo>
                <a:lnTo>
                  <a:pt x="3170642" y="2532988"/>
                </a:lnTo>
                <a:lnTo>
                  <a:pt x="3173749" y="2531435"/>
                </a:lnTo>
                <a:lnTo>
                  <a:pt x="3176080" y="2532988"/>
                </a:lnTo>
                <a:lnTo>
                  <a:pt x="3178410" y="2532988"/>
                </a:lnTo>
                <a:lnTo>
                  <a:pt x="3180761" y="2532211"/>
                </a:lnTo>
                <a:lnTo>
                  <a:pt x="3183092" y="2532211"/>
                </a:lnTo>
                <a:lnTo>
                  <a:pt x="3185422" y="2529882"/>
                </a:lnTo>
                <a:lnTo>
                  <a:pt x="3187752" y="2529882"/>
                </a:lnTo>
                <a:lnTo>
                  <a:pt x="3190083" y="2528329"/>
                </a:lnTo>
                <a:lnTo>
                  <a:pt x="3192413" y="2526000"/>
                </a:lnTo>
                <a:lnTo>
                  <a:pt x="3195521" y="2525224"/>
                </a:lnTo>
                <a:lnTo>
                  <a:pt x="3197851" y="2522119"/>
                </a:lnTo>
                <a:lnTo>
                  <a:pt x="3200181" y="2515131"/>
                </a:lnTo>
                <a:lnTo>
                  <a:pt x="3202512" y="2450663"/>
                </a:lnTo>
                <a:lnTo>
                  <a:pt x="3204842" y="2260435"/>
                </a:lnTo>
                <a:lnTo>
                  <a:pt x="3207173" y="2352066"/>
                </a:lnTo>
                <a:lnTo>
                  <a:pt x="3209503" y="2488735"/>
                </a:lnTo>
                <a:lnTo>
                  <a:pt x="3211834" y="2498828"/>
                </a:lnTo>
                <a:lnTo>
                  <a:pt x="3214941" y="2433583"/>
                </a:lnTo>
                <a:lnTo>
                  <a:pt x="3217271" y="2404082"/>
                </a:lnTo>
                <a:lnTo>
                  <a:pt x="3219602" y="2490288"/>
                </a:lnTo>
                <a:lnTo>
                  <a:pt x="3221932" y="2520566"/>
                </a:lnTo>
                <a:lnTo>
                  <a:pt x="3224262" y="2526777"/>
                </a:lnTo>
                <a:lnTo>
                  <a:pt x="3226593" y="2528329"/>
                </a:lnTo>
                <a:lnTo>
                  <a:pt x="3228923" y="2529882"/>
                </a:lnTo>
                <a:lnTo>
                  <a:pt x="3231254" y="2531435"/>
                </a:lnTo>
                <a:lnTo>
                  <a:pt x="3233584" y="2532211"/>
                </a:lnTo>
                <a:lnTo>
                  <a:pt x="3236691" y="2531435"/>
                </a:lnTo>
                <a:lnTo>
                  <a:pt x="3239022" y="2532988"/>
                </a:lnTo>
                <a:lnTo>
                  <a:pt x="3241352" y="2532211"/>
                </a:lnTo>
                <a:lnTo>
                  <a:pt x="3243683" y="2532988"/>
                </a:lnTo>
                <a:lnTo>
                  <a:pt x="3246013" y="2532211"/>
                </a:lnTo>
                <a:lnTo>
                  <a:pt x="3248344" y="2532211"/>
                </a:lnTo>
                <a:lnTo>
                  <a:pt x="3250674" y="2532988"/>
                </a:lnTo>
                <a:lnTo>
                  <a:pt x="3253004" y="2532988"/>
                </a:lnTo>
                <a:lnTo>
                  <a:pt x="3255335" y="2533764"/>
                </a:lnTo>
                <a:lnTo>
                  <a:pt x="3258442" y="2532988"/>
                </a:lnTo>
                <a:lnTo>
                  <a:pt x="3260772" y="2533764"/>
                </a:lnTo>
                <a:lnTo>
                  <a:pt x="3263103" y="2534540"/>
                </a:lnTo>
                <a:lnTo>
                  <a:pt x="3265433" y="2533764"/>
                </a:lnTo>
                <a:lnTo>
                  <a:pt x="3267764" y="2532988"/>
                </a:lnTo>
                <a:lnTo>
                  <a:pt x="3270094" y="2532988"/>
                </a:lnTo>
                <a:lnTo>
                  <a:pt x="3272425" y="2532988"/>
                </a:lnTo>
                <a:lnTo>
                  <a:pt x="3274755" y="2532211"/>
                </a:lnTo>
                <a:lnTo>
                  <a:pt x="3277085" y="2533764"/>
                </a:lnTo>
                <a:lnTo>
                  <a:pt x="3280193" y="2533764"/>
                </a:lnTo>
                <a:lnTo>
                  <a:pt x="3282523" y="2534540"/>
                </a:lnTo>
                <a:lnTo>
                  <a:pt x="3284854" y="2532988"/>
                </a:lnTo>
                <a:lnTo>
                  <a:pt x="3287184" y="2532211"/>
                </a:lnTo>
                <a:lnTo>
                  <a:pt x="3289514" y="2532988"/>
                </a:lnTo>
                <a:lnTo>
                  <a:pt x="3291845" y="2532988"/>
                </a:lnTo>
                <a:lnTo>
                  <a:pt x="3294175" y="2533764"/>
                </a:lnTo>
                <a:lnTo>
                  <a:pt x="3296506" y="2532988"/>
                </a:lnTo>
                <a:lnTo>
                  <a:pt x="3298836" y="2533764"/>
                </a:lnTo>
                <a:lnTo>
                  <a:pt x="3301943" y="2532988"/>
                </a:lnTo>
                <a:lnTo>
                  <a:pt x="3304274" y="2533764"/>
                </a:lnTo>
                <a:lnTo>
                  <a:pt x="3306604" y="2533764"/>
                </a:lnTo>
                <a:lnTo>
                  <a:pt x="3308935" y="2533764"/>
                </a:lnTo>
                <a:lnTo>
                  <a:pt x="3311265" y="2534540"/>
                </a:lnTo>
                <a:lnTo>
                  <a:pt x="3313595" y="2533764"/>
                </a:lnTo>
                <a:lnTo>
                  <a:pt x="3315926" y="2534540"/>
                </a:lnTo>
                <a:lnTo>
                  <a:pt x="3318256" y="2532988"/>
                </a:lnTo>
                <a:lnTo>
                  <a:pt x="3320587" y="2534540"/>
                </a:lnTo>
                <a:lnTo>
                  <a:pt x="3323694" y="2534540"/>
                </a:lnTo>
                <a:lnTo>
                  <a:pt x="3326024" y="2534540"/>
                </a:lnTo>
                <a:lnTo>
                  <a:pt x="3328355" y="2533764"/>
                </a:lnTo>
                <a:lnTo>
                  <a:pt x="3330685" y="2532988"/>
                </a:lnTo>
                <a:lnTo>
                  <a:pt x="3333016" y="2535317"/>
                </a:lnTo>
                <a:lnTo>
                  <a:pt x="3335346" y="2533764"/>
                </a:lnTo>
                <a:lnTo>
                  <a:pt x="3337677" y="2533764"/>
                </a:lnTo>
                <a:lnTo>
                  <a:pt x="3340007" y="2533764"/>
                </a:lnTo>
                <a:lnTo>
                  <a:pt x="3343114" y="2534540"/>
                </a:lnTo>
                <a:lnTo>
                  <a:pt x="3345445" y="2532988"/>
                </a:lnTo>
                <a:lnTo>
                  <a:pt x="3347806" y="2533764"/>
                </a:lnTo>
                <a:lnTo>
                  <a:pt x="3350137" y="2533764"/>
                </a:lnTo>
                <a:lnTo>
                  <a:pt x="3352467" y="2535317"/>
                </a:lnTo>
                <a:lnTo>
                  <a:pt x="3354797" y="2534540"/>
                </a:lnTo>
                <a:lnTo>
                  <a:pt x="3357128" y="2532211"/>
                </a:lnTo>
                <a:lnTo>
                  <a:pt x="3359458" y="2535317"/>
                </a:lnTo>
                <a:lnTo>
                  <a:pt x="3361789" y="2534540"/>
                </a:lnTo>
                <a:lnTo>
                  <a:pt x="3364896" y="2534540"/>
                </a:lnTo>
                <a:lnTo>
                  <a:pt x="3367226" y="2533764"/>
                </a:lnTo>
                <a:lnTo>
                  <a:pt x="3369557" y="2533764"/>
                </a:lnTo>
                <a:lnTo>
                  <a:pt x="3371887" y="2533764"/>
                </a:lnTo>
                <a:lnTo>
                  <a:pt x="3374218" y="2533764"/>
                </a:lnTo>
                <a:lnTo>
                  <a:pt x="3376548" y="2536093"/>
                </a:lnTo>
                <a:lnTo>
                  <a:pt x="3378878" y="2533764"/>
                </a:lnTo>
                <a:lnTo>
                  <a:pt x="3381209" y="2532988"/>
                </a:lnTo>
              </a:path>
              <a:path w="3408679" h="2536190">
                <a:moveTo>
                  <a:pt x="3381209" y="2532988"/>
                </a:moveTo>
                <a:lnTo>
                  <a:pt x="3383539" y="2532988"/>
                </a:lnTo>
                <a:lnTo>
                  <a:pt x="3386647" y="2533764"/>
                </a:lnTo>
                <a:lnTo>
                  <a:pt x="3388977" y="2532211"/>
                </a:lnTo>
                <a:lnTo>
                  <a:pt x="3391307" y="2531435"/>
                </a:lnTo>
                <a:lnTo>
                  <a:pt x="3393638" y="2532988"/>
                </a:lnTo>
                <a:lnTo>
                  <a:pt x="3395968" y="2531435"/>
                </a:lnTo>
                <a:lnTo>
                  <a:pt x="3398299" y="2519013"/>
                </a:lnTo>
                <a:lnTo>
                  <a:pt x="3400629" y="2488735"/>
                </a:lnTo>
                <a:lnTo>
                  <a:pt x="3402960" y="2501933"/>
                </a:lnTo>
                <a:lnTo>
                  <a:pt x="3405290" y="2526000"/>
                </a:lnTo>
                <a:lnTo>
                  <a:pt x="3408397" y="2528329"/>
                </a:lnTo>
              </a:path>
            </a:pathLst>
          </a:custGeom>
          <a:ln w="388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2278039" y="4168838"/>
            <a:ext cx="842010" cy="43434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12395">
              <a:lnSpc>
                <a:spcPct val="100000"/>
              </a:lnSpc>
              <a:spcBef>
                <a:spcPts val="459"/>
              </a:spcBef>
              <a:tabLst>
                <a:tab pos="598805" algn="l"/>
              </a:tabLst>
            </a:pPr>
            <a:r>
              <a:rPr dirty="0" sz="900" spc="-25">
                <a:latin typeface="Arial MT"/>
                <a:cs typeface="Arial MT"/>
              </a:rPr>
              <a:t>40</a:t>
            </a:r>
            <a:r>
              <a:rPr dirty="0" sz="900">
                <a:latin typeface="Arial MT"/>
                <a:cs typeface="Arial MT"/>
              </a:rPr>
              <a:t>	</a:t>
            </a:r>
            <a:r>
              <a:rPr dirty="0" sz="900" spc="-25">
                <a:latin typeface="Arial MT"/>
                <a:cs typeface="Arial MT"/>
              </a:rPr>
              <a:t>50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100">
                <a:latin typeface="Arial MT"/>
                <a:cs typeface="Arial MT"/>
              </a:rPr>
              <a:t>2Theta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(deg)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278569" y="2232082"/>
            <a:ext cx="185420" cy="929005"/>
          </a:xfrm>
          <a:prstGeom prst="rect">
            <a:avLst/>
          </a:prstGeom>
        </p:spPr>
        <p:txBody>
          <a:bodyPr wrap="square" lIns="0" tIns="19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00">
                <a:latin typeface="Arial MT"/>
                <a:cs typeface="Arial MT"/>
              </a:rPr>
              <a:t>Intensity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(a.u.)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3315894" y="1489206"/>
            <a:ext cx="988060" cy="147320"/>
            <a:chOff x="3315894" y="1489206"/>
            <a:chExt cx="988060" cy="147320"/>
          </a:xfrm>
        </p:grpSpPr>
        <p:sp>
          <p:nvSpPr>
            <p:cNvPr id="46" name="object 46" descr=""/>
            <p:cNvSpPr/>
            <p:nvPr/>
          </p:nvSpPr>
          <p:spPr>
            <a:xfrm>
              <a:off x="3317835" y="1491147"/>
              <a:ext cx="983615" cy="142875"/>
            </a:xfrm>
            <a:custGeom>
              <a:avLst/>
              <a:gdLst/>
              <a:ahLst/>
              <a:cxnLst/>
              <a:rect l="l" t="t" r="r" b="b"/>
              <a:pathLst>
                <a:path w="983614" h="142875">
                  <a:moveTo>
                    <a:pt x="0" y="142870"/>
                  </a:moveTo>
                  <a:lnTo>
                    <a:pt x="983594" y="142870"/>
                  </a:lnTo>
                  <a:lnTo>
                    <a:pt x="983594" y="0"/>
                  </a:lnTo>
                  <a:lnTo>
                    <a:pt x="0" y="0"/>
                  </a:lnTo>
                  <a:lnTo>
                    <a:pt x="0" y="142870"/>
                  </a:lnTo>
                  <a:close/>
                </a:path>
              </a:pathLst>
            </a:custGeom>
            <a:ln w="38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330264" y="1562592"/>
              <a:ext cx="231775" cy="0"/>
            </a:xfrm>
            <a:custGeom>
              <a:avLst/>
              <a:gdLst/>
              <a:ahLst/>
              <a:cxnLst/>
              <a:rect l="l" t="t" r="r" b="b"/>
              <a:pathLst>
                <a:path w="231775" h="0">
                  <a:moveTo>
                    <a:pt x="0" y="0"/>
                  </a:moveTo>
                  <a:lnTo>
                    <a:pt x="231551" y="0"/>
                  </a:lnTo>
                </a:path>
              </a:pathLst>
            </a:custGeom>
            <a:ln w="388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3577833" y="1481547"/>
            <a:ext cx="7239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>
                <a:latin typeface="Arial MT"/>
                <a:cs typeface="Arial MT"/>
              </a:rPr>
              <a:t>Time/Step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=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1s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2694558" y="2016632"/>
            <a:ext cx="13525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1s</a:t>
            </a:r>
            <a:r>
              <a:rPr dirty="0" sz="2000" spc="-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Calibri"/>
                <a:cs typeface="Calibri"/>
              </a:rPr>
              <a:t>time/step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6906894" y="2016632"/>
            <a:ext cx="154876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000CC"/>
                </a:solidFill>
                <a:latin typeface="Calibri"/>
                <a:cs typeface="Calibri"/>
              </a:rPr>
              <a:t>0.1s</a:t>
            </a:r>
            <a:r>
              <a:rPr dirty="0" sz="2000" spc="-25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00CC"/>
                </a:solidFill>
                <a:latin typeface="Calibri"/>
                <a:cs typeface="Calibri"/>
              </a:rPr>
              <a:t>time/step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577330" y="5375859"/>
            <a:ext cx="1548765" cy="929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0000"/>
                </a:solidFill>
                <a:latin typeface="Calibri"/>
                <a:cs typeface="Calibri"/>
              </a:rPr>
              <a:t>1s</a:t>
            </a:r>
            <a:r>
              <a:rPr dirty="0" sz="2000" spc="-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Calibri"/>
                <a:cs typeface="Calibri"/>
              </a:rPr>
              <a:t>time/step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dirty="0" sz="2000" b="1">
                <a:solidFill>
                  <a:srgbClr val="0000CC"/>
                </a:solidFill>
                <a:latin typeface="Calibri"/>
                <a:cs typeface="Calibri"/>
              </a:rPr>
              <a:t>0.1s</a:t>
            </a:r>
            <a:r>
              <a:rPr dirty="0" sz="2000" spc="-25" b="1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00CC"/>
                </a:solidFill>
                <a:latin typeface="Calibri"/>
                <a:cs typeface="Calibri"/>
              </a:rPr>
              <a:t>time/step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3281799" y="4484272"/>
            <a:ext cx="2985135" cy="1992630"/>
          </a:xfrm>
          <a:custGeom>
            <a:avLst/>
            <a:gdLst/>
            <a:ahLst/>
            <a:cxnLst/>
            <a:rect l="l" t="t" r="r" b="b"/>
            <a:pathLst>
              <a:path w="2985135" h="1992629">
                <a:moveTo>
                  <a:pt x="39615" y="1952662"/>
                </a:moveTo>
                <a:lnTo>
                  <a:pt x="2985135" y="1952662"/>
                </a:lnTo>
              </a:path>
              <a:path w="2985135" h="1992629">
                <a:moveTo>
                  <a:pt x="39615" y="0"/>
                </a:moveTo>
                <a:lnTo>
                  <a:pt x="2985135" y="0"/>
                </a:lnTo>
              </a:path>
              <a:path w="2985135" h="1992629">
                <a:moveTo>
                  <a:pt x="249804" y="1952662"/>
                </a:moveTo>
                <a:lnTo>
                  <a:pt x="249804" y="1972426"/>
                </a:lnTo>
              </a:path>
              <a:path w="2985135" h="1992629">
                <a:moveTo>
                  <a:pt x="670664" y="1952662"/>
                </a:moveTo>
                <a:lnTo>
                  <a:pt x="670664" y="1972426"/>
                </a:lnTo>
              </a:path>
              <a:path w="2985135" h="1992629">
                <a:moveTo>
                  <a:pt x="1091525" y="1952662"/>
                </a:moveTo>
                <a:lnTo>
                  <a:pt x="1091525" y="1972426"/>
                </a:lnTo>
              </a:path>
              <a:path w="2985135" h="1992629">
                <a:moveTo>
                  <a:pt x="1512385" y="1952662"/>
                </a:moveTo>
                <a:lnTo>
                  <a:pt x="1512385" y="1972426"/>
                </a:lnTo>
              </a:path>
              <a:path w="2985135" h="1992629">
                <a:moveTo>
                  <a:pt x="1933226" y="1952662"/>
                </a:moveTo>
                <a:lnTo>
                  <a:pt x="1933226" y="1972426"/>
                </a:lnTo>
              </a:path>
              <a:path w="2985135" h="1992629">
                <a:moveTo>
                  <a:pt x="2354086" y="1952662"/>
                </a:moveTo>
                <a:lnTo>
                  <a:pt x="2354086" y="1972426"/>
                </a:lnTo>
              </a:path>
              <a:path w="2985135" h="1992629">
                <a:moveTo>
                  <a:pt x="2774953" y="1952662"/>
                </a:moveTo>
                <a:lnTo>
                  <a:pt x="2774953" y="1972426"/>
                </a:lnTo>
              </a:path>
              <a:path w="2985135" h="1992629">
                <a:moveTo>
                  <a:pt x="39615" y="1952662"/>
                </a:moveTo>
                <a:lnTo>
                  <a:pt x="39615" y="1992202"/>
                </a:lnTo>
              </a:path>
              <a:path w="2985135" h="1992629">
                <a:moveTo>
                  <a:pt x="460476" y="1952662"/>
                </a:moveTo>
                <a:lnTo>
                  <a:pt x="460476" y="1992202"/>
                </a:lnTo>
              </a:path>
              <a:path w="2985135" h="1992629">
                <a:moveTo>
                  <a:pt x="881336" y="1952662"/>
                </a:moveTo>
                <a:lnTo>
                  <a:pt x="881336" y="1992202"/>
                </a:lnTo>
              </a:path>
              <a:path w="2985135" h="1992629">
                <a:moveTo>
                  <a:pt x="1302196" y="1952662"/>
                </a:moveTo>
                <a:lnTo>
                  <a:pt x="1302196" y="1992202"/>
                </a:lnTo>
              </a:path>
              <a:path w="2985135" h="1992629">
                <a:moveTo>
                  <a:pt x="1722554" y="1952662"/>
                </a:moveTo>
                <a:lnTo>
                  <a:pt x="1722554" y="1992202"/>
                </a:lnTo>
              </a:path>
              <a:path w="2985135" h="1992629">
                <a:moveTo>
                  <a:pt x="2143421" y="1952662"/>
                </a:moveTo>
                <a:lnTo>
                  <a:pt x="2143421" y="1992202"/>
                </a:lnTo>
              </a:path>
              <a:path w="2985135" h="1992629">
                <a:moveTo>
                  <a:pt x="2564275" y="1952662"/>
                </a:moveTo>
                <a:lnTo>
                  <a:pt x="2564275" y="1992202"/>
                </a:lnTo>
              </a:path>
              <a:path w="2985135" h="1992629">
                <a:moveTo>
                  <a:pt x="2985135" y="1952662"/>
                </a:moveTo>
                <a:lnTo>
                  <a:pt x="2985135" y="1992202"/>
                </a:lnTo>
              </a:path>
              <a:path w="2985135" h="1992629">
                <a:moveTo>
                  <a:pt x="39615" y="1952662"/>
                </a:moveTo>
                <a:lnTo>
                  <a:pt x="39615" y="0"/>
                </a:lnTo>
              </a:path>
              <a:path w="2985135" h="1992629">
                <a:moveTo>
                  <a:pt x="2985135" y="1952662"/>
                </a:moveTo>
                <a:lnTo>
                  <a:pt x="2985135" y="0"/>
                </a:lnTo>
              </a:path>
              <a:path w="2985135" h="1992629">
                <a:moveTo>
                  <a:pt x="39615" y="1830688"/>
                </a:moveTo>
                <a:lnTo>
                  <a:pt x="0" y="1830688"/>
                </a:lnTo>
              </a:path>
            </a:pathLst>
          </a:custGeom>
          <a:ln w="7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3255089" y="6470523"/>
            <a:ext cx="132715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-25">
                <a:latin typeface="Arial MT"/>
                <a:cs typeface="Arial MT"/>
              </a:rPr>
              <a:t>10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3650536" y="6427114"/>
            <a:ext cx="18669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7407" sz="1125" spc="-60">
                <a:latin typeface="Arial MT"/>
                <a:cs typeface="Arial MT"/>
              </a:rPr>
              <a:t>2</a:t>
            </a:r>
            <a:r>
              <a:rPr dirty="0" sz="1200" spc="-600">
                <a:solidFill>
                  <a:srgbClr val="888888"/>
                </a:solidFill>
                <a:latin typeface="Calibri"/>
                <a:cs typeface="Calibri"/>
              </a:rPr>
              <a:t>X</a:t>
            </a:r>
            <a:r>
              <a:rPr dirty="0" baseline="7407" sz="1125">
                <a:latin typeface="Arial MT"/>
                <a:cs typeface="Arial MT"/>
              </a:rPr>
              <a:t>0</a:t>
            </a:r>
            <a:r>
              <a:rPr dirty="0" baseline="7407" sz="1125" spc="-60"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ray </a:t>
            </a:r>
            <a:r>
              <a:rPr dirty="0" sz="1200" spc="-105">
                <a:solidFill>
                  <a:srgbClr val="888888"/>
                </a:solidFill>
                <a:latin typeface="Calibri"/>
                <a:cs typeface="Calibri"/>
              </a:rPr>
              <a:t>C</a:t>
            </a:r>
            <a:r>
              <a:rPr dirty="0" baseline="7407" sz="1125" spc="-157">
                <a:latin typeface="Arial MT"/>
                <a:cs typeface="Arial MT"/>
              </a:rPr>
              <a:t>30</a:t>
            </a:r>
            <a:r>
              <a:rPr dirty="0" sz="1200" spc="-105">
                <a:solidFill>
                  <a:srgbClr val="888888"/>
                </a:solidFill>
                <a:latin typeface="Calibri"/>
                <a:cs typeface="Calibri"/>
              </a:rPr>
              <a:t>luster</a:t>
            </a:r>
            <a:r>
              <a:rPr dirty="0" sz="1200" spc="-17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baseline="7407" sz="1125" spc="-315">
                <a:latin typeface="Arial MT"/>
                <a:cs typeface="Arial MT"/>
              </a:rPr>
              <a:t>4</a:t>
            </a:r>
            <a:r>
              <a:rPr dirty="0" sz="1200" spc="-21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dirty="0" baseline="7407" sz="1125" spc="-315">
                <a:latin typeface="Arial MT"/>
                <a:cs typeface="Arial MT"/>
              </a:rPr>
              <a:t>0</a:t>
            </a:r>
            <a:r>
              <a:rPr dirty="0" baseline="7407" sz="1125" spc="7"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&amp;</a:t>
            </a:r>
            <a:r>
              <a:rPr dirty="0" sz="1200" spc="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dirty="0" sz="1200" spc="2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75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dirty="0" baseline="7407" sz="1125" spc="-112">
                <a:latin typeface="Arial MT"/>
                <a:cs typeface="Arial MT"/>
              </a:rPr>
              <a:t>5</a:t>
            </a:r>
            <a:r>
              <a:rPr dirty="0" sz="1200" spc="-75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dirty="0" baseline="7407" sz="1125" spc="-112">
                <a:latin typeface="Arial MT"/>
                <a:cs typeface="Arial MT"/>
              </a:rPr>
              <a:t>0</a:t>
            </a:r>
            <a:r>
              <a:rPr dirty="0" sz="1200" spc="-75">
                <a:solidFill>
                  <a:srgbClr val="888888"/>
                </a:solidFill>
                <a:latin typeface="Calibri"/>
                <a:cs typeface="Calibri"/>
              </a:rPr>
              <a:t>aining</a:t>
            </a:r>
            <a:r>
              <a:rPr dirty="0" baseline="7407" sz="1125" spc="-112">
                <a:latin typeface="Arial MT"/>
                <a:cs typeface="Arial MT"/>
              </a:rPr>
              <a:t>60</a:t>
            </a:r>
            <a:endParaRPr baseline="7407" sz="1125">
              <a:latin typeface="Arial MT"/>
              <a:cs typeface="Arial MT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5779748" y="6470523"/>
            <a:ext cx="132715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-25">
                <a:latin typeface="Arial MT"/>
                <a:cs typeface="Arial MT"/>
              </a:rPr>
              <a:t>70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6200609" y="6470523"/>
            <a:ext cx="132715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-25">
                <a:latin typeface="Arial MT"/>
                <a:cs typeface="Arial MT"/>
              </a:rPr>
              <a:t>80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57" name="object 5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1799" y="4480416"/>
            <a:ext cx="2987068" cy="1835993"/>
          </a:xfrm>
          <a:prstGeom prst="rect">
            <a:avLst/>
          </a:prstGeom>
        </p:spPr>
      </p:pic>
      <p:sp>
        <p:nvSpPr>
          <p:cNvPr id="58" name="object 58" descr=""/>
          <p:cNvSpPr txBox="1"/>
          <p:nvPr/>
        </p:nvSpPr>
        <p:spPr>
          <a:xfrm>
            <a:off x="3128931" y="4834216"/>
            <a:ext cx="133985" cy="1253490"/>
          </a:xfrm>
          <a:prstGeom prst="rect">
            <a:avLst/>
          </a:prstGeom>
        </p:spPr>
        <p:txBody>
          <a:bodyPr wrap="square" lIns="0" tIns="44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750" b="1">
                <a:latin typeface="Arial"/>
                <a:cs typeface="Arial"/>
              </a:rPr>
              <a:t>Normalized</a:t>
            </a:r>
            <a:r>
              <a:rPr dirty="0" sz="750" spc="1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Intensity</a:t>
            </a:r>
            <a:r>
              <a:rPr dirty="0" sz="750" spc="1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(a.</a:t>
            </a:r>
            <a:r>
              <a:rPr dirty="0" sz="750" spc="20" b="1">
                <a:latin typeface="Arial"/>
                <a:cs typeface="Arial"/>
              </a:rPr>
              <a:t> </a:t>
            </a:r>
            <a:r>
              <a:rPr dirty="0" sz="750" spc="-25" b="1">
                <a:latin typeface="Arial"/>
                <a:cs typeface="Arial"/>
              </a:rPr>
              <a:t>u.)</a:t>
            </a:r>
            <a:endParaRPr sz="750">
              <a:latin typeface="Arial"/>
              <a:cs typeface="Arial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4494461" y="6565982"/>
            <a:ext cx="600075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b="1">
                <a:latin typeface="Arial"/>
                <a:cs typeface="Arial"/>
              </a:rPr>
              <a:t>2Theta</a:t>
            </a:r>
            <a:r>
              <a:rPr dirty="0" sz="750" spc="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(deg)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/>
              <a:t>Scan</a:t>
            </a:r>
            <a:r>
              <a:rPr dirty="0" spc="-105"/>
              <a:t> </a:t>
            </a:r>
            <a:r>
              <a:rPr dirty="0" spc="-20"/>
              <a:t>Parameters:</a:t>
            </a:r>
            <a:r>
              <a:rPr dirty="0" spc="-114"/>
              <a:t> </a:t>
            </a:r>
            <a:r>
              <a:rPr dirty="0"/>
              <a:t>Step</a:t>
            </a:r>
            <a:r>
              <a:rPr dirty="0" spc="-100"/>
              <a:t> </a:t>
            </a:r>
            <a:r>
              <a:rPr dirty="0" spc="-20"/>
              <a:t>size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54587" y="2192734"/>
            <a:ext cx="4394835" cy="2934335"/>
          </a:xfrm>
          <a:custGeom>
            <a:avLst/>
            <a:gdLst/>
            <a:ahLst/>
            <a:cxnLst/>
            <a:rect l="l" t="t" r="r" b="b"/>
            <a:pathLst>
              <a:path w="4394835" h="2934335">
                <a:moveTo>
                  <a:pt x="58320" y="2875647"/>
                </a:moveTo>
                <a:lnTo>
                  <a:pt x="4394551" y="2875647"/>
                </a:lnTo>
              </a:path>
              <a:path w="4394835" h="2934335">
                <a:moveTo>
                  <a:pt x="58320" y="0"/>
                </a:moveTo>
                <a:lnTo>
                  <a:pt x="4394551" y="0"/>
                </a:lnTo>
              </a:path>
              <a:path w="4394835" h="2934335">
                <a:moveTo>
                  <a:pt x="367748" y="2875647"/>
                </a:moveTo>
                <a:lnTo>
                  <a:pt x="367748" y="2904752"/>
                </a:lnTo>
              </a:path>
              <a:path w="4394835" h="2934335">
                <a:moveTo>
                  <a:pt x="987315" y="2875647"/>
                </a:moveTo>
                <a:lnTo>
                  <a:pt x="987315" y="2904752"/>
                </a:lnTo>
              </a:path>
              <a:path w="4394835" h="2934335">
                <a:moveTo>
                  <a:pt x="1606882" y="2875647"/>
                </a:moveTo>
                <a:lnTo>
                  <a:pt x="1606882" y="2904752"/>
                </a:lnTo>
              </a:path>
              <a:path w="4394835" h="2934335">
                <a:moveTo>
                  <a:pt x="2226450" y="2875647"/>
                </a:moveTo>
                <a:lnTo>
                  <a:pt x="2226450" y="2904752"/>
                </a:lnTo>
              </a:path>
              <a:path w="4394835" h="2934335">
                <a:moveTo>
                  <a:pt x="2845989" y="2875647"/>
                </a:moveTo>
                <a:lnTo>
                  <a:pt x="2845989" y="2904752"/>
                </a:lnTo>
              </a:path>
              <a:path w="4394835" h="2934335">
                <a:moveTo>
                  <a:pt x="3465556" y="2875647"/>
                </a:moveTo>
                <a:lnTo>
                  <a:pt x="3465556" y="2904752"/>
                </a:lnTo>
              </a:path>
              <a:path w="4394835" h="2934335">
                <a:moveTo>
                  <a:pt x="4085133" y="2875647"/>
                </a:moveTo>
                <a:lnTo>
                  <a:pt x="4085133" y="2904752"/>
                </a:lnTo>
              </a:path>
              <a:path w="4394835" h="2934335">
                <a:moveTo>
                  <a:pt x="58320" y="2875647"/>
                </a:moveTo>
                <a:lnTo>
                  <a:pt x="58320" y="2933877"/>
                </a:lnTo>
              </a:path>
              <a:path w="4394835" h="2934335">
                <a:moveTo>
                  <a:pt x="677887" y="2875647"/>
                </a:moveTo>
                <a:lnTo>
                  <a:pt x="677887" y="2933877"/>
                </a:lnTo>
              </a:path>
              <a:path w="4394835" h="2934335">
                <a:moveTo>
                  <a:pt x="1297454" y="2875647"/>
                </a:moveTo>
                <a:lnTo>
                  <a:pt x="1297454" y="2933877"/>
                </a:lnTo>
              </a:path>
              <a:path w="4394835" h="2934335">
                <a:moveTo>
                  <a:pt x="1917022" y="2875647"/>
                </a:moveTo>
                <a:lnTo>
                  <a:pt x="1917022" y="2933877"/>
                </a:lnTo>
              </a:path>
              <a:path w="4394835" h="2934335">
                <a:moveTo>
                  <a:pt x="2535849" y="2875647"/>
                </a:moveTo>
                <a:lnTo>
                  <a:pt x="2535849" y="2933877"/>
                </a:lnTo>
              </a:path>
              <a:path w="4394835" h="2934335">
                <a:moveTo>
                  <a:pt x="3155426" y="2875647"/>
                </a:moveTo>
                <a:lnTo>
                  <a:pt x="3155426" y="2933877"/>
                </a:lnTo>
              </a:path>
              <a:path w="4394835" h="2934335">
                <a:moveTo>
                  <a:pt x="3774984" y="2875647"/>
                </a:moveTo>
                <a:lnTo>
                  <a:pt x="3774984" y="2933877"/>
                </a:lnTo>
              </a:path>
              <a:path w="4394835" h="2934335">
                <a:moveTo>
                  <a:pt x="4394551" y="2875647"/>
                </a:moveTo>
                <a:lnTo>
                  <a:pt x="4394551" y="2933877"/>
                </a:lnTo>
              </a:path>
              <a:path w="4394835" h="2934335">
                <a:moveTo>
                  <a:pt x="58320" y="2875647"/>
                </a:moveTo>
                <a:lnTo>
                  <a:pt x="58320" y="0"/>
                </a:lnTo>
              </a:path>
              <a:path w="4394835" h="2934335">
                <a:moveTo>
                  <a:pt x="4394551" y="2875647"/>
                </a:moveTo>
                <a:lnTo>
                  <a:pt x="4394551" y="0"/>
                </a:lnTo>
              </a:path>
              <a:path w="4394835" h="2934335">
                <a:moveTo>
                  <a:pt x="58320" y="2632819"/>
                </a:moveTo>
                <a:lnTo>
                  <a:pt x="29160" y="2632819"/>
                </a:lnTo>
              </a:path>
              <a:path w="4394835" h="2934335">
                <a:moveTo>
                  <a:pt x="58320" y="2227381"/>
                </a:moveTo>
                <a:lnTo>
                  <a:pt x="29160" y="2227381"/>
                </a:lnTo>
              </a:path>
              <a:path w="4394835" h="2934335">
                <a:moveTo>
                  <a:pt x="58320" y="1822652"/>
                </a:moveTo>
                <a:lnTo>
                  <a:pt x="29160" y="1822652"/>
                </a:lnTo>
              </a:path>
              <a:path w="4394835" h="2934335">
                <a:moveTo>
                  <a:pt x="58320" y="1417232"/>
                </a:moveTo>
                <a:lnTo>
                  <a:pt x="29160" y="1417232"/>
                </a:lnTo>
              </a:path>
              <a:path w="4394835" h="2934335">
                <a:moveTo>
                  <a:pt x="58320" y="1012503"/>
                </a:moveTo>
                <a:lnTo>
                  <a:pt x="29160" y="1012503"/>
                </a:lnTo>
              </a:path>
              <a:path w="4394835" h="2934335">
                <a:moveTo>
                  <a:pt x="58320" y="607774"/>
                </a:moveTo>
                <a:lnTo>
                  <a:pt x="29160" y="607774"/>
                </a:lnTo>
              </a:path>
              <a:path w="4394835" h="2934335">
                <a:moveTo>
                  <a:pt x="58320" y="202364"/>
                </a:moveTo>
                <a:lnTo>
                  <a:pt x="29160" y="202364"/>
                </a:lnTo>
              </a:path>
              <a:path w="4394835" h="2934335">
                <a:moveTo>
                  <a:pt x="58320" y="2835184"/>
                </a:moveTo>
                <a:lnTo>
                  <a:pt x="0" y="2835184"/>
                </a:lnTo>
              </a:path>
              <a:path w="4394835" h="2934335">
                <a:moveTo>
                  <a:pt x="58320" y="2430455"/>
                </a:moveTo>
                <a:lnTo>
                  <a:pt x="0" y="2430455"/>
                </a:lnTo>
              </a:path>
              <a:path w="4394835" h="2934335">
                <a:moveTo>
                  <a:pt x="58320" y="2025016"/>
                </a:moveTo>
                <a:lnTo>
                  <a:pt x="0" y="2025016"/>
                </a:lnTo>
              </a:path>
              <a:path w="4394835" h="2934335">
                <a:moveTo>
                  <a:pt x="58320" y="1620306"/>
                </a:moveTo>
                <a:lnTo>
                  <a:pt x="0" y="1620306"/>
                </a:lnTo>
              </a:path>
              <a:path w="4394835" h="2934335">
                <a:moveTo>
                  <a:pt x="58320" y="1214867"/>
                </a:moveTo>
                <a:lnTo>
                  <a:pt x="0" y="1214867"/>
                </a:lnTo>
              </a:path>
              <a:path w="4394835" h="2934335">
                <a:moveTo>
                  <a:pt x="58320" y="810139"/>
                </a:moveTo>
                <a:lnTo>
                  <a:pt x="0" y="810139"/>
                </a:lnTo>
              </a:path>
              <a:path w="4394835" h="2934335">
                <a:moveTo>
                  <a:pt x="58320" y="404700"/>
                </a:moveTo>
                <a:lnTo>
                  <a:pt x="0" y="404700"/>
                </a:lnTo>
              </a:path>
              <a:path w="4394835" h="2934335">
                <a:moveTo>
                  <a:pt x="58320" y="0"/>
                </a:moveTo>
                <a:lnTo>
                  <a:pt x="0" y="0"/>
                </a:lnTo>
              </a:path>
            </a:pathLst>
          </a:custGeom>
          <a:ln w="113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21262" y="5123850"/>
            <a:ext cx="183515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25">
                <a:latin typeface="Arial MT"/>
                <a:cs typeface="Arial MT"/>
              </a:rPr>
              <a:t>10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40811" y="5123850"/>
            <a:ext cx="183515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25">
                <a:latin typeface="Arial MT"/>
                <a:cs typeface="Arial MT"/>
              </a:rPr>
              <a:t>20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60378" y="5123850"/>
            <a:ext cx="183515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25">
                <a:latin typeface="Arial MT"/>
                <a:cs typeface="Arial MT"/>
              </a:rPr>
              <a:t>30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618360" y="5123850"/>
            <a:ext cx="183515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25">
                <a:latin typeface="Arial MT"/>
                <a:cs typeface="Arial MT"/>
              </a:rPr>
              <a:t>60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237927" y="5123850"/>
            <a:ext cx="183515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25">
                <a:latin typeface="Arial MT"/>
                <a:cs typeface="Arial MT"/>
              </a:rPr>
              <a:t>70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57494" y="5123850"/>
            <a:ext cx="183515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25">
                <a:latin typeface="Arial MT"/>
                <a:cs typeface="Arial MT"/>
              </a:rPr>
              <a:t>80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09352" y="2334726"/>
            <a:ext cx="4342765" cy="2682875"/>
            <a:chOff x="609352" y="2334726"/>
            <a:chExt cx="4342765" cy="2682875"/>
          </a:xfrm>
        </p:grpSpPr>
        <p:sp>
          <p:nvSpPr>
            <p:cNvPr id="11" name="object 11" descr=""/>
            <p:cNvSpPr/>
            <p:nvPr/>
          </p:nvSpPr>
          <p:spPr>
            <a:xfrm>
              <a:off x="612908" y="2772823"/>
              <a:ext cx="4337050" cy="2240915"/>
            </a:xfrm>
            <a:custGeom>
              <a:avLst/>
              <a:gdLst/>
              <a:ahLst/>
              <a:cxnLst/>
              <a:rect l="l" t="t" r="r" b="b"/>
              <a:pathLst>
                <a:path w="4337050" h="2240915">
                  <a:moveTo>
                    <a:pt x="0" y="2012976"/>
                  </a:moveTo>
                  <a:lnTo>
                    <a:pt x="6400" y="2022205"/>
                  </a:lnTo>
                  <a:lnTo>
                    <a:pt x="12090" y="2027884"/>
                  </a:lnTo>
                  <a:lnTo>
                    <a:pt x="18491" y="2026464"/>
                  </a:lnTo>
                  <a:lnTo>
                    <a:pt x="24892" y="2028594"/>
                  </a:lnTo>
                  <a:lnTo>
                    <a:pt x="30582" y="2037113"/>
                  </a:lnTo>
                  <a:lnTo>
                    <a:pt x="36983" y="2039952"/>
                  </a:lnTo>
                  <a:lnTo>
                    <a:pt x="43384" y="2043502"/>
                  </a:lnTo>
                  <a:lnTo>
                    <a:pt x="49074" y="2044211"/>
                  </a:lnTo>
                  <a:lnTo>
                    <a:pt x="55475" y="2046341"/>
                  </a:lnTo>
                  <a:lnTo>
                    <a:pt x="61876" y="2053440"/>
                  </a:lnTo>
                  <a:lnTo>
                    <a:pt x="67565" y="2055570"/>
                  </a:lnTo>
                  <a:lnTo>
                    <a:pt x="73966" y="2056279"/>
                  </a:lnTo>
                  <a:lnTo>
                    <a:pt x="80396" y="2054860"/>
                  </a:lnTo>
                  <a:lnTo>
                    <a:pt x="86086" y="2066218"/>
                  </a:lnTo>
                  <a:lnTo>
                    <a:pt x="92487" y="2067638"/>
                  </a:lnTo>
                  <a:lnTo>
                    <a:pt x="98176" y="2074736"/>
                  </a:lnTo>
                  <a:lnTo>
                    <a:pt x="104577" y="2077576"/>
                  </a:lnTo>
                  <a:lnTo>
                    <a:pt x="110978" y="2076866"/>
                  </a:lnTo>
                  <a:lnTo>
                    <a:pt x="116668" y="2078996"/>
                  </a:lnTo>
                  <a:lnTo>
                    <a:pt x="123069" y="2080416"/>
                  </a:lnTo>
                  <a:lnTo>
                    <a:pt x="129470" y="2086095"/>
                  </a:lnTo>
                  <a:lnTo>
                    <a:pt x="135160" y="2088934"/>
                  </a:lnTo>
                  <a:lnTo>
                    <a:pt x="141561" y="2086095"/>
                  </a:lnTo>
                  <a:lnTo>
                    <a:pt x="147962" y="2089644"/>
                  </a:lnTo>
                  <a:lnTo>
                    <a:pt x="153651" y="2091774"/>
                  </a:lnTo>
                  <a:lnTo>
                    <a:pt x="160052" y="2095323"/>
                  </a:lnTo>
                  <a:lnTo>
                    <a:pt x="166453" y="2097453"/>
                  </a:lnTo>
                  <a:lnTo>
                    <a:pt x="172143" y="2100292"/>
                  </a:lnTo>
                  <a:lnTo>
                    <a:pt x="178544" y="2101712"/>
                  </a:lnTo>
                  <a:lnTo>
                    <a:pt x="184945" y="2101712"/>
                  </a:lnTo>
                  <a:lnTo>
                    <a:pt x="190635" y="2106681"/>
                  </a:lnTo>
                  <a:lnTo>
                    <a:pt x="197036" y="2103132"/>
                  </a:lnTo>
                  <a:lnTo>
                    <a:pt x="203437" y="2108811"/>
                  </a:lnTo>
                  <a:lnTo>
                    <a:pt x="209127" y="2110941"/>
                  </a:lnTo>
                  <a:lnTo>
                    <a:pt x="215528" y="2110941"/>
                  </a:lnTo>
                  <a:lnTo>
                    <a:pt x="221929" y="2113089"/>
                  </a:lnTo>
                  <a:lnTo>
                    <a:pt x="227618" y="2119478"/>
                  </a:lnTo>
                  <a:lnTo>
                    <a:pt x="234019" y="2119478"/>
                  </a:lnTo>
                  <a:lnTo>
                    <a:pt x="240439" y="2120898"/>
                  </a:lnTo>
                  <a:lnTo>
                    <a:pt x="246129" y="2127287"/>
                  </a:lnTo>
                  <a:lnTo>
                    <a:pt x="252530" y="2123028"/>
                  </a:lnTo>
                  <a:lnTo>
                    <a:pt x="258220" y="2123737"/>
                  </a:lnTo>
                  <a:lnTo>
                    <a:pt x="264621" y="2127287"/>
                  </a:lnTo>
                  <a:lnTo>
                    <a:pt x="271022" y="2128707"/>
                  </a:lnTo>
                  <a:lnTo>
                    <a:pt x="276711" y="2130836"/>
                  </a:lnTo>
                  <a:lnTo>
                    <a:pt x="283112" y="2129416"/>
                  </a:lnTo>
                  <a:lnTo>
                    <a:pt x="289513" y="2134386"/>
                  </a:lnTo>
                  <a:lnTo>
                    <a:pt x="295203" y="2136515"/>
                  </a:lnTo>
                  <a:lnTo>
                    <a:pt x="301604" y="2134386"/>
                  </a:lnTo>
                  <a:lnTo>
                    <a:pt x="308005" y="2139355"/>
                  </a:lnTo>
                  <a:lnTo>
                    <a:pt x="313695" y="2142194"/>
                  </a:lnTo>
                  <a:lnTo>
                    <a:pt x="320096" y="2137225"/>
                  </a:lnTo>
                  <a:lnTo>
                    <a:pt x="326497" y="2140065"/>
                  </a:lnTo>
                  <a:lnTo>
                    <a:pt x="332187" y="2145744"/>
                  </a:lnTo>
                  <a:lnTo>
                    <a:pt x="338588" y="2142904"/>
                  </a:lnTo>
                  <a:lnTo>
                    <a:pt x="344989" y="2143614"/>
                  </a:lnTo>
                  <a:lnTo>
                    <a:pt x="350678" y="2142904"/>
                  </a:lnTo>
                  <a:lnTo>
                    <a:pt x="357079" y="2142194"/>
                  </a:lnTo>
                  <a:lnTo>
                    <a:pt x="363480" y="2147873"/>
                  </a:lnTo>
                  <a:lnTo>
                    <a:pt x="369170" y="2148583"/>
                  </a:lnTo>
                  <a:lnTo>
                    <a:pt x="375571" y="2149293"/>
                  </a:lnTo>
                  <a:lnTo>
                    <a:pt x="381972" y="2149293"/>
                  </a:lnTo>
                  <a:lnTo>
                    <a:pt x="387662" y="2154972"/>
                  </a:lnTo>
                  <a:lnTo>
                    <a:pt x="394063" y="2150713"/>
                  </a:lnTo>
                  <a:lnTo>
                    <a:pt x="400492" y="2154262"/>
                  </a:lnTo>
                  <a:lnTo>
                    <a:pt x="406182" y="2155682"/>
                  </a:lnTo>
                  <a:lnTo>
                    <a:pt x="412583" y="2153553"/>
                  </a:lnTo>
                  <a:lnTo>
                    <a:pt x="418273" y="2159942"/>
                  </a:lnTo>
                  <a:lnTo>
                    <a:pt x="424674" y="2156392"/>
                  </a:lnTo>
                  <a:lnTo>
                    <a:pt x="431075" y="2157102"/>
                  </a:lnTo>
                  <a:lnTo>
                    <a:pt x="436764" y="2159232"/>
                  </a:lnTo>
                  <a:lnTo>
                    <a:pt x="443165" y="2160651"/>
                  </a:lnTo>
                  <a:lnTo>
                    <a:pt x="449566" y="2162781"/>
                  </a:lnTo>
                  <a:lnTo>
                    <a:pt x="455256" y="2160651"/>
                  </a:lnTo>
                  <a:lnTo>
                    <a:pt x="461657" y="2167750"/>
                  </a:lnTo>
                  <a:lnTo>
                    <a:pt x="468058" y="2164911"/>
                  </a:lnTo>
                  <a:lnTo>
                    <a:pt x="473748" y="2164201"/>
                  </a:lnTo>
                  <a:lnTo>
                    <a:pt x="480149" y="2166330"/>
                  </a:lnTo>
                  <a:lnTo>
                    <a:pt x="486550" y="2165621"/>
                  </a:lnTo>
                  <a:lnTo>
                    <a:pt x="492240" y="2166330"/>
                  </a:lnTo>
                  <a:lnTo>
                    <a:pt x="498641" y="2168460"/>
                  </a:lnTo>
                  <a:lnTo>
                    <a:pt x="505042" y="2167040"/>
                  </a:lnTo>
                  <a:lnTo>
                    <a:pt x="510731" y="2167750"/>
                  </a:lnTo>
                  <a:lnTo>
                    <a:pt x="517132" y="2167750"/>
                  </a:lnTo>
                  <a:lnTo>
                    <a:pt x="523533" y="2172719"/>
                  </a:lnTo>
                  <a:lnTo>
                    <a:pt x="529223" y="2172719"/>
                  </a:lnTo>
                  <a:lnTo>
                    <a:pt x="535624" y="2174849"/>
                  </a:lnTo>
                  <a:lnTo>
                    <a:pt x="542025" y="2168460"/>
                  </a:lnTo>
                  <a:lnTo>
                    <a:pt x="547715" y="2171300"/>
                  </a:lnTo>
                  <a:lnTo>
                    <a:pt x="554116" y="2175559"/>
                  </a:lnTo>
                  <a:lnTo>
                    <a:pt x="560536" y="2172719"/>
                  </a:lnTo>
                  <a:lnTo>
                    <a:pt x="566225" y="2174849"/>
                  </a:lnTo>
                  <a:lnTo>
                    <a:pt x="572626" y="2174139"/>
                  </a:lnTo>
                  <a:lnTo>
                    <a:pt x="578316" y="2176269"/>
                  </a:lnTo>
                  <a:lnTo>
                    <a:pt x="584717" y="2176979"/>
                  </a:lnTo>
                  <a:lnTo>
                    <a:pt x="591118" y="2178399"/>
                  </a:lnTo>
                  <a:lnTo>
                    <a:pt x="596808" y="2176269"/>
                  </a:lnTo>
                  <a:lnTo>
                    <a:pt x="603209" y="2176979"/>
                  </a:lnTo>
                  <a:lnTo>
                    <a:pt x="609610" y="2175559"/>
                  </a:lnTo>
                  <a:lnTo>
                    <a:pt x="615300" y="2179818"/>
                  </a:lnTo>
                  <a:lnTo>
                    <a:pt x="621701" y="2180528"/>
                  </a:lnTo>
                  <a:lnTo>
                    <a:pt x="628102" y="2178399"/>
                  </a:lnTo>
                  <a:lnTo>
                    <a:pt x="633791" y="2179108"/>
                  </a:lnTo>
                  <a:lnTo>
                    <a:pt x="640192" y="2180528"/>
                  </a:lnTo>
                  <a:lnTo>
                    <a:pt x="646593" y="2184787"/>
                  </a:lnTo>
                  <a:lnTo>
                    <a:pt x="652283" y="2182658"/>
                  </a:lnTo>
                  <a:lnTo>
                    <a:pt x="658684" y="2175559"/>
                  </a:lnTo>
                  <a:lnTo>
                    <a:pt x="665085" y="2175559"/>
                  </a:lnTo>
                  <a:lnTo>
                    <a:pt x="670775" y="2174849"/>
                  </a:lnTo>
                  <a:lnTo>
                    <a:pt x="695667" y="2049890"/>
                  </a:lnTo>
                  <a:lnTo>
                    <a:pt x="702068" y="861279"/>
                  </a:lnTo>
                  <a:lnTo>
                    <a:pt x="707758" y="1377488"/>
                  </a:lnTo>
                  <a:lnTo>
                    <a:pt x="714159" y="2131546"/>
                  </a:lnTo>
                  <a:lnTo>
                    <a:pt x="720589" y="2169880"/>
                  </a:lnTo>
                  <a:lnTo>
                    <a:pt x="726278" y="2183368"/>
                  </a:lnTo>
                  <a:lnTo>
                    <a:pt x="732679" y="2181238"/>
                  </a:lnTo>
                  <a:lnTo>
                    <a:pt x="738369" y="2182658"/>
                  </a:lnTo>
                  <a:lnTo>
                    <a:pt x="744770" y="2184078"/>
                  </a:lnTo>
                  <a:lnTo>
                    <a:pt x="751171" y="2182658"/>
                  </a:lnTo>
                  <a:lnTo>
                    <a:pt x="756861" y="2186917"/>
                  </a:lnTo>
                  <a:lnTo>
                    <a:pt x="763262" y="2189047"/>
                  </a:lnTo>
                  <a:lnTo>
                    <a:pt x="769663" y="2188337"/>
                  </a:lnTo>
                  <a:lnTo>
                    <a:pt x="775352" y="2188337"/>
                  </a:lnTo>
                  <a:lnTo>
                    <a:pt x="781753" y="2190467"/>
                  </a:lnTo>
                  <a:lnTo>
                    <a:pt x="788154" y="2190467"/>
                  </a:lnTo>
                  <a:lnTo>
                    <a:pt x="793844" y="2194016"/>
                  </a:lnTo>
                  <a:lnTo>
                    <a:pt x="800245" y="2195436"/>
                  </a:lnTo>
                  <a:lnTo>
                    <a:pt x="806646" y="2196146"/>
                  </a:lnTo>
                  <a:lnTo>
                    <a:pt x="812336" y="2191886"/>
                  </a:lnTo>
                  <a:lnTo>
                    <a:pt x="818737" y="2193306"/>
                  </a:lnTo>
                  <a:lnTo>
                    <a:pt x="825138" y="2192596"/>
                  </a:lnTo>
                  <a:lnTo>
                    <a:pt x="830828" y="2194726"/>
                  </a:lnTo>
                  <a:lnTo>
                    <a:pt x="837229" y="2196146"/>
                  </a:lnTo>
                  <a:lnTo>
                    <a:pt x="843630" y="2194726"/>
                  </a:lnTo>
                  <a:lnTo>
                    <a:pt x="849319" y="2198985"/>
                  </a:lnTo>
                  <a:lnTo>
                    <a:pt x="855720" y="2194016"/>
                  </a:lnTo>
                  <a:lnTo>
                    <a:pt x="862121" y="2198275"/>
                  </a:lnTo>
                  <a:lnTo>
                    <a:pt x="867811" y="2199695"/>
                  </a:lnTo>
                  <a:lnTo>
                    <a:pt x="874212" y="2197565"/>
                  </a:lnTo>
                  <a:lnTo>
                    <a:pt x="880632" y="2198275"/>
                  </a:lnTo>
                  <a:lnTo>
                    <a:pt x="886322" y="2198985"/>
                  </a:lnTo>
                  <a:lnTo>
                    <a:pt x="892723" y="2198275"/>
                  </a:lnTo>
                  <a:lnTo>
                    <a:pt x="898412" y="2200405"/>
                  </a:lnTo>
                  <a:lnTo>
                    <a:pt x="904813" y="2199695"/>
                  </a:lnTo>
                  <a:lnTo>
                    <a:pt x="911214" y="2202535"/>
                  </a:lnTo>
                  <a:lnTo>
                    <a:pt x="916904" y="2201115"/>
                  </a:lnTo>
                  <a:lnTo>
                    <a:pt x="923305" y="2202535"/>
                  </a:lnTo>
                  <a:lnTo>
                    <a:pt x="929706" y="2200405"/>
                  </a:lnTo>
                  <a:lnTo>
                    <a:pt x="935396" y="2203954"/>
                  </a:lnTo>
                  <a:lnTo>
                    <a:pt x="941797" y="2202535"/>
                  </a:lnTo>
                  <a:lnTo>
                    <a:pt x="948198" y="2203954"/>
                  </a:lnTo>
                  <a:lnTo>
                    <a:pt x="953888" y="2201115"/>
                  </a:lnTo>
                  <a:lnTo>
                    <a:pt x="960289" y="2204664"/>
                  </a:lnTo>
                  <a:lnTo>
                    <a:pt x="966690" y="2203244"/>
                  </a:lnTo>
                  <a:lnTo>
                    <a:pt x="972379" y="2205374"/>
                  </a:lnTo>
                  <a:lnTo>
                    <a:pt x="978780" y="2207504"/>
                  </a:lnTo>
                  <a:lnTo>
                    <a:pt x="985181" y="2206084"/>
                  </a:lnTo>
                  <a:lnTo>
                    <a:pt x="990871" y="2203954"/>
                  </a:lnTo>
                  <a:lnTo>
                    <a:pt x="997272" y="2203954"/>
                  </a:lnTo>
                  <a:lnTo>
                    <a:pt x="1003673" y="2206084"/>
                  </a:lnTo>
                  <a:lnTo>
                    <a:pt x="1009363" y="2205374"/>
                  </a:lnTo>
                  <a:lnTo>
                    <a:pt x="1015764" y="2207504"/>
                  </a:lnTo>
                  <a:lnTo>
                    <a:pt x="1022165" y="2207504"/>
                  </a:lnTo>
                  <a:lnTo>
                    <a:pt x="1027855" y="2206794"/>
                  </a:lnTo>
                  <a:lnTo>
                    <a:pt x="1034256" y="2206794"/>
                  </a:lnTo>
                  <a:lnTo>
                    <a:pt x="1040675" y="2207504"/>
                  </a:lnTo>
                  <a:lnTo>
                    <a:pt x="1046365" y="2208214"/>
                  </a:lnTo>
                  <a:lnTo>
                    <a:pt x="1052766" y="2208214"/>
                  </a:lnTo>
                  <a:lnTo>
                    <a:pt x="1058456" y="2208924"/>
                  </a:lnTo>
                  <a:lnTo>
                    <a:pt x="1064857" y="2207504"/>
                  </a:lnTo>
                  <a:lnTo>
                    <a:pt x="1071258" y="2207504"/>
                  </a:lnTo>
                  <a:lnTo>
                    <a:pt x="1076948" y="2203244"/>
                  </a:lnTo>
                  <a:lnTo>
                    <a:pt x="1083349" y="2207504"/>
                  </a:lnTo>
                  <a:lnTo>
                    <a:pt x="1089750" y="2211053"/>
                  </a:lnTo>
                  <a:lnTo>
                    <a:pt x="1095439" y="2208214"/>
                  </a:lnTo>
                  <a:lnTo>
                    <a:pt x="1101840" y="2213183"/>
                  </a:lnTo>
                  <a:lnTo>
                    <a:pt x="1108241" y="2211053"/>
                  </a:lnTo>
                  <a:lnTo>
                    <a:pt x="1113931" y="2211053"/>
                  </a:lnTo>
                  <a:lnTo>
                    <a:pt x="1120332" y="2210343"/>
                  </a:lnTo>
                  <a:lnTo>
                    <a:pt x="1126733" y="2211763"/>
                  </a:lnTo>
                  <a:lnTo>
                    <a:pt x="1132423" y="2211053"/>
                  </a:lnTo>
                  <a:lnTo>
                    <a:pt x="1138824" y="2213893"/>
                  </a:lnTo>
                  <a:lnTo>
                    <a:pt x="1145225" y="2211763"/>
                  </a:lnTo>
                  <a:lnTo>
                    <a:pt x="1150915" y="2210343"/>
                  </a:lnTo>
                  <a:lnTo>
                    <a:pt x="1157316" y="2213893"/>
                  </a:lnTo>
                  <a:lnTo>
                    <a:pt x="1163716" y="2211763"/>
                  </a:lnTo>
                  <a:lnTo>
                    <a:pt x="1169406" y="2213183"/>
                  </a:lnTo>
                  <a:lnTo>
                    <a:pt x="1175807" y="2214603"/>
                  </a:lnTo>
                  <a:lnTo>
                    <a:pt x="1182208" y="2214603"/>
                  </a:lnTo>
                  <a:lnTo>
                    <a:pt x="1187898" y="2216022"/>
                  </a:lnTo>
                  <a:lnTo>
                    <a:pt x="1194299" y="2211763"/>
                  </a:lnTo>
                  <a:lnTo>
                    <a:pt x="1200728" y="2203954"/>
                  </a:lnTo>
                  <a:lnTo>
                    <a:pt x="1206418" y="2203954"/>
                  </a:lnTo>
                  <a:lnTo>
                    <a:pt x="1212819" y="2208214"/>
                  </a:lnTo>
                  <a:lnTo>
                    <a:pt x="1219220" y="2206084"/>
                  </a:lnTo>
                  <a:lnTo>
                    <a:pt x="1224910" y="2204664"/>
                  </a:lnTo>
                  <a:lnTo>
                    <a:pt x="1249803" y="2135805"/>
                  </a:lnTo>
                  <a:lnTo>
                    <a:pt x="1255492" y="1926342"/>
                  </a:lnTo>
                  <a:lnTo>
                    <a:pt x="1261893" y="0"/>
                  </a:lnTo>
                  <a:lnTo>
                    <a:pt x="1268294" y="1005414"/>
                  </a:lnTo>
                  <a:lnTo>
                    <a:pt x="1273984" y="2110941"/>
                  </a:lnTo>
                  <a:lnTo>
                    <a:pt x="1280385" y="2189047"/>
                  </a:lnTo>
                  <a:lnTo>
                    <a:pt x="1286786" y="2204664"/>
                  </a:lnTo>
                  <a:lnTo>
                    <a:pt x="1292476" y="2206084"/>
                  </a:lnTo>
                  <a:lnTo>
                    <a:pt x="1298877" y="2208924"/>
                  </a:lnTo>
                  <a:lnTo>
                    <a:pt x="1305278" y="2211053"/>
                  </a:lnTo>
                  <a:lnTo>
                    <a:pt x="1310967" y="2211763"/>
                  </a:lnTo>
                  <a:lnTo>
                    <a:pt x="1317368" y="2213183"/>
                  </a:lnTo>
                  <a:lnTo>
                    <a:pt x="1323769" y="2213183"/>
                  </a:lnTo>
                  <a:lnTo>
                    <a:pt x="1329459" y="2213183"/>
                  </a:lnTo>
                  <a:lnTo>
                    <a:pt x="1335860" y="2211053"/>
                  </a:lnTo>
                  <a:lnTo>
                    <a:pt x="1342261" y="2213893"/>
                  </a:lnTo>
                  <a:lnTo>
                    <a:pt x="1347951" y="2216732"/>
                  </a:lnTo>
                  <a:lnTo>
                    <a:pt x="1354352" y="2214603"/>
                  </a:lnTo>
                  <a:lnTo>
                    <a:pt x="1360781" y="2217442"/>
                  </a:lnTo>
                  <a:lnTo>
                    <a:pt x="1366471" y="2218152"/>
                  </a:lnTo>
                  <a:lnTo>
                    <a:pt x="1372872" y="2215313"/>
                  </a:lnTo>
                  <a:lnTo>
                    <a:pt x="1379273" y="2218862"/>
                  </a:lnTo>
                  <a:lnTo>
                    <a:pt x="1384963" y="2219572"/>
                  </a:lnTo>
                  <a:lnTo>
                    <a:pt x="1391364" y="2218152"/>
                  </a:lnTo>
                  <a:lnTo>
                    <a:pt x="1397054" y="2215313"/>
                  </a:lnTo>
                  <a:lnTo>
                    <a:pt x="1403455" y="2218152"/>
                  </a:lnTo>
                  <a:lnTo>
                    <a:pt x="1409855" y="2218862"/>
                  </a:lnTo>
                  <a:lnTo>
                    <a:pt x="1415545" y="2218862"/>
                  </a:lnTo>
                  <a:lnTo>
                    <a:pt x="1421946" y="2218152"/>
                  </a:lnTo>
                  <a:lnTo>
                    <a:pt x="1428347" y="2219572"/>
                  </a:lnTo>
                  <a:lnTo>
                    <a:pt x="1434037" y="2218862"/>
                  </a:lnTo>
                  <a:lnTo>
                    <a:pt x="1440438" y="2219572"/>
                  </a:lnTo>
                  <a:lnTo>
                    <a:pt x="1446839" y="2220992"/>
                  </a:lnTo>
                  <a:lnTo>
                    <a:pt x="1452529" y="2220282"/>
                  </a:lnTo>
                  <a:lnTo>
                    <a:pt x="1458930" y="2219572"/>
                  </a:lnTo>
                  <a:lnTo>
                    <a:pt x="1465331" y="2218862"/>
                  </a:lnTo>
                  <a:lnTo>
                    <a:pt x="1471020" y="2220282"/>
                  </a:lnTo>
                  <a:lnTo>
                    <a:pt x="1477421" y="2220992"/>
                  </a:lnTo>
                  <a:lnTo>
                    <a:pt x="1483822" y="2221730"/>
                  </a:lnTo>
                  <a:lnTo>
                    <a:pt x="1489512" y="2220282"/>
                  </a:lnTo>
                  <a:lnTo>
                    <a:pt x="1495913" y="2220992"/>
                  </a:lnTo>
                  <a:lnTo>
                    <a:pt x="1502314" y="2222440"/>
                  </a:lnTo>
                  <a:lnTo>
                    <a:pt x="1508004" y="2223860"/>
                  </a:lnTo>
                  <a:lnTo>
                    <a:pt x="1514405" y="2223150"/>
                  </a:lnTo>
                  <a:lnTo>
                    <a:pt x="1520825" y="2221730"/>
                  </a:lnTo>
                  <a:lnTo>
                    <a:pt x="1526515" y="2223150"/>
                  </a:lnTo>
                  <a:lnTo>
                    <a:pt x="1532915" y="2221730"/>
                  </a:lnTo>
                  <a:lnTo>
                    <a:pt x="1539316" y="2223860"/>
                  </a:lnTo>
                  <a:lnTo>
                    <a:pt x="1545006" y="2222440"/>
                  </a:lnTo>
                  <a:lnTo>
                    <a:pt x="1551407" y="2223860"/>
                  </a:lnTo>
                  <a:lnTo>
                    <a:pt x="1557097" y="2223860"/>
                  </a:lnTo>
                  <a:lnTo>
                    <a:pt x="1563498" y="2223860"/>
                  </a:lnTo>
                  <a:lnTo>
                    <a:pt x="1569899" y="2223860"/>
                  </a:lnTo>
                  <a:lnTo>
                    <a:pt x="1575589" y="2225989"/>
                  </a:lnTo>
                  <a:lnTo>
                    <a:pt x="1581990" y="2225989"/>
                  </a:lnTo>
                  <a:lnTo>
                    <a:pt x="1588391" y="2225279"/>
                  </a:lnTo>
                  <a:lnTo>
                    <a:pt x="1594080" y="2224569"/>
                  </a:lnTo>
                  <a:lnTo>
                    <a:pt x="1600481" y="2224569"/>
                  </a:lnTo>
                  <a:lnTo>
                    <a:pt x="1606882" y="2224569"/>
                  </a:lnTo>
                  <a:lnTo>
                    <a:pt x="1612572" y="2224569"/>
                  </a:lnTo>
                  <a:lnTo>
                    <a:pt x="1618973" y="2221730"/>
                  </a:lnTo>
                  <a:lnTo>
                    <a:pt x="1625374" y="2220992"/>
                  </a:lnTo>
                  <a:lnTo>
                    <a:pt x="1631064" y="2221730"/>
                  </a:lnTo>
                  <a:lnTo>
                    <a:pt x="1637465" y="2222440"/>
                  </a:lnTo>
                  <a:lnTo>
                    <a:pt x="1643866" y="2223860"/>
                  </a:lnTo>
                  <a:lnTo>
                    <a:pt x="1649556" y="2223860"/>
                  </a:lnTo>
                  <a:lnTo>
                    <a:pt x="1655957" y="2223860"/>
                  </a:lnTo>
                  <a:lnTo>
                    <a:pt x="1662358" y="2221730"/>
                  </a:lnTo>
                  <a:lnTo>
                    <a:pt x="1668047" y="2221730"/>
                  </a:lnTo>
                  <a:lnTo>
                    <a:pt x="1674448" y="2221730"/>
                  </a:lnTo>
                  <a:lnTo>
                    <a:pt x="1680868" y="2212473"/>
                  </a:lnTo>
                  <a:lnTo>
                    <a:pt x="1686558" y="2191886"/>
                  </a:lnTo>
                  <a:lnTo>
                    <a:pt x="1692959" y="2111650"/>
                  </a:lnTo>
                  <a:lnTo>
                    <a:pt x="1699360" y="1305761"/>
                  </a:lnTo>
                  <a:lnTo>
                    <a:pt x="1705050" y="1678526"/>
                  </a:lnTo>
                  <a:lnTo>
                    <a:pt x="1711451" y="2149293"/>
                  </a:lnTo>
                  <a:lnTo>
                    <a:pt x="1717140" y="2208924"/>
                  </a:lnTo>
                  <a:lnTo>
                    <a:pt x="1723541" y="2221730"/>
                  </a:lnTo>
                  <a:lnTo>
                    <a:pt x="1729942" y="2222440"/>
                  </a:lnTo>
                  <a:lnTo>
                    <a:pt x="1735632" y="2224569"/>
                  </a:lnTo>
                  <a:lnTo>
                    <a:pt x="1742033" y="2223150"/>
                  </a:lnTo>
                  <a:lnTo>
                    <a:pt x="1748434" y="2225989"/>
                  </a:lnTo>
                  <a:lnTo>
                    <a:pt x="1754124" y="2225989"/>
                  </a:lnTo>
                  <a:lnTo>
                    <a:pt x="1760525" y="2226699"/>
                  </a:lnTo>
                  <a:lnTo>
                    <a:pt x="1766926" y="2227409"/>
                  </a:lnTo>
                  <a:lnTo>
                    <a:pt x="1772616" y="2225989"/>
                  </a:lnTo>
                  <a:lnTo>
                    <a:pt x="1779017" y="2228119"/>
                  </a:lnTo>
                  <a:lnTo>
                    <a:pt x="1785418" y="2228119"/>
                  </a:lnTo>
                  <a:lnTo>
                    <a:pt x="1791107" y="2228119"/>
                  </a:lnTo>
                  <a:lnTo>
                    <a:pt x="1797508" y="2227409"/>
                  </a:lnTo>
                  <a:lnTo>
                    <a:pt x="1803909" y="2224569"/>
                  </a:lnTo>
                  <a:lnTo>
                    <a:pt x="1809599" y="2224569"/>
                  </a:lnTo>
                  <a:lnTo>
                    <a:pt x="1816000" y="2229539"/>
                  </a:lnTo>
                  <a:lnTo>
                    <a:pt x="1822401" y="2228119"/>
                  </a:lnTo>
                  <a:lnTo>
                    <a:pt x="1828091" y="2226699"/>
                  </a:lnTo>
                  <a:lnTo>
                    <a:pt x="1834492" y="2228829"/>
                  </a:lnTo>
                  <a:lnTo>
                    <a:pt x="1840921" y="2226699"/>
                  </a:lnTo>
                  <a:lnTo>
                    <a:pt x="1846611" y="2228829"/>
                  </a:lnTo>
                  <a:lnTo>
                    <a:pt x="1853012" y="2228119"/>
                  </a:lnTo>
                  <a:lnTo>
                    <a:pt x="1859413" y="2228119"/>
                  </a:lnTo>
                  <a:lnTo>
                    <a:pt x="1865103" y="2230958"/>
                  </a:lnTo>
                  <a:lnTo>
                    <a:pt x="1871504" y="2227409"/>
                  </a:lnTo>
                  <a:lnTo>
                    <a:pt x="1877193" y="2229539"/>
                  </a:lnTo>
                  <a:lnTo>
                    <a:pt x="1883594" y="2229539"/>
                  </a:lnTo>
                  <a:lnTo>
                    <a:pt x="1889995" y="2228829"/>
                  </a:lnTo>
                  <a:lnTo>
                    <a:pt x="1895685" y="2231668"/>
                  </a:lnTo>
                  <a:lnTo>
                    <a:pt x="1902086" y="2230958"/>
                  </a:lnTo>
                  <a:lnTo>
                    <a:pt x="1908487" y="2230958"/>
                  </a:lnTo>
                  <a:lnTo>
                    <a:pt x="1914177" y="2231668"/>
                  </a:lnTo>
                  <a:lnTo>
                    <a:pt x="1920578" y="2230958"/>
                  </a:lnTo>
                  <a:lnTo>
                    <a:pt x="1926979" y="2231668"/>
                  </a:lnTo>
                  <a:lnTo>
                    <a:pt x="1932669" y="2228829"/>
                  </a:lnTo>
                  <a:lnTo>
                    <a:pt x="1939069" y="2229539"/>
                  </a:lnTo>
                  <a:lnTo>
                    <a:pt x="1945470" y="2229539"/>
                  </a:lnTo>
                  <a:lnTo>
                    <a:pt x="1951160" y="2229539"/>
                  </a:lnTo>
                  <a:lnTo>
                    <a:pt x="1957561" y="2231668"/>
                  </a:lnTo>
                  <a:lnTo>
                    <a:pt x="1963962" y="2231668"/>
                  </a:lnTo>
                  <a:lnTo>
                    <a:pt x="1969652" y="2229539"/>
                  </a:lnTo>
                  <a:lnTo>
                    <a:pt x="1976053" y="2230248"/>
                  </a:lnTo>
                  <a:lnTo>
                    <a:pt x="1982454" y="2226699"/>
                  </a:lnTo>
                  <a:lnTo>
                    <a:pt x="1988144" y="2228829"/>
                  </a:lnTo>
                  <a:lnTo>
                    <a:pt x="1994545" y="2228829"/>
                  </a:lnTo>
                  <a:lnTo>
                    <a:pt x="2000965" y="2229539"/>
                  </a:lnTo>
                  <a:lnTo>
                    <a:pt x="2006654" y="2231668"/>
                  </a:lnTo>
                  <a:lnTo>
                    <a:pt x="2013055" y="2230958"/>
                  </a:lnTo>
                  <a:lnTo>
                    <a:pt x="2019456" y="2229539"/>
                  </a:lnTo>
                  <a:lnTo>
                    <a:pt x="2025146" y="2230248"/>
                  </a:lnTo>
                  <a:lnTo>
                    <a:pt x="2031547" y="2230248"/>
                  </a:lnTo>
                  <a:lnTo>
                    <a:pt x="2037237" y="2232378"/>
                  </a:lnTo>
                  <a:lnTo>
                    <a:pt x="2043638" y="2229539"/>
                  </a:lnTo>
                  <a:lnTo>
                    <a:pt x="2050039" y="2228829"/>
                  </a:lnTo>
                  <a:lnTo>
                    <a:pt x="2055729" y="2224569"/>
                  </a:lnTo>
                  <a:lnTo>
                    <a:pt x="2062129" y="2213183"/>
                  </a:lnTo>
                  <a:lnTo>
                    <a:pt x="2068530" y="2184078"/>
                  </a:lnTo>
                  <a:lnTo>
                    <a:pt x="2074220" y="1777219"/>
                  </a:lnTo>
                  <a:lnTo>
                    <a:pt x="2080621" y="1967515"/>
                  </a:lnTo>
                  <a:lnTo>
                    <a:pt x="2087022" y="2162781"/>
                  </a:lnTo>
                  <a:lnTo>
                    <a:pt x="2092712" y="2222440"/>
                  </a:lnTo>
                  <a:lnTo>
                    <a:pt x="2099113" y="2226699"/>
                  </a:lnTo>
                  <a:lnTo>
                    <a:pt x="2105514" y="2226699"/>
                  </a:lnTo>
                  <a:lnTo>
                    <a:pt x="2111204" y="2230958"/>
                  </a:lnTo>
                  <a:lnTo>
                    <a:pt x="2117605" y="2230958"/>
                  </a:lnTo>
                  <a:lnTo>
                    <a:pt x="2124006" y="2231668"/>
                  </a:lnTo>
                  <a:lnTo>
                    <a:pt x="2129695" y="2231668"/>
                  </a:lnTo>
                  <a:lnTo>
                    <a:pt x="2136096" y="2232378"/>
                  </a:lnTo>
                  <a:lnTo>
                    <a:pt x="2142497" y="2232378"/>
                  </a:lnTo>
                  <a:lnTo>
                    <a:pt x="2148187" y="2232378"/>
                  </a:lnTo>
                  <a:lnTo>
                    <a:pt x="2154588" y="2233798"/>
                  </a:lnTo>
                  <a:lnTo>
                    <a:pt x="2161018" y="2232378"/>
                  </a:lnTo>
                  <a:lnTo>
                    <a:pt x="2166707" y="2232378"/>
                  </a:lnTo>
                  <a:lnTo>
                    <a:pt x="2173108" y="2232378"/>
                  </a:lnTo>
                  <a:lnTo>
                    <a:pt x="2179509" y="2232378"/>
                  </a:lnTo>
                  <a:lnTo>
                    <a:pt x="2185199" y="2231668"/>
                  </a:lnTo>
                  <a:lnTo>
                    <a:pt x="2191600" y="2232378"/>
                  </a:lnTo>
                  <a:lnTo>
                    <a:pt x="2198001" y="2235218"/>
                  </a:lnTo>
                  <a:lnTo>
                    <a:pt x="2203691" y="2233798"/>
                  </a:lnTo>
                  <a:lnTo>
                    <a:pt x="2210092" y="2234508"/>
                  </a:lnTo>
                  <a:lnTo>
                    <a:pt x="2215781" y="2232378"/>
                  </a:lnTo>
                  <a:lnTo>
                    <a:pt x="2222182" y="2230958"/>
                  </a:lnTo>
                  <a:lnTo>
                    <a:pt x="2228583" y="2232378"/>
                  </a:lnTo>
                  <a:lnTo>
                    <a:pt x="2234273" y="2233088"/>
                  </a:lnTo>
                  <a:lnTo>
                    <a:pt x="2240674" y="2233798"/>
                  </a:lnTo>
                  <a:lnTo>
                    <a:pt x="2247075" y="2231668"/>
                  </a:lnTo>
                  <a:lnTo>
                    <a:pt x="2252765" y="2235218"/>
                  </a:lnTo>
                  <a:lnTo>
                    <a:pt x="2259166" y="2235218"/>
                  </a:lnTo>
                  <a:lnTo>
                    <a:pt x="2265567" y="2233798"/>
                  </a:lnTo>
                  <a:lnTo>
                    <a:pt x="2271257" y="2235218"/>
                  </a:lnTo>
                  <a:lnTo>
                    <a:pt x="2277658" y="2233088"/>
                  </a:lnTo>
                  <a:lnTo>
                    <a:pt x="2284059" y="2233798"/>
                  </a:lnTo>
                  <a:lnTo>
                    <a:pt x="2289748" y="2235218"/>
                  </a:lnTo>
                  <a:lnTo>
                    <a:pt x="2296149" y="2234508"/>
                  </a:lnTo>
                  <a:lnTo>
                    <a:pt x="2302550" y="2232378"/>
                  </a:lnTo>
                  <a:lnTo>
                    <a:pt x="2308240" y="2232378"/>
                  </a:lnTo>
                  <a:lnTo>
                    <a:pt x="2314641" y="2230248"/>
                  </a:lnTo>
                  <a:lnTo>
                    <a:pt x="2321061" y="2229539"/>
                  </a:lnTo>
                  <a:lnTo>
                    <a:pt x="2326751" y="2232378"/>
                  </a:lnTo>
                  <a:lnTo>
                    <a:pt x="2333152" y="2231668"/>
                  </a:lnTo>
                  <a:lnTo>
                    <a:pt x="2339553" y="2233088"/>
                  </a:lnTo>
                  <a:lnTo>
                    <a:pt x="2345242" y="2232378"/>
                  </a:lnTo>
                  <a:lnTo>
                    <a:pt x="2351643" y="2233088"/>
                  </a:lnTo>
                  <a:lnTo>
                    <a:pt x="2358044" y="2233798"/>
                  </a:lnTo>
                  <a:lnTo>
                    <a:pt x="2363734" y="2230248"/>
                  </a:lnTo>
                  <a:lnTo>
                    <a:pt x="2370135" y="2230958"/>
                  </a:lnTo>
                  <a:lnTo>
                    <a:pt x="2375825" y="2230248"/>
                  </a:lnTo>
                  <a:lnTo>
                    <a:pt x="2382226" y="2229539"/>
                  </a:lnTo>
                  <a:lnTo>
                    <a:pt x="2388627" y="2227409"/>
                  </a:lnTo>
                  <a:lnTo>
                    <a:pt x="2394317" y="2212473"/>
                  </a:lnTo>
                  <a:lnTo>
                    <a:pt x="2400718" y="2190467"/>
                  </a:lnTo>
                  <a:lnTo>
                    <a:pt x="2407119" y="2069767"/>
                  </a:lnTo>
                  <a:lnTo>
                    <a:pt x="2412808" y="1214167"/>
                  </a:lnTo>
                  <a:lnTo>
                    <a:pt x="2419209" y="1697712"/>
                  </a:lnTo>
                  <a:lnTo>
                    <a:pt x="2425610" y="2053440"/>
                  </a:lnTo>
                  <a:lnTo>
                    <a:pt x="2431300" y="2211763"/>
                  </a:lnTo>
                  <a:lnTo>
                    <a:pt x="2437701" y="2227409"/>
                  </a:lnTo>
                  <a:lnTo>
                    <a:pt x="2444102" y="2227409"/>
                  </a:lnTo>
                  <a:lnTo>
                    <a:pt x="2449792" y="2229539"/>
                  </a:lnTo>
                  <a:lnTo>
                    <a:pt x="2456193" y="2230958"/>
                  </a:lnTo>
                  <a:lnTo>
                    <a:pt x="2462594" y="2233088"/>
                  </a:lnTo>
                  <a:lnTo>
                    <a:pt x="2468283" y="2233798"/>
                  </a:lnTo>
                  <a:lnTo>
                    <a:pt x="2474684" y="2233088"/>
                  </a:lnTo>
                  <a:lnTo>
                    <a:pt x="2481114" y="2233088"/>
                  </a:lnTo>
                  <a:lnTo>
                    <a:pt x="2486804" y="2233088"/>
                  </a:lnTo>
                  <a:lnTo>
                    <a:pt x="2493205" y="2233798"/>
                  </a:lnTo>
                  <a:lnTo>
                    <a:pt x="2499606" y="2233088"/>
                  </a:lnTo>
                  <a:lnTo>
                    <a:pt x="2505295" y="2233088"/>
                  </a:lnTo>
                  <a:lnTo>
                    <a:pt x="2511696" y="2234508"/>
                  </a:lnTo>
                  <a:lnTo>
                    <a:pt x="2518097" y="2235218"/>
                  </a:lnTo>
                  <a:lnTo>
                    <a:pt x="2523787" y="2234508"/>
                  </a:lnTo>
                  <a:lnTo>
                    <a:pt x="2530188" y="2235928"/>
                  </a:lnTo>
                  <a:lnTo>
                    <a:pt x="2535878" y="2235928"/>
                  </a:lnTo>
                  <a:lnTo>
                    <a:pt x="2542279" y="2233088"/>
                  </a:lnTo>
                  <a:lnTo>
                    <a:pt x="2548680" y="2234508"/>
                  </a:lnTo>
                  <a:lnTo>
                    <a:pt x="2554370" y="2235218"/>
                  </a:lnTo>
                  <a:lnTo>
                    <a:pt x="2560771" y="2235218"/>
                  </a:lnTo>
                  <a:lnTo>
                    <a:pt x="2567171" y="2234508"/>
                  </a:lnTo>
                  <a:lnTo>
                    <a:pt x="2572861" y="2234508"/>
                  </a:lnTo>
                  <a:lnTo>
                    <a:pt x="2579262" y="2234508"/>
                  </a:lnTo>
                  <a:lnTo>
                    <a:pt x="2585663" y="2235218"/>
                  </a:lnTo>
                  <a:lnTo>
                    <a:pt x="2591353" y="2235218"/>
                  </a:lnTo>
                  <a:lnTo>
                    <a:pt x="2597754" y="2235928"/>
                  </a:lnTo>
                  <a:lnTo>
                    <a:pt x="2604155" y="2235218"/>
                  </a:lnTo>
                  <a:lnTo>
                    <a:pt x="2609845" y="2235218"/>
                  </a:lnTo>
                  <a:lnTo>
                    <a:pt x="2616246" y="2234508"/>
                  </a:lnTo>
                  <a:lnTo>
                    <a:pt x="2622647" y="2233798"/>
                  </a:lnTo>
                  <a:lnTo>
                    <a:pt x="2628336" y="2234508"/>
                  </a:lnTo>
                  <a:lnTo>
                    <a:pt x="2634737" y="2235928"/>
                  </a:lnTo>
                  <a:lnTo>
                    <a:pt x="2641157" y="2234508"/>
                  </a:lnTo>
                  <a:lnTo>
                    <a:pt x="2646847" y="2235218"/>
                  </a:lnTo>
                  <a:lnTo>
                    <a:pt x="2653248" y="2234508"/>
                  </a:lnTo>
                  <a:lnTo>
                    <a:pt x="2659649" y="2233088"/>
                  </a:lnTo>
                  <a:lnTo>
                    <a:pt x="2665339" y="2234508"/>
                  </a:lnTo>
                  <a:lnTo>
                    <a:pt x="2671740" y="2234508"/>
                  </a:lnTo>
                  <a:lnTo>
                    <a:pt x="2678141" y="2235218"/>
                  </a:lnTo>
                  <a:lnTo>
                    <a:pt x="2683831" y="2234508"/>
                  </a:lnTo>
                  <a:lnTo>
                    <a:pt x="2690232" y="2234508"/>
                  </a:lnTo>
                  <a:lnTo>
                    <a:pt x="2695921" y="2235218"/>
                  </a:lnTo>
                  <a:lnTo>
                    <a:pt x="2702322" y="2230248"/>
                  </a:lnTo>
                  <a:lnTo>
                    <a:pt x="2708723" y="2218152"/>
                  </a:lnTo>
                  <a:lnTo>
                    <a:pt x="2714413" y="2211763"/>
                  </a:lnTo>
                  <a:lnTo>
                    <a:pt x="2720814" y="1990232"/>
                  </a:lnTo>
                  <a:lnTo>
                    <a:pt x="2727215" y="1834038"/>
                  </a:lnTo>
                  <a:lnTo>
                    <a:pt x="2732905" y="1957577"/>
                  </a:lnTo>
                  <a:lnTo>
                    <a:pt x="2739306" y="2186207"/>
                  </a:lnTo>
                  <a:lnTo>
                    <a:pt x="2745707" y="2225989"/>
                  </a:lnTo>
                  <a:lnTo>
                    <a:pt x="2751396" y="2232378"/>
                  </a:lnTo>
                  <a:lnTo>
                    <a:pt x="2757797" y="2233798"/>
                  </a:lnTo>
                  <a:lnTo>
                    <a:pt x="2764198" y="2235218"/>
                  </a:lnTo>
                  <a:lnTo>
                    <a:pt x="2769888" y="2233798"/>
                  </a:lnTo>
                  <a:lnTo>
                    <a:pt x="2776289" y="2234508"/>
                  </a:lnTo>
                  <a:lnTo>
                    <a:pt x="2782690" y="2236637"/>
                  </a:lnTo>
                  <a:lnTo>
                    <a:pt x="2788380" y="2235928"/>
                  </a:lnTo>
                  <a:lnTo>
                    <a:pt x="2794781" y="2235928"/>
                  </a:lnTo>
                  <a:lnTo>
                    <a:pt x="2801210" y="2236637"/>
                  </a:lnTo>
                  <a:lnTo>
                    <a:pt x="2806900" y="2236637"/>
                  </a:lnTo>
                  <a:lnTo>
                    <a:pt x="2813301" y="2235928"/>
                  </a:lnTo>
                  <a:lnTo>
                    <a:pt x="2819702" y="2235928"/>
                  </a:lnTo>
                  <a:lnTo>
                    <a:pt x="2825392" y="2236637"/>
                  </a:lnTo>
                  <a:lnTo>
                    <a:pt x="2831793" y="2235928"/>
                  </a:lnTo>
                  <a:lnTo>
                    <a:pt x="2838194" y="2237347"/>
                  </a:lnTo>
                  <a:lnTo>
                    <a:pt x="2843883" y="2235928"/>
                  </a:lnTo>
                  <a:lnTo>
                    <a:pt x="2850284" y="2238057"/>
                  </a:lnTo>
                  <a:lnTo>
                    <a:pt x="2855974" y="2236637"/>
                  </a:lnTo>
                  <a:lnTo>
                    <a:pt x="2862375" y="2237347"/>
                  </a:lnTo>
                  <a:lnTo>
                    <a:pt x="2868776" y="2237347"/>
                  </a:lnTo>
                  <a:lnTo>
                    <a:pt x="2874466" y="2236637"/>
                  </a:lnTo>
                  <a:lnTo>
                    <a:pt x="2880867" y="2235928"/>
                  </a:lnTo>
                  <a:lnTo>
                    <a:pt x="2887268" y="2236637"/>
                  </a:lnTo>
                  <a:lnTo>
                    <a:pt x="2892958" y="2237347"/>
                  </a:lnTo>
                  <a:lnTo>
                    <a:pt x="2899359" y="2235928"/>
                  </a:lnTo>
                  <a:lnTo>
                    <a:pt x="2905760" y="2236637"/>
                  </a:lnTo>
                  <a:lnTo>
                    <a:pt x="2911449" y="2236637"/>
                  </a:lnTo>
                  <a:lnTo>
                    <a:pt x="2917850" y="2237347"/>
                  </a:lnTo>
                  <a:lnTo>
                    <a:pt x="2924251" y="2238057"/>
                  </a:lnTo>
                  <a:lnTo>
                    <a:pt x="2929941" y="2237347"/>
                  </a:lnTo>
                  <a:lnTo>
                    <a:pt x="2936342" y="2235218"/>
                  </a:lnTo>
                  <a:lnTo>
                    <a:pt x="2942743" y="2238057"/>
                  </a:lnTo>
                  <a:lnTo>
                    <a:pt x="2948433" y="2238767"/>
                  </a:lnTo>
                  <a:lnTo>
                    <a:pt x="2954834" y="2238057"/>
                  </a:lnTo>
                  <a:lnTo>
                    <a:pt x="2961263" y="2237347"/>
                  </a:lnTo>
                  <a:lnTo>
                    <a:pt x="2966953" y="2239477"/>
                  </a:lnTo>
                  <a:lnTo>
                    <a:pt x="2973354" y="2238767"/>
                  </a:lnTo>
                  <a:lnTo>
                    <a:pt x="2979755" y="2237347"/>
                  </a:lnTo>
                  <a:lnTo>
                    <a:pt x="2985445" y="2237347"/>
                  </a:lnTo>
                  <a:lnTo>
                    <a:pt x="2991846" y="2236637"/>
                  </a:lnTo>
                  <a:lnTo>
                    <a:pt x="2998247" y="2235928"/>
                  </a:lnTo>
                  <a:lnTo>
                    <a:pt x="3003936" y="2239477"/>
                  </a:lnTo>
                  <a:lnTo>
                    <a:pt x="3010337" y="2238767"/>
                  </a:lnTo>
                  <a:lnTo>
                    <a:pt x="3016027" y="2238767"/>
                  </a:lnTo>
                  <a:lnTo>
                    <a:pt x="3022428" y="2237347"/>
                  </a:lnTo>
                  <a:lnTo>
                    <a:pt x="3028829" y="2238057"/>
                  </a:lnTo>
                  <a:lnTo>
                    <a:pt x="3034519" y="2238057"/>
                  </a:lnTo>
                  <a:lnTo>
                    <a:pt x="3040920" y="2238057"/>
                  </a:lnTo>
                  <a:lnTo>
                    <a:pt x="3047321" y="2238767"/>
                  </a:lnTo>
                  <a:lnTo>
                    <a:pt x="3053011" y="2238057"/>
                  </a:lnTo>
                  <a:lnTo>
                    <a:pt x="3059412" y="2237347"/>
                  </a:lnTo>
                  <a:lnTo>
                    <a:pt x="3065813" y="2237347"/>
                  </a:lnTo>
                  <a:lnTo>
                    <a:pt x="3071502" y="2238057"/>
                  </a:lnTo>
                  <a:lnTo>
                    <a:pt x="3077903" y="2238767"/>
                  </a:lnTo>
                  <a:lnTo>
                    <a:pt x="3084304" y="2238767"/>
                  </a:lnTo>
                  <a:lnTo>
                    <a:pt x="3089994" y="2238057"/>
                  </a:lnTo>
                  <a:lnTo>
                    <a:pt x="3096395" y="2239477"/>
                  </a:lnTo>
                  <a:lnTo>
                    <a:pt x="3102796" y="2238057"/>
                  </a:lnTo>
                  <a:lnTo>
                    <a:pt x="3108486" y="2238767"/>
                  </a:lnTo>
                  <a:lnTo>
                    <a:pt x="3114887" y="2236637"/>
                  </a:lnTo>
                  <a:lnTo>
                    <a:pt x="3121307" y="2236637"/>
                  </a:lnTo>
                  <a:lnTo>
                    <a:pt x="3126996" y="2237347"/>
                  </a:lnTo>
                  <a:lnTo>
                    <a:pt x="3133397" y="2238767"/>
                  </a:lnTo>
                  <a:lnTo>
                    <a:pt x="3139798" y="2238057"/>
                  </a:lnTo>
                  <a:lnTo>
                    <a:pt x="3145488" y="2238767"/>
                  </a:lnTo>
                  <a:lnTo>
                    <a:pt x="3151889" y="2238767"/>
                  </a:lnTo>
                  <a:lnTo>
                    <a:pt x="3158290" y="2238057"/>
                  </a:lnTo>
                  <a:lnTo>
                    <a:pt x="3163980" y="2238057"/>
                  </a:lnTo>
                  <a:lnTo>
                    <a:pt x="3170381" y="2239477"/>
                  </a:lnTo>
                  <a:lnTo>
                    <a:pt x="3176071" y="2237347"/>
                  </a:lnTo>
                  <a:lnTo>
                    <a:pt x="3182472" y="2240187"/>
                  </a:lnTo>
                  <a:lnTo>
                    <a:pt x="3188873" y="2239477"/>
                  </a:lnTo>
                  <a:lnTo>
                    <a:pt x="3194562" y="2239477"/>
                  </a:lnTo>
                  <a:lnTo>
                    <a:pt x="3200963" y="2238057"/>
                  </a:lnTo>
                  <a:lnTo>
                    <a:pt x="3207364" y="2238057"/>
                  </a:lnTo>
                  <a:lnTo>
                    <a:pt x="3213054" y="2239477"/>
                  </a:lnTo>
                  <a:lnTo>
                    <a:pt x="3219455" y="2238057"/>
                  </a:lnTo>
                  <a:lnTo>
                    <a:pt x="3225856" y="2238767"/>
                  </a:lnTo>
                  <a:lnTo>
                    <a:pt x="3231546" y="2238767"/>
                  </a:lnTo>
                  <a:lnTo>
                    <a:pt x="3237947" y="2237347"/>
                  </a:lnTo>
                  <a:lnTo>
                    <a:pt x="3244348" y="2238057"/>
                  </a:lnTo>
                  <a:lnTo>
                    <a:pt x="3250037" y="2238057"/>
                  </a:lnTo>
                  <a:lnTo>
                    <a:pt x="3256438" y="2238057"/>
                  </a:lnTo>
                  <a:lnTo>
                    <a:pt x="3262839" y="2238057"/>
                  </a:lnTo>
                  <a:lnTo>
                    <a:pt x="3268529" y="2236637"/>
                  </a:lnTo>
                  <a:lnTo>
                    <a:pt x="3274930" y="2235928"/>
                  </a:lnTo>
                  <a:lnTo>
                    <a:pt x="3281350" y="2232378"/>
                  </a:lnTo>
                  <a:lnTo>
                    <a:pt x="3287040" y="2229539"/>
                  </a:lnTo>
                  <a:lnTo>
                    <a:pt x="3293441" y="2118768"/>
                  </a:lnTo>
                  <a:lnTo>
                    <a:pt x="3299842" y="2120188"/>
                  </a:lnTo>
                  <a:lnTo>
                    <a:pt x="3305532" y="2149293"/>
                  </a:lnTo>
                  <a:lnTo>
                    <a:pt x="3311933" y="2203244"/>
                  </a:lnTo>
                  <a:lnTo>
                    <a:pt x="3318334" y="2234508"/>
                  </a:lnTo>
                  <a:lnTo>
                    <a:pt x="3324023" y="2236637"/>
                  </a:lnTo>
                  <a:lnTo>
                    <a:pt x="3330424" y="2237347"/>
                  </a:lnTo>
                  <a:lnTo>
                    <a:pt x="3336825" y="2237347"/>
                  </a:lnTo>
                  <a:lnTo>
                    <a:pt x="3342515" y="2236637"/>
                  </a:lnTo>
                  <a:lnTo>
                    <a:pt x="3348916" y="2238767"/>
                  </a:lnTo>
                  <a:lnTo>
                    <a:pt x="3354606" y="2237347"/>
                  </a:lnTo>
                  <a:lnTo>
                    <a:pt x="3361007" y="2238767"/>
                  </a:lnTo>
                  <a:lnTo>
                    <a:pt x="3367408" y="2238767"/>
                  </a:lnTo>
                  <a:lnTo>
                    <a:pt x="3373097" y="2239477"/>
                  </a:lnTo>
                  <a:lnTo>
                    <a:pt x="3379498" y="2238057"/>
                  </a:lnTo>
                  <a:lnTo>
                    <a:pt x="3385899" y="2238767"/>
                  </a:lnTo>
                  <a:lnTo>
                    <a:pt x="3391589" y="2238057"/>
                  </a:lnTo>
                  <a:lnTo>
                    <a:pt x="3397990" y="2238057"/>
                  </a:lnTo>
                  <a:lnTo>
                    <a:pt x="3404391" y="2238767"/>
                  </a:lnTo>
                  <a:lnTo>
                    <a:pt x="3410081" y="2238057"/>
                  </a:lnTo>
                  <a:lnTo>
                    <a:pt x="3416482" y="2238057"/>
                  </a:lnTo>
                  <a:lnTo>
                    <a:pt x="3422883" y="2237347"/>
                  </a:lnTo>
                  <a:lnTo>
                    <a:pt x="3428573" y="2240187"/>
                  </a:lnTo>
                  <a:lnTo>
                    <a:pt x="3434974" y="2237347"/>
                  </a:lnTo>
                  <a:lnTo>
                    <a:pt x="3441403" y="2238057"/>
                  </a:lnTo>
                  <a:lnTo>
                    <a:pt x="3447093" y="2237347"/>
                  </a:lnTo>
                  <a:lnTo>
                    <a:pt x="3453494" y="2236637"/>
                  </a:lnTo>
                  <a:lnTo>
                    <a:pt x="3459895" y="2238767"/>
                  </a:lnTo>
                  <a:lnTo>
                    <a:pt x="3465584" y="2238767"/>
                  </a:lnTo>
                  <a:lnTo>
                    <a:pt x="3471985" y="2237347"/>
                  </a:lnTo>
                  <a:lnTo>
                    <a:pt x="3478386" y="2238057"/>
                  </a:lnTo>
                  <a:lnTo>
                    <a:pt x="3484076" y="2238767"/>
                  </a:lnTo>
                  <a:lnTo>
                    <a:pt x="3490477" y="2239477"/>
                  </a:lnTo>
                  <a:lnTo>
                    <a:pt x="3496878" y="2237347"/>
                  </a:lnTo>
                  <a:lnTo>
                    <a:pt x="3502568" y="2238057"/>
                  </a:lnTo>
                  <a:lnTo>
                    <a:pt x="3508969" y="2238057"/>
                  </a:lnTo>
                  <a:lnTo>
                    <a:pt x="3514659" y="2238057"/>
                  </a:lnTo>
                  <a:lnTo>
                    <a:pt x="3521060" y="2238767"/>
                  </a:lnTo>
                  <a:lnTo>
                    <a:pt x="3527461" y="2237347"/>
                  </a:lnTo>
                  <a:lnTo>
                    <a:pt x="3558043" y="2171300"/>
                  </a:lnTo>
                  <a:lnTo>
                    <a:pt x="3564444" y="1719009"/>
                  </a:lnTo>
                  <a:lnTo>
                    <a:pt x="3570134" y="2098163"/>
                  </a:lnTo>
                  <a:lnTo>
                    <a:pt x="3576535" y="1973904"/>
                  </a:lnTo>
                  <a:lnTo>
                    <a:pt x="3582936" y="2189757"/>
                  </a:lnTo>
                  <a:lnTo>
                    <a:pt x="3588626" y="2226699"/>
                  </a:lnTo>
                  <a:lnTo>
                    <a:pt x="3595027" y="2233798"/>
                  </a:lnTo>
                  <a:lnTo>
                    <a:pt x="3601446" y="2235218"/>
                  </a:lnTo>
                  <a:lnTo>
                    <a:pt x="3607136" y="2235928"/>
                  </a:lnTo>
                  <a:lnTo>
                    <a:pt x="3613537" y="2237347"/>
                  </a:lnTo>
                  <a:lnTo>
                    <a:pt x="3619938" y="2238057"/>
                  </a:lnTo>
                  <a:lnTo>
                    <a:pt x="3625628" y="2238057"/>
                  </a:lnTo>
                  <a:lnTo>
                    <a:pt x="3632029" y="2238057"/>
                  </a:lnTo>
                  <a:lnTo>
                    <a:pt x="3638430" y="2237347"/>
                  </a:lnTo>
                  <a:lnTo>
                    <a:pt x="3644120" y="2238767"/>
                  </a:lnTo>
                  <a:lnTo>
                    <a:pt x="3650521" y="2238767"/>
                  </a:lnTo>
                  <a:lnTo>
                    <a:pt x="3656922" y="2240187"/>
                  </a:lnTo>
                  <a:lnTo>
                    <a:pt x="3662611" y="2237347"/>
                  </a:lnTo>
                  <a:lnTo>
                    <a:pt x="3669012" y="2238767"/>
                  </a:lnTo>
                  <a:lnTo>
                    <a:pt x="3674702" y="2240187"/>
                  </a:lnTo>
                  <a:lnTo>
                    <a:pt x="3681103" y="2238057"/>
                  </a:lnTo>
                  <a:lnTo>
                    <a:pt x="3687504" y="2238767"/>
                  </a:lnTo>
                  <a:lnTo>
                    <a:pt x="3693194" y="2238767"/>
                  </a:lnTo>
                  <a:lnTo>
                    <a:pt x="3699595" y="2238057"/>
                  </a:lnTo>
                  <a:lnTo>
                    <a:pt x="3705996" y="2237347"/>
                  </a:lnTo>
                  <a:lnTo>
                    <a:pt x="3711686" y="2239477"/>
                  </a:lnTo>
                  <a:lnTo>
                    <a:pt x="3718087" y="2238767"/>
                  </a:lnTo>
                  <a:lnTo>
                    <a:pt x="3724488" y="2240187"/>
                  </a:lnTo>
                  <a:lnTo>
                    <a:pt x="3730177" y="2237347"/>
                  </a:lnTo>
                  <a:lnTo>
                    <a:pt x="3736578" y="2238767"/>
                  </a:lnTo>
                  <a:lnTo>
                    <a:pt x="3742979" y="2238767"/>
                  </a:lnTo>
                  <a:lnTo>
                    <a:pt x="3748669" y="2238057"/>
                  </a:lnTo>
                  <a:lnTo>
                    <a:pt x="3755070" y="2239477"/>
                  </a:lnTo>
                  <a:lnTo>
                    <a:pt x="3761499" y="2238057"/>
                  </a:lnTo>
                  <a:lnTo>
                    <a:pt x="3767189" y="2240187"/>
                  </a:lnTo>
                  <a:lnTo>
                    <a:pt x="3773590" y="2238057"/>
                  </a:lnTo>
                  <a:lnTo>
                    <a:pt x="3779991" y="2238767"/>
                  </a:lnTo>
                  <a:lnTo>
                    <a:pt x="3785681" y="2236637"/>
                  </a:lnTo>
                  <a:lnTo>
                    <a:pt x="3792082" y="2237347"/>
                  </a:lnTo>
                  <a:lnTo>
                    <a:pt x="3798483" y="2235218"/>
                  </a:lnTo>
                  <a:lnTo>
                    <a:pt x="3804173" y="2233088"/>
                  </a:lnTo>
                  <a:lnTo>
                    <a:pt x="3810574" y="2226699"/>
                  </a:lnTo>
                  <a:lnTo>
                    <a:pt x="3816975" y="2211763"/>
                  </a:lnTo>
                  <a:lnTo>
                    <a:pt x="3822664" y="1934861"/>
                  </a:lnTo>
                  <a:lnTo>
                    <a:pt x="3829065" y="2075446"/>
                  </a:lnTo>
                  <a:lnTo>
                    <a:pt x="3834755" y="2090354"/>
                  </a:lnTo>
                  <a:lnTo>
                    <a:pt x="3841156" y="2144324"/>
                  </a:lnTo>
                  <a:lnTo>
                    <a:pt x="3847557" y="2226699"/>
                  </a:lnTo>
                  <a:lnTo>
                    <a:pt x="3853247" y="2235928"/>
                  </a:lnTo>
                  <a:lnTo>
                    <a:pt x="3859648" y="2236637"/>
                  </a:lnTo>
                  <a:lnTo>
                    <a:pt x="3866049" y="2238767"/>
                  </a:lnTo>
                  <a:lnTo>
                    <a:pt x="3871738" y="2238057"/>
                  </a:lnTo>
                  <a:lnTo>
                    <a:pt x="3878139" y="2238057"/>
                  </a:lnTo>
                  <a:lnTo>
                    <a:pt x="3884540" y="2239477"/>
                  </a:lnTo>
                  <a:lnTo>
                    <a:pt x="3890230" y="2239477"/>
                  </a:lnTo>
                  <a:lnTo>
                    <a:pt x="3896631" y="2239477"/>
                  </a:lnTo>
                  <a:lnTo>
                    <a:pt x="3903032" y="2238767"/>
                  </a:lnTo>
                  <a:lnTo>
                    <a:pt x="3908722" y="2238767"/>
                  </a:lnTo>
                  <a:lnTo>
                    <a:pt x="3915123" y="2239477"/>
                  </a:lnTo>
                  <a:lnTo>
                    <a:pt x="3921552" y="2238767"/>
                  </a:lnTo>
                  <a:lnTo>
                    <a:pt x="3927242" y="2238767"/>
                  </a:lnTo>
                  <a:lnTo>
                    <a:pt x="3933643" y="2238767"/>
                  </a:lnTo>
                  <a:lnTo>
                    <a:pt x="3940044" y="2238057"/>
                  </a:lnTo>
                  <a:lnTo>
                    <a:pt x="3945734" y="2239477"/>
                  </a:lnTo>
                  <a:lnTo>
                    <a:pt x="3952135" y="2238767"/>
                  </a:lnTo>
                  <a:lnTo>
                    <a:pt x="3958536" y="2239477"/>
                  </a:lnTo>
                  <a:lnTo>
                    <a:pt x="3964226" y="2240187"/>
                  </a:lnTo>
                  <a:lnTo>
                    <a:pt x="3970626" y="2240187"/>
                  </a:lnTo>
                  <a:lnTo>
                    <a:pt x="3977027" y="2238767"/>
                  </a:lnTo>
                  <a:lnTo>
                    <a:pt x="3982717" y="2238767"/>
                  </a:lnTo>
                  <a:lnTo>
                    <a:pt x="3989118" y="2240187"/>
                  </a:lnTo>
                  <a:lnTo>
                    <a:pt x="3994808" y="2240187"/>
                  </a:lnTo>
                  <a:lnTo>
                    <a:pt x="4001209" y="2240187"/>
                  </a:lnTo>
                  <a:lnTo>
                    <a:pt x="4007610" y="2240187"/>
                  </a:lnTo>
                  <a:lnTo>
                    <a:pt x="4013300" y="2239477"/>
                  </a:lnTo>
                  <a:lnTo>
                    <a:pt x="4019701" y="2239477"/>
                  </a:lnTo>
                  <a:lnTo>
                    <a:pt x="4026102" y="2238767"/>
                  </a:lnTo>
                  <a:lnTo>
                    <a:pt x="4031791" y="2239477"/>
                  </a:lnTo>
                  <a:lnTo>
                    <a:pt x="4038192" y="2239477"/>
                  </a:lnTo>
                  <a:lnTo>
                    <a:pt x="4044593" y="2237347"/>
                  </a:lnTo>
                  <a:lnTo>
                    <a:pt x="4050283" y="2238767"/>
                  </a:lnTo>
                  <a:lnTo>
                    <a:pt x="4056684" y="2237347"/>
                  </a:lnTo>
                  <a:lnTo>
                    <a:pt x="4063085" y="2232378"/>
                  </a:lnTo>
                  <a:lnTo>
                    <a:pt x="4068775" y="2223860"/>
                  </a:lnTo>
                  <a:lnTo>
                    <a:pt x="4075176" y="2110941"/>
                  </a:lnTo>
                  <a:lnTo>
                    <a:pt x="4081596" y="2065508"/>
                  </a:lnTo>
                  <a:lnTo>
                    <a:pt x="4087286" y="2189047"/>
                  </a:lnTo>
                  <a:lnTo>
                    <a:pt x="4093687" y="2125157"/>
                  </a:lnTo>
                  <a:lnTo>
                    <a:pt x="4100087" y="2223860"/>
                  </a:lnTo>
                  <a:lnTo>
                    <a:pt x="4105777" y="2235928"/>
                  </a:lnTo>
                  <a:lnTo>
                    <a:pt x="4112178" y="2237347"/>
                  </a:lnTo>
                  <a:lnTo>
                    <a:pt x="4118579" y="2238057"/>
                  </a:lnTo>
                  <a:lnTo>
                    <a:pt x="4124269" y="2239477"/>
                  </a:lnTo>
                  <a:lnTo>
                    <a:pt x="4130670" y="2239477"/>
                  </a:lnTo>
                  <a:lnTo>
                    <a:pt x="4137071" y="2238057"/>
                  </a:lnTo>
                  <a:lnTo>
                    <a:pt x="4142761" y="2238767"/>
                  </a:lnTo>
                  <a:lnTo>
                    <a:pt x="4149162" y="2239477"/>
                  </a:lnTo>
                  <a:lnTo>
                    <a:pt x="4154851" y="2238767"/>
                  </a:lnTo>
                  <a:lnTo>
                    <a:pt x="4161252" y="2240187"/>
                  </a:lnTo>
                  <a:lnTo>
                    <a:pt x="4167653" y="2238767"/>
                  </a:lnTo>
                  <a:lnTo>
                    <a:pt x="4173343" y="2239477"/>
                  </a:lnTo>
                  <a:lnTo>
                    <a:pt x="4179744" y="2239477"/>
                  </a:lnTo>
                  <a:lnTo>
                    <a:pt x="4186145" y="2238767"/>
                  </a:lnTo>
                  <a:lnTo>
                    <a:pt x="4191835" y="2238057"/>
                  </a:lnTo>
                  <a:lnTo>
                    <a:pt x="4198236" y="2239477"/>
                  </a:lnTo>
                  <a:lnTo>
                    <a:pt x="4204637" y="2240897"/>
                  </a:lnTo>
                  <a:lnTo>
                    <a:pt x="4210327" y="2239477"/>
                  </a:lnTo>
                  <a:lnTo>
                    <a:pt x="4216728" y="2239477"/>
                  </a:lnTo>
                  <a:lnTo>
                    <a:pt x="4223129" y="2240187"/>
                  </a:lnTo>
                  <a:lnTo>
                    <a:pt x="4228818" y="2238767"/>
                  </a:lnTo>
                  <a:lnTo>
                    <a:pt x="4235219" y="2238767"/>
                  </a:lnTo>
                  <a:lnTo>
                    <a:pt x="4241639" y="2240897"/>
                  </a:lnTo>
                  <a:lnTo>
                    <a:pt x="4247329" y="2240187"/>
                  </a:lnTo>
                  <a:lnTo>
                    <a:pt x="4253730" y="2240897"/>
                  </a:lnTo>
                  <a:lnTo>
                    <a:pt x="4260131" y="2240187"/>
                  </a:lnTo>
                  <a:lnTo>
                    <a:pt x="4265821" y="2239477"/>
                  </a:lnTo>
                  <a:lnTo>
                    <a:pt x="4272222" y="2239477"/>
                  </a:lnTo>
                  <a:lnTo>
                    <a:pt x="4278623" y="2240187"/>
                  </a:lnTo>
                  <a:lnTo>
                    <a:pt x="4284312" y="2238767"/>
                  </a:lnTo>
                  <a:lnTo>
                    <a:pt x="4290713" y="2240187"/>
                  </a:lnTo>
                  <a:lnTo>
                    <a:pt x="4297114" y="2240897"/>
                  </a:lnTo>
                  <a:lnTo>
                    <a:pt x="4302804" y="2240187"/>
                  </a:lnTo>
                </a:path>
                <a:path w="4337050" h="2240915">
                  <a:moveTo>
                    <a:pt x="4302804" y="2240187"/>
                  </a:moveTo>
                  <a:lnTo>
                    <a:pt x="4309205" y="2238057"/>
                  </a:lnTo>
                  <a:lnTo>
                    <a:pt x="4314895" y="2237347"/>
                  </a:lnTo>
                  <a:lnTo>
                    <a:pt x="4321296" y="2233088"/>
                  </a:lnTo>
                  <a:lnTo>
                    <a:pt x="4327697" y="2198275"/>
                  </a:lnTo>
                  <a:lnTo>
                    <a:pt x="4333386" y="2228119"/>
                  </a:lnTo>
                  <a:lnTo>
                    <a:pt x="4336952" y="2226537"/>
                  </a:lnTo>
                </a:path>
              </a:pathLst>
            </a:custGeom>
            <a:ln w="42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2908" y="2394389"/>
              <a:ext cx="4337050" cy="2621280"/>
            </a:xfrm>
            <a:custGeom>
              <a:avLst/>
              <a:gdLst/>
              <a:ahLst/>
              <a:cxnLst/>
              <a:rect l="l" t="t" r="r" b="b"/>
              <a:pathLst>
                <a:path w="4337050" h="2621279">
                  <a:moveTo>
                    <a:pt x="0" y="2387862"/>
                  </a:moveTo>
                  <a:lnTo>
                    <a:pt x="2844" y="2384312"/>
                  </a:lnTo>
                  <a:lnTo>
                    <a:pt x="6400" y="2388572"/>
                  </a:lnTo>
                  <a:lnTo>
                    <a:pt x="9245" y="2392121"/>
                  </a:lnTo>
                  <a:lnTo>
                    <a:pt x="12090" y="2391411"/>
                  </a:lnTo>
                  <a:lnTo>
                    <a:pt x="15646" y="2393541"/>
                  </a:lnTo>
                  <a:lnTo>
                    <a:pt x="18491" y="2402769"/>
                  </a:lnTo>
                  <a:lnTo>
                    <a:pt x="21336" y="2397800"/>
                  </a:lnTo>
                  <a:lnTo>
                    <a:pt x="24892" y="2402769"/>
                  </a:lnTo>
                  <a:lnTo>
                    <a:pt x="27737" y="2405609"/>
                  </a:lnTo>
                  <a:lnTo>
                    <a:pt x="30582" y="2407739"/>
                  </a:lnTo>
                  <a:lnTo>
                    <a:pt x="34138" y="2404899"/>
                  </a:lnTo>
                  <a:lnTo>
                    <a:pt x="36983" y="2406319"/>
                  </a:lnTo>
                  <a:lnTo>
                    <a:pt x="39828" y="2410578"/>
                  </a:lnTo>
                  <a:lnTo>
                    <a:pt x="43384" y="2418387"/>
                  </a:lnTo>
                  <a:lnTo>
                    <a:pt x="46229" y="2415547"/>
                  </a:lnTo>
                  <a:lnTo>
                    <a:pt x="49074" y="2419807"/>
                  </a:lnTo>
                  <a:lnTo>
                    <a:pt x="52630" y="2420516"/>
                  </a:lnTo>
                  <a:lnTo>
                    <a:pt x="55475" y="2417677"/>
                  </a:lnTo>
                  <a:lnTo>
                    <a:pt x="58320" y="2428325"/>
                  </a:lnTo>
                  <a:lnTo>
                    <a:pt x="61876" y="2424776"/>
                  </a:lnTo>
                  <a:lnTo>
                    <a:pt x="64721" y="2427615"/>
                  </a:lnTo>
                  <a:lnTo>
                    <a:pt x="67565" y="2429035"/>
                  </a:lnTo>
                  <a:lnTo>
                    <a:pt x="71121" y="2429745"/>
                  </a:lnTo>
                  <a:lnTo>
                    <a:pt x="73966" y="2428325"/>
                  </a:lnTo>
                  <a:lnTo>
                    <a:pt x="76811" y="2436134"/>
                  </a:lnTo>
                  <a:lnTo>
                    <a:pt x="80396" y="2435424"/>
                  </a:lnTo>
                  <a:lnTo>
                    <a:pt x="83241" y="2436844"/>
                  </a:lnTo>
                  <a:lnTo>
                    <a:pt x="86086" y="2431165"/>
                  </a:lnTo>
                  <a:lnTo>
                    <a:pt x="88930" y="2435424"/>
                  </a:lnTo>
                  <a:lnTo>
                    <a:pt x="92487" y="2442523"/>
                  </a:lnTo>
                  <a:lnTo>
                    <a:pt x="95331" y="2437554"/>
                  </a:lnTo>
                  <a:lnTo>
                    <a:pt x="98176" y="2442523"/>
                  </a:lnTo>
                  <a:lnTo>
                    <a:pt x="101732" y="2447492"/>
                  </a:lnTo>
                  <a:lnTo>
                    <a:pt x="104577" y="2443943"/>
                  </a:lnTo>
                  <a:lnTo>
                    <a:pt x="107422" y="2446072"/>
                  </a:lnTo>
                  <a:lnTo>
                    <a:pt x="110978" y="2453171"/>
                  </a:lnTo>
                  <a:lnTo>
                    <a:pt x="113823" y="2448202"/>
                  </a:lnTo>
                  <a:lnTo>
                    <a:pt x="116668" y="2450332"/>
                  </a:lnTo>
                  <a:lnTo>
                    <a:pt x="120224" y="2456721"/>
                  </a:lnTo>
                  <a:lnTo>
                    <a:pt x="123069" y="2451751"/>
                  </a:lnTo>
                  <a:lnTo>
                    <a:pt x="125914" y="2453171"/>
                  </a:lnTo>
                  <a:lnTo>
                    <a:pt x="129470" y="2458140"/>
                  </a:lnTo>
                  <a:lnTo>
                    <a:pt x="132315" y="2460980"/>
                  </a:lnTo>
                  <a:lnTo>
                    <a:pt x="135160" y="2458140"/>
                  </a:lnTo>
                  <a:lnTo>
                    <a:pt x="138716" y="2464529"/>
                  </a:lnTo>
                  <a:lnTo>
                    <a:pt x="141561" y="2460980"/>
                  </a:lnTo>
                  <a:lnTo>
                    <a:pt x="144406" y="2458140"/>
                  </a:lnTo>
                  <a:lnTo>
                    <a:pt x="147962" y="2465949"/>
                  </a:lnTo>
                  <a:lnTo>
                    <a:pt x="150807" y="2467369"/>
                  </a:lnTo>
                  <a:lnTo>
                    <a:pt x="153651" y="2466659"/>
                  </a:lnTo>
                  <a:lnTo>
                    <a:pt x="157208" y="2471628"/>
                  </a:lnTo>
                  <a:lnTo>
                    <a:pt x="160052" y="2470208"/>
                  </a:lnTo>
                  <a:lnTo>
                    <a:pt x="162897" y="2467369"/>
                  </a:lnTo>
                  <a:lnTo>
                    <a:pt x="166453" y="2475887"/>
                  </a:lnTo>
                  <a:lnTo>
                    <a:pt x="169298" y="2470918"/>
                  </a:lnTo>
                  <a:lnTo>
                    <a:pt x="172143" y="2475178"/>
                  </a:lnTo>
                  <a:lnTo>
                    <a:pt x="175699" y="2475887"/>
                  </a:lnTo>
                  <a:lnTo>
                    <a:pt x="178544" y="2475887"/>
                  </a:lnTo>
                  <a:lnTo>
                    <a:pt x="181389" y="2477307"/>
                  </a:lnTo>
                  <a:lnTo>
                    <a:pt x="184945" y="2482986"/>
                  </a:lnTo>
                  <a:lnTo>
                    <a:pt x="187790" y="2480147"/>
                  </a:lnTo>
                  <a:lnTo>
                    <a:pt x="190635" y="2473758"/>
                  </a:lnTo>
                  <a:lnTo>
                    <a:pt x="194191" y="2482276"/>
                  </a:lnTo>
                  <a:lnTo>
                    <a:pt x="197036" y="2479437"/>
                  </a:lnTo>
                  <a:lnTo>
                    <a:pt x="199881" y="2483696"/>
                  </a:lnTo>
                  <a:lnTo>
                    <a:pt x="203437" y="2480857"/>
                  </a:lnTo>
                  <a:lnTo>
                    <a:pt x="206282" y="2478017"/>
                  </a:lnTo>
                  <a:lnTo>
                    <a:pt x="209127" y="2488665"/>
                  </a:lnTo>
                  <a:lnTo>
                    <a:pt x="212683" y="2481567"/>
                  </a:lnTo>
                  <a:lnTo>
                    <a:pt x="215528" y="2490085"/>
                  </a:lnTo>
                  <a:lnTo>
                    <a:pt x="218372" y="2492234"/>
                  </a:lnTo>
                  <a:lnTo>
                    <a:pt x="221929" y="2490795"/>
                  </a:lnTo>
                  <a:lnTo>
                    <a:pt x="224773" y="2491524"/>
                  </a:lnTo>
                  <a:lnTo>
                    <a:pt x="227618" y="2492234"/>
                  </a:lnTo>
                  <a:lnTo>
                    <a:pt x="231174" y="2490085"/>
                  </a:lnTo>
                  <a:lnTo>
                    <a:pt x="234019" y="2492944"/>
                  </a:lnTo>
                  <a:lnTo>
                    <a:pt x="236864" y="2495783"/>
                  </a:lnTo>
                  <a:lnTo>
                    <a:pt x="240439" y="2497203"/>
                  </a:lnTo>
                  <a:lnTo>
                    <a:pt x="243284" y="2497913"/>
                  </a:lnTo>
                  <a:lnTo>
                    <a:pt x="246129" y="2495783"/>
                  </a:lnTo>
                  <a:lnTo>
                    <a:pt x="248974" y="2500752"/>
                  </a:lnTo>
                  <a:lnTo>
                    <a:pt x="252530" y="2504302"/>
                  </a:lnTo>
                  <a:lnTo>
                    <a:pt x="255375" y="2497203"/>
                  </a:lnTo>
                  <a:lnTo>
                    <a:pt x="258220" y="2505012"/>
                  </a:lnTo>
                  <a:lnTo>
                    <a:pt x="261776" y="2502882"/>
                  </a:lnTo>
                  <a:lnTo>
                    <a:pt x="264621" y="2504302"/>
                  </a:lnTo>
                  <a:lnTo>
                    <a:pt x="267466" y="2501462"/>
                  </a:lnTo>
                  <a:lnTo>
                    <a:pt x="271022" y="2505722"/>
                  </a:lnTo>
                  <a:lnTo>
                    <a:pt x="273867" y="2507851"/>
                  </a:lnTo>
                  <a:lnTo>
                    <a:pt x="276711" y="2506431"/>
                  </a:lnTo>
                  <a:lnTo>
                    <a:pt x="280268" y="2508561"/>
                  </a:lnTo>
                  <a:lnTo>
                    <a:pt x="283112" y="2507141"/>
                  </a:lnTo>
                  <a:lnTo>
                    <a:pt x="285957" y="2505722"/>
                  </a:lnTo>
                  <a:lnTo>
                    <a:pt x="289513" y="2509981"/>
                  </a:lnTo>
                  <a:lnTo>
                    <a:pt x="292358" y="2512820"/>
                  </a:lnTo>
                  <a:lnTo>
                    <a:pt x="295203" y="2512110"/>
                  </a:lnTo>
                  <a:lnTo>
                    <a:pt x="298759" y="2509271"/>
                  </a:lnTo>
                  <a:lnTo>
                    <a:pt x="301604" y="2517790"/>
                  </a:lnTo>
                  <a:lnTo>
                    <a:pt x="304449" y="2512110"/>
                  </a:lnTo>
                  <a:lnTo>
                    <a:pt x="308005" y="2515660"/>
                  </a:lnTo>
                  <a:lnTo>
                    <a:pt x="310850" y="2514950"/>
                  </a:lnTo>
                  <a:lnTo>
                    <a:pt x="313695" y="2520629"/>
                  </a:lnTo>
                  <a:lnTo>
                    <a:pt x="317251" y="2517790"/>
                  </a:lnTo>
                  <a:lnTo>
                    <a:pt x="320096" y="2516370"/>
                  </a:lnTo>
                  <a:lnTo>
                    <a:pt x="322941" y="2518499"/>
                  </a:lnTo>
                  <a:lnTo>
                    <a:pt x="326497" y="2518499"/>
                  </a:lnTo>
                  <a:lnTo>
                    <a:pt x="329342" y="2521339"/>
                  </a:lnTo>
                  <a:lnTo>
                    <a:pt x="332187" y="2519919"/>
                  </a:lnTo>
                  <a:lnTo>
                    <a:pt x="335743" y="2522049"/>
                  </a:lnTo>
                  <a:lnTo>
                    <a:pt x="338588" y="2522049"/>
                  </a:lnTo>
                  <a:lnTo>
                    <a:pt x="341432" y="2522759"/>
                  </a:lnTo>
                  <a:lnTo>
                    <a:pt x="344989" y="2521339"/>
                  </a:lnTo>
                  <a:lnTo>
                    <a:pt x="347833" y="2521339"/>
                  </a:lnTo>
                  <a:lnTo>
                    <a:pt x="350678" y="2523469"/>
                  </a:lnTo>
                  <a:lnTo>
                    <a:pt x="354234" y="2522049"/>
                  </a:lnTo>
                  <a:lnTo>
                    <a:pt x="357079" y="2523469"/>
                  </a:lnTo>
                  <a:lnTo>
                    <a:pt x="359924" y="2525598"/>
                  </a:lnTo>
                  <a:lnTo>
                    <a:pt x="363480" y="2526308"/>
                  </a:lnTo>
                  <a:lnTo>
                    <a:pt x="366325" y="2529858"/>
                  </a:lnTo>
                  <a:lnTo>
                    <a:pt x="369170" y="2530567"/>
                  </a:lnTo>
                  <a:lnTo>
                    <a:pt x="372726" y="2524888"/>
                  </a:lnTo>
                  <a:lnTo>
                    <a:pt x="375571" y="2525598"/>
                  </a:lnTo>
                  <a:lnTo>
                    <a:pt x="378416" y="2527018"/>
                  </a:lnTo>
                  <a:lnTo>
                    <a:pt x="381972" y="2529148"/>
                  </a:lnTo>
                  <a:lnTo>
                    <a:pt x="384817" y="2524179"/>
                  </a:lnTo>
                  <a:lnTo>
                    <a:pt x="387662" y="2534827"/>
                  </a:lnTo>
                  <a:lnTo>
                    <a:pt x="391218" y="2534117"/>
                  </a:lnTo>
                  <a:lnTo>
                    <a:pt x="394063" y="2534117"/>
                  </a:lnTo>
                  <a:lnTo>
                    <a:pt x="396908" y="2532697"/>
                  </a:lnTo>
                  <a:lnTo>
                    <a:pt x="400492" y="2533407"/>
                  </a:lnTo>
                  <a:lnTo>
                    <a:pt x="403337" y="2534827"/>
                  </a:lnTo>
                  <a:lnTo>
                    <a:pt x="406182" y="2532697"/>
                  </a:lnTo>
                  <a:lnTo>
                    <a:pt x="409027" y="2533407"/>
                  </a:lnTo>
                  <a:lnTo>
                    <a:pt x="412583" y="2534827"/>
                  </a:lnTo>
                  <a:lnTo>
                    <a:pt x="415428" y="2536247"/>
                  </a:lnTo>
                  <a:lnTo>
                    <a:pt x="418273" y="2530567"/>
                  </a:lnTo>
                  <a:lnTo>
                    <a:pt x="421829" y="2536247"/>
                  </a:lnTo>
                  <a:lnTo>
                    <a:pt x="424674" y="2536956"/>
                  </a:lnTo>
                  <a:lnTo>
                    <a:pt x="427519" y="2539086"/>
                  </a:lnTo>
                  <a:lnTo>
                    <a:pt x="431075" y="2534827"/>
                  </a:lnTo>
                  <a:lnTo>
                    <a:pt x="433920" y="2535537"/>
                  </a:lnTo>
                  <a:lnTo>
                    <a:pt x="436764" y="2540506"/>
                  </a:lnTo>
                  <a:lnTo>
                    <a:pt x="440320" y="2535537"/>
                  </a:lnTo>
                  <a:lnTo>
                    <a:pt x="443165" y="2539796"/>
                  </a:lnTo>
                  <a:lnTo>
                    <a:pt x="446010" y="2539086"/>
                  </a:lnTo>
                  <a:lnTo>
                    <a:pt x="449566" y="2540506"/>
                  </a:lnTo>
                  <a:lnTo>
                    <a:pt x="452411" y="2539796"/>
                  </a:lnTo>
                  <a:lnTo>
                    <a:pt x="455256" y="2539086"/>
                  </a:lnTo>
                  <a:lnTo>
                    <a:pt x="458812" y="2543345"/>
                  </a:lnTo>
                  <a:lnTo>
                    <a:pt x="461657" y="2539796"/>
                  </a:lnTo>
                  <a:lnTo>
                    <a:pt x="464502" y="2541926"/>
                  </a:lnTo>
                  <a:lnTo>
                    <a:pt x="468058" y="2539796"/>
                  </a:lnTo>
                  <a:lnTo>
                    <a:pt x="470903" y="2540506"/>
                  </a:lnTo>
                  <a:lnTo>
                    <a:pt x="473748" y="2541216"/>
                  </a:lnTo>
                  <a:lnTo>
                    <a:pt x="477304" y="2539796"/>
                  </a:lnTo>
                  <a:lnTo>
                    <a:pt x="480149" y="2543345"/>
                  </a:lnTo>
                  <a:lnTo>
                    <a:pt x="482994" y="2541926"/>
                  </a:lnTo>
                  <a:lnTo>
                    <a:pt x="486550" y="2544055"/>
                  </a:lnTo>
                  <a:lnTo>
                    <a:pt x="489395" y="2544765"/>
                  </a:lnTo>
                  <a:lnTo>
                    <a:pt x="492240" y="2542636"/>
                  </a:lnTo>
                  <a:lnTo>
                    <a:pt x="495796" y="2543345"/>
                  </a:lnTo>
                  <a:lnTo>
                    <a:pt x="498641" y="2547605"/>
                  </a:lnTo>
                  <a:lnTo>
                    <a:pt x="501485" y="2544765"/>
                  </a:lnTo>
                  <a:lnTo>
                    <a:pt x="505042" y="2547605"/>
                  </a:lnTo>
                  <a:lnTo>
                    <a:pt x="507886" y="2544765"/>
                  </a:lnTo>
                  <a:lnTo>
                    <a:pt x="510731" y="2546895"/>
                  </a:lnTo>
                  <a:lnTo>
                    <a:pt x="514287" y="2544765"/>
                  </a:lnTo>
                  <a:lnTo>
                    <a:pt x="517132" y="2546185"/>
                  </a:lnTo>
                  <a:lnTo>
                    <a:pt x="519977" y="2551154"/>
                  </a:lnTo>
                  <a:lnTo>
                    <a:pt x="523533" y="2547605"/>
                  </a:lnTo>
                  <a:lnTo>
                    <a:pt x="526378" y="2551154"/>
                  </a:lnTo>
                  <a:lnTo>
                    <a:pt x="529223" y="2551154"/>
                  </a:lnTo>
                  <a:lnTo>
                    <a:pt x="532779" y="2548315"/>
                  </a:lnTo>
                  <a:lnTo>
                    <a:pt x="535624" y="2550444"/>
                  </a:lnTo>
                  <a:lnTo>
                    <a:pt x="538469" y="2549734"/>
                  </a:lnTo>
                  <a:lnTo>
                    <a:pt x="542025" y="2550444"/>
                  </a:lnTo>
                  <a:lnTo>
                    <a:pt x="544870" y="2549024"/>
                  </a:lnTo>
                  <a:lnTo>
                    <a:pt x="547715" y="2551154"/>
                  </a:lnTo>
                  <a:lnTo>
                    <a:pt x="551271" y="2550444"/>
                  </a:lnTo>
                  <a:lnTo>
                    <a:pt x="554116" y="2551864"/>
                  </a:lnTo>
                  <a:lnTo>
                    <a:pt x="556961" y="2549024"/>
                  </a:lnTo>
                  <a:lnTo>
                    <a:pt x="560536" y="2553284"/>
                  </a:lnTo>
                  <a:lnTo>
                    <a:pt x="563381" y="2553284"/>
                  </a:lnTo>
                  <a:lnTo>
                    <a:pt x="566225" y="2551864"/>
                  </a:lnTo>
                  <a:lnTo>
                    <a:pt x="569781" y="2550444"/>
                  </a:lnTo>
                  <a:lnTo>
                    <a:pt x="572626" y="2551154"/>
                  </a:lnTo>
                  <a:lnTo>
                    <a:pt x="575471" y="2549734"/>
                  </a:lnTo>
                  <a:lnTo>
                    <a:pt x="578316" y="2551864"/>
                  </a:lnTo>
                  <a:lnTo>
                    <a:pt x="581872" y="2553284"/>
                  </a:lnTo>
                  <a:lnTo>
                    <a:pt x="584717" y="2553284"/>
                  </a:lnTo>
                  <a:lnTo>
                    <a:pt x="587562" y="2553284"/>
                  </a:lnTo>
                  <a:lnTo>
                    <a:pt x="591118" y="2556123"/>
                  </a:lnTo>
                  <a:lnTo>
                    <a:pt x="593963" y="2556123"/>
                  </a:lnTo>
                  <a:lnTo>
                    <a:pt x="596808" y="2557543"/>
                  </a:lnTo>
                  <a:lnTo>
                    <a:pt x="600364" y="2553994"/>
                  </a:lnTo>
                  <a:lnTo>
                    <a:pt x="603209" y="2556833"/>
                  </a:lnTo>
                  <a:lnTo>
                    <a:pt x="606054" y="2555413"/>
                  </a:lnTo>
                  <a:lnTo>
                    <a:pt x="609610" y="2554704"/>
                  </a:lnTo>
                  <a:lnTo>
                    <a:pt x="612455" y="2559673"/>
                  </a:lnTo>
                  <a:lnTo>
                    <a:pt x="615300" y="2557543"/>
                  </a:lnTo>
                  <a:lnTo>
                    <a:pt x="618856" y="2556123"/>
                  </a:lnTo>
                  <a:lnTo>
                    <a:pt x="621701" y="2556833"/>
                  </a:lnTo>
                  <a:lnTo>
                    <a:pt x="624545" y="2559673"/>
                  </a:lnTo>
                  <a:lnTo>
                    <a:pt x="628102" y="2557543"/>
                  </a:lnTo>
                  <a:lnTo>
                    <a:pt x="630946" y="2559673"/>
                  </a:lnTo>
                  <a:lnTo>
                    <a:pt x="633791" y="2560383"/>
                  </a:lnTo>
                  <a:lnTo>
                    <a:pt x="637347" y="2558963"/>
                  </a:lnTo>
                  <a:lnTo>
                    <a:pt x="640192" y="2561093"/>
                  </a:lnTo>
                  <a:lnTo>
                    <a:pt x="643037" y="2560383"/>
                  </a:lnTo>
                  <a:lnTo>
                    <a:pt x="646593" y="2558963"/>
                  </a:lnTo>
                  <a:lnTo>
                    <a:pt x="649438" y="2561093"/>
                  </a:lnTo>
                  <a:lnTo>
                    <a:pt x="652283" y="2559673"/>
                  </a:lnTo>
                  <a:lnTo>
                    <a:pt x="655839" y="2559673"/>
                  </a:lnTo>
                  <a:lnTo>
                    <a:pt x="658684" y="2556123"/>
                  </a:lnTo>
                  <a:lnTo>
                    <a:pt x="661529" y="2555413"/>
                  </a:lnTo>
                  <a:lnTo>
                    <a:pt x="665085" y="2553994"/>
                  </a:lnTo>
                  <a:lnTo>
                    <a:pt x="667930" y="2557543"/>
                  </a:lnTo>
                  <a:lnTo>
                    <a:pt x="670775" y="2554704"/>
                  </a:lnTo>
                  <a:lnTo>
                    <a:pt x="674331" y="2557543"/>
                  </a:lnTo>
                  <a:lnTo>
                    <a:pt x="677176" y="2551864"/>
                  </a:lnTo>
                  <a:lnTo>
                    <a:pt x="680021" y="2552574"/>
                  </a:lnTo>
                  <a:lnTo>
                    <a:pt x="683577" y="2544765"/>
                  </a:lnTo>
                  <a:lnTo>
                    <a:pt x="686422" y="2535537"/>
                  </a:lnTo>
                  <a:lnTo>
                    <a:pt x="689266" y="2520629"/>
                  </a:lnTo>
                  <a:lnTo>
                    <a:pt x="692823" y="2505012"/>
                  </a:lnTo>
                  <a:lnTo>
                    <a:pt x="695667" y="2445362"/>
                  </a:lnTo>
                  <a:lnTo>
                    <a:pt x="698512" y="2128678"/>
                  </a:lnTo>
                  <a:lnTo>
                    <a:pt x="702068" y="1150249"/>
                  </a:lnTo>
                  <a:lnTo>
                    <a:pt x="704913" y="961372"/>
                  </a:lnTo>
                  <a:lnTo>
                    <a:pt x="707758" y="1789287"/>
                  </a:lnTo>
                  <a:lnTo>
                    <a:pt x="711314" y="2387152"/>
                  </a:lnTo>
                  <a:lnTo>
                    <a:pt x="714159" y="2513530"/>
                  </a:lnTo>
                  <a:lnTo>
                    <a:pt x="723433" y="2556833"/>
                  </a:lnTo>
                  <a:lnTo>
                    <a:pt x="726278" y="2560383"/>
                  </a:lnTo>
                  <a:lnTo>
                    <a:pt x="729834" y="2559673"/>
                  </a:lnTo>
                  <a:lnTo>
                    <a:pt x="732679" y="2561802"/>
                  </a:lnTo>
                  <a:lnTo>
                    <a:pt x="735524" y="2564642"/>
                  </a:lnTo>
                  <a:lnTo>
                    <a:pt x="738369" y="2561093"/>
                  </a:lnTo>
                  <a:lnTo>
                    <a:pt x="741925" y="2561802"/>
                  </a:lnTo>
                  <a:lnTo>
                    <a:pt x="744770" y="2563932"/>
                  </a:lnTo>
                  <a:lnTo>
                    <a:pt x="747615" y="2567481"/>
                  </a:lnTo>
                  <a:lnTo>
                    <a:pt x="751171" y="2566062"/>
                  </a:lnTo>
                  <a:lnTo>
                    <a:pt x="754016" y="2566062"/>
                  </a:lnTo>
                  <a:lnTo>
                    <a:pt x="756861" y="2561802"/>
                  </a:lnTo>
                  <a:lnTo>
                    <a:pt x="760417" y="2568901"/>
                  </a:lnTo>
                  <a:lnTo>
                    <a:pt x="763262" y="2567481"/>
                  </a:lnTo>
                  <a:lnTo>
                    <a:pt x="766107" y="2568901"/>
                  </a:lnTo>
                  <a:lnTo>
                    <a:pt x="769663" y="2572451"/>
                  </a:lnTo>
                  <a:lnTo>
                    <a:pt x="772508" y="2568191"/>
                  </a:lnTo>
                  <a:lnTo>
                    <a:pt x="775352" y="2568191"/>
                  </a:lnTo>
                  <a:lnTo>
                    <a:pt x="778909" y="2567481"/>
                  </a:lnTo>
                  <a:lnTo>
                    <a:pt x="781753" y="2570321"/>
                  </a:lnTo>
                  <a:lnTo>
                    <a:pt x="784598" y="2567481"/>
                  </a:lnTo>
                  <a:lnTo>
                    <a:pt x="788154" y="2567481"/>
                  </a:lnTo>
                  <a:lnTo>
                    <a:pt x="790999" y="2571741"/>
                  </a:lnTo>
                  <a:lnTo>
                    <a:pt x="793844" y="2571031"/>
                  </a:lnTo>
                  <a:lnTo>
                    <a:pt x="797400" y="2570321"/>
                  </a:lnTo>
                  <a:lnTo>
                    <a:pt x="800245" y="2571741"/>
                  </a:lnTo>
                  <a:lnTo>
                    <a:pt x="803090" y="2570321"/>
                  </a:lnTo>
                  <a:lnTo>
                    <a:pt x="806646" y="2568901"/>
                  </a:lnTo>
                  <a:lnTo>
                    <a:pt x="809491" y="2571031"/>
                  </a:lnTo>
                  <a:lnTo>
                    <a:pt x="812336" y="2573161"/>
                  </a:lnTo>
                  <a:lnTo>
                    <a:pt x="815892" y="2571031"/>
                  </a:lnTo>
                  <a:lnTo>
                    <a:pt x="818737" y="2573161"/>
                  </a:lnTo>
                  <a:lnTo>
                    <a:pt x="821582" y="2568901"/>
                  </a:lnTo>
                  <a:lnTo>
                    <a:pt x="825138" y="2573870"/>
                  </a:lnTo>
                  <a:lnTo>
                    <a:pt x="827983" y="2573870"/>
                  </a:lnTo>
                  <a:lnTo>
                    <a:pt x="830828" y="2573161"/>
                  </a:lnTo>
                  <a:lnTo>
                    <a:pt x="834384" y="2576000"/>
                  </a:lnTo>
                  <a:lnTo>
                    <a:pt x="837229" y="2568901"/>
                  </a:lnTo>
                  <a:lnTo>
                    <a:pt x="840073" y="2574580"/>
                  </a:lnTo>
                  <a:lnTo>
                    <a:pt x="843630" y="2574580"/>
                  </a:lnTo>
                  <a:lnTo>
                    <a:pt x="846474" y="2577420"/>
                  </a:lnTo>
                  <a:lnTo>
                    <a:pt x="849319" y="2574580"/>
                  </a:lnTo>
                  <a:lnTo>
                    <a:pt x="852875" y="2573161"/>
                  </a:lnTo>
                  <a:lnTo>
                    <a:pt x="855720" y="2573870"/>
                  </a:lnTo>
                  <a:lnTo>
                    <a:pt x="858565" y="2576000"/>
                  </a:lnTo>
                  <a:lnTo>
                    <a:pt x="862121" y="2575290"/>
                  </a:lnTo>
                  <a:lnTo>
                    <a:pt x="864966" y="2576000"/>
                  </a:lnTo>
                  <a:lnTo>
                    <a:pt x="867811" y="2575290"/>
                  </a:lnTo>
                  <a:lnTo>
                    <a:pt x="871367" y="2577420"/>
                  </a:lnTo>
                  <a:lnTo>
                    <a:pt x="874212" y="2577420"/>
                  </a:lnTo>
                  <a:lnTo>
                    <a:pt x="877057" y="2575290"/>
                  </a:lnTo>
                  <a:lnTo>
                    <a:pt x="880632" y="2578840"/>
                  </a:lnTo>
                  <a:lnTo>
                    <a:pt x="883477" y="2577420"/>
                  </a:lnTo>
                  <a:lnTo>
                    <a:pt x="886322" y="2574580"/>
                  </a:lnTo>
                  <a:lnTo>
                    <a:pt x="889878" y="2577420"/>
                  </a:lnTo>
                  <a:lnTo>
                    <a:pt x="892723" y="2578130"/>
                  </a:lnTo>
                  <a:lnTo>
                    <a:pt x="895568" y="2576000"/>
                  </a:lnTo>
                  <a:lnTo>
                    <a:pt x="898412" y="2580259"/>
                  </a:lnTo>
                  <a:lnTo>
                    <a:pt x="901969" y="2578840"/>
                  </a:lnTo>
                  <a:lnTo>
                    <a:pt x="904813" y="2580969"/>
                  </a:lnTo>
                  <a:lnTo>
                    <a:pt x="907658" y="2578130"/>
                  </a:lnTo>
                  <a:lnTo>
                    <a:pt x="911214" y="2578130"/>
                  </a:lnTo>
                  <a:lnTo>
                    <a:pt x="914059" y="2578840"/>
                  </a:lnTo>
                  <a:lnTo>
                    <a:pt x="916904" y="2578130"/>
                  </a:lnTo>
                  <a:lnTo>
                    <a:pt x="920460" y="2578130"/>
                  </a:lnTo>
                  <a:lnTo>
                    <a:pt x="923305" y="2581679"/>
                  </a:lnTo>
                  <a:lnTo>
                    <a:pt x="926150" y="2578840"/>
                  </a:lnTo>
                  <a:lnTo>
                    <a:pt x="929706" y="2580259"/>
                  </a:lnTo>
                  <a:lnTo>
                    <a:pt x="932551" y="2582389"/>
                  </a:lnTo>
                  <a:lnTo>
                    <a:pt x="935396" y="2577420"/>
                  </a:lnTo>
                  <a:lnTo>
                    <a:pt x="938952" y="2580969"/>
                  </a:lnTo>
                  <a:lnTo>
                    <a:pt x="941797" y="2578130"/>
                  </a:lnTo>
                  <a:lnTo>
                    <a:pt x="944642" y="2577420"/>
                  </a:lnTo>
                  <a:lnTo>
                    <a:pt x="948198" y="2580969"/>
                  </a:lnTo>
                  <a:lnTo>
                    <a:pt x="951043" y="2581679"/>
                  </a:lnTo>
                  <a:lnTo>
                    <a:pt x="953888" y="2579550"/>
                  </a:lnTo>
                  <a:lnTo>
                    <a:pt x="957444" y="2582389"/>
                  </a:lnTo>
                  <a:lnTo>
                    <a:pt x="960289" y="2578840"/>
                  </a:lnTo>
                  <a:lnTo>
                    <a:pt x="963134" y="2580259"/>
                  </a:lnTo>
                  <a:lnTo>
                    <a:pt x="966690" y="2580259"/>
                  </a:lnTo>
                  <a:lnTo>
                    <a:pt x="969534" y="2583809"/>
                  </a:lnTo>
                  <a:lnTo>
                    <a:pt x="972379" y="2584519"/>
                  </a:lnTo>
                  <a:lnTo>
                    <a:pt x="975935" y="2582389"/>
                  </a:lnTo>
                  <a:lnTo>
                    <a:pt x="978780" y="2583099"/>
                  </a:lnTo>
                  <a:lnTo>
                    <a:pt x="981625" y="2582389"/>
                  </a:lnTo>
                  <a:lnTo>
                    <a:pt x="985181" y="2582389"/>
                  </a:lnTo>
                  <a:lnTo>
                    <a:pt x="988026" y="2583809"/>
                  </a:lnTo>
                  <a:lnTo>
                    <a:pt x="990871" y="2585229"/>
                  </a:lnTo>
                  <a:lnTo>
                    <a:pt x="994427" y="2581679"/>
                  </a:lnTo>
                  <a:lnTo>
                    <a:pt x="997272" y="2583099"/>
                  </a:lnTo>
                  <a:lnTo>
                    <a:pt x="1000117" y="2580969"/>
                  </a:lnTo>
                  <a:lnTo>
                    <a:pt x="1003673" y="2585229"/>
                  </a:lnTo>
                  <a:lnTo>
                    <a:pt x="1006518" y="2585229"/>
                  </a:lnTo>
                  <a:lnTo>
                    <a:pt x="1009363" y="2585229"/>
                  </a:lnTo>
                  <a:lnTo>
                    <a:pt x="1012919" y="2585229"/>
                  </a:lnTo>
                  <a:lnTo>
                    <a:pt x="1015764" y="2583809"/>
                  </a:lnTo>
                  <a:lnTo>
                    <a:pt x="1018609" y="2585938"/>
                  </a:lnTo>
                  <a:lnTo>
                    <a:pt x="1022165" y="2585229"/>
                  </a:lnTo>
                  <a:lnTo>
                    <a:pt x="1025010" y="2586648"/>
                  </a:lnTo>
                  <a:lnTo>
                    <a:pt x="1027855" y="2583809"/>
                  </a:lnTo>
                  <a:lnTo>
                    <a:pt x="1031411" y="2586648"/>
                  </a:lnTo>
                  <a:lnTo>
                    <a:pt x="1034256" y="2583099"/>
                  </a:lnTo>
                  <a:lnTo>
                    <a:pt x="1037100" y="2585229"/>
                  </a:lnTo>
                  <a:lnTo>
                    <a:pt x="1040675" y="2586648"/>
                  </a:lnTo>
                  <a:lnTo>
                    <a:pt x="1043520" y="2587358"/>
                  </a:lnTo>
                  <a:lnTo>
                    <a:pt x="1046365" y="2583809"/>
                  </a:lnTo>
                  <a:lnTo>
                    <a:pt x="1049921" y="2585938"/>
                  </a:lnTo>
                  <a:lnTo>
                    <a:pt x="1052766" y="2586648"/>
                  </a:lnTo>
                  <a:lnTo>
                    <a:pt x="1055611" y="2588068"/>
                  </a:lnTo>
                  <a:lnTo>
                    <a:pt x="1058456" y="2585229"/>
                  </a:lnTo>
                  <a:lnTo>
                    <a:pt x="1062012" y="2585938"/>
                  </a:lnTo>
                  <a:lnTo>
                    <a:pt x="1064857" y="2586648"/>
                  </a:lnTo>
                  <a:lnTo>
                    <a:pt x="1067702" y="2587358"/>
                  </a:lnTo>
                  <a:lnTo>
                    <a:pt x="1071258" y="2588068"/>
                  </a:lnTo>
                  <a:lnTo>
                    <a:pt x="1074103" y="2580259"/>
                  </a:lnTo>
                  <a:lnTo>
                    <a:pt x="1076948" y="2579550"/>
                  </a:lnTo>
                  <a:lnTo>
                    <a:pt x="1080504" y="2584519"/>
                  </a:lnTo>
                  <a:lnTo>
                    <a:pt x="1083349" y="2585229"/>
                  </a:lnTo>
                  <a:lnTo>
                    <a:pt x="1086194" y="2588778"/>
                  </a:lnTo>
                  <a:lnTo>
                    <a:pt x="1089750" y="2587358"/>
                  </a:lnTo>
                  <a:lnTo>
                    <a:pt x="1092595" y="2589488"/>
                  </a:lnTo>
                  <a:lnTo>
                    <a:pt x="1095439" y="2588068"/>
                  </a:lnTo>
                  <a:lnTo>
                    <a:pt x="1098995" y="2588068"/>
                  </a:lnTo>
                  <a:lnTo>
                    <a:pt x="1101840" y="2591618"/>
                  </a:lnTo>
                  <a:lnTo>
                    <a:pt x="1104685" y="2585938"/>
                  </a:lnTo>
                  <a:lnTo>
                    <a:pt x="1108241" y="2587358"/>
                  </a:lnTo>
                  <a:lnTo>
                    <a:pt x="1111086" y="2588778"/>
                  </a:lnTo>
                  <a:lnTo>
                    <a:pt x="1113931" y="2588778"/>
                  </a:lnTo>
                  <a:lnTo>
                    <a:pt x="1117487" y="2588068"/>
                  </a:lnTo>
                  <a:lnTo>
                    <a:pt x="1120332" y="2588068"/>
                  </a:lnTo>
                  <a:lnTo>
                    <a:pt x="1123177" y="2590198"/>
                  </a:lnTo>
                  <a:lnTo>
                    <a:pt x="1126733" y="2590908"/>
                  </a:lnTo>
                  <a:lnTo>
                    <a:pt x="1129578" y="2588778"/>
                  </a:lnTo>
                  <a:lnTo>
                    <a:pt x="1132423" y="2590198"/>
                  </a:lnTo>
                  <a:lnTo>
                    <a:pt x="1135979" y="2590198"/>
                  </a:lnTo>
                  <a:lnTo>
                    <a:pt x="1138824" y="2590908"/>
                  </a:lnTo>
                  <a:lnTo>
                    <a:pt x="1141669" y="2590198"/>
                  </a:lnTo>
                  <a:lnTo>
                    <a:pt x="1145225" y="2592327"/>
                  </a:lnTo>
                  <a:lnTo>
                    <a:pt x="1148070" y="2590198"/>
                  </a:lnTo>
                  <a:lnTo>
                    <a:pt x="1150915" y="2588068"/>
                  </a:lnTo>
                  <a:lnTo>
                    <a:pt x="1154471" y="2590198"/>
                  </a:lnTo>
                  <a:lnTo>
                    <a:pt x="1157316" y="2590908"/>
                  </a:lnTo>
                  <a:lnTo>
                    <a:pt x="1160160" y="2589488"/>
                  </a:lnTo>
                  <a:lnTo>
                    <a:pt x="1163716" y="2591618"/>
                  </a:lnTo>
                  <a:lnTo>
                    <a:pt x="1166561" y="2591618"/>
                  </a:lnTo>
                  <a:lnTo>
                    <a:pt x="1169406" y="2591618"/>
                  </a:lnTo>
                  <a:lnTo>
                    <a:pt x="1172962" y="2590908"/>
                  </a:lnTo>
                  <a:lnTo>
                    <a:pt x="1175807" y="2596587"/>
                  </a:lnTo>
                  <a:lnTo>
                    <a:pt x="1178652" y="2590908"/>
                  </a:lnTo>
                  <a:lnTo>
                    <a:pt x="1182208" y="2590908"/>
                  </a:lnTo>
                  <a:lnTo>
                    <a:pt x="1185053" y="2594457"/>
                  </a:lnTo>
                  <a:lnTo>
                    <a:pt x="1187898" y="2592327"/>
                  </a:lnTo>
                  <a:lnTo>
                    <a:pt x="1191454" y="2591618"/>
                  </a:lnTo>
                  <a:lnTo>
                    <a:pt x="1194299" y="2588778"/>
                  </a:lnTo>
                  <a:lnTo>
                    <a:pt x="1197144" y="2585229"/>
                  </a:lnTo>
                  <a:lnTo>
                    <a:pt x="1200728" y="2583099"/>
                  </a:lnTo>
                  <a:lnTo>
                    <a:pt x="1203573" y="2583809"/>
                  </a:lnTo>
                  <a:lnTo>
                    <a:pt x="1206418" y="2584519"/>
                  </a:lnTo>
                  <a:lnTo>
                    <a:pt x="1209974" y="2583099"/>
                  </a:lnTo>
                  <a:lnTo>
                    <a:pt x="1212819" y="2585229"/>
                  </a:lnTo>
                  <a:lnTo>
                    <a:pt x="1215664" y="2584519"/>
                  </a:lnTo>
                  <a:lnTo>
                    <a:pt x="1219220" y="2583809"/>
                  </a:lnTo>
                  <a:lnTo>
                    <a:pt x="1222065" y="2585229"/>
                  </a:lnTo>
                  <a:lnTo>
                    <a:pt x="1224910" y="2584519"/>
                  </a:lnTo>
                  <a:lnTo>
                    <a:pt x="1227755" y="2583809"/>
                  </a:lnTo>
                  <a:lnTo>
                    <a:pt x="1231311" y="2585229"/>
                  </a:lnTo>
                  <a:lnTo>
                    <a:pt x="1234156" y="2583099"/>
                  </a:lnTo>
                  <a:lnTo>
                    <a:pt x="1237001" y="2581679"/>
                  </a:lnTo>
                  <a:lnTo>
                    <a:pt x="1249803" y="2516370"/>
                  </a:lnTo>
                  <a:lnTo>
                    <a:pt x="1255492" y="2373636"/>
                  </a:lnTo>
                  <a:lnTo>
                    <a:pt x="1259048" y="1549299"/>
                  </a:lnTo>
                  <a:lnTo>
                    <a:pt x="1261893" y="0"/>
                  </a:lnTo>
                  <a:lnTo>
                    <a:pt x="1264738" y="552403"/>
                  </a:lnTo>
                  <a:lnTo>
                    <a:pt x="1268294" y="1361842"/>
                  </a:lnTo>
                  <a:lnTo>
                    <a:pt x="1271139" y="2260035"/>
                  </a:lnTo>
                  <a:lnTo>
                    <a:pt x="1273984" y="2507851"/>
                  </a:lnTo>
                  <a:lnTo>
                    <a:pt x="1277540" y="2548315"/>
                  </a:lnTo>
                  <a:lnTo>
                    <a:pt x="1289631" y="2583099"/>
                  </a:lnTo>
                  <a:lnTo>
                    <a:pt x="1292476" y="2584519"/>
                  </a:lnTo>
                  <a:lnTo>
                    <a:pt x="1296032" y="2585938"/>
                  </a:lnTo>
                  <a:lnTo>
                    <a:pt x="1298877" y="2590198"/>
                  </a:lnTo>
                  <a:lnTo>
                    <a:pt x="1301722" y="2589488"/>
                  </a:lnTo>
                  <a:lnTo>
                    <a:pt x="1305278" y="2588068"/>
                  </a:lnTo>
                  <a:lnTo>
                    <a:pt x="1308123" y="2588778"/>
                  </a:lnTo>
                  <a:lnTo>
                    <a:pt x="1310967" y="2589488"/>
                  </a:lnTo>
                  <a:lnTo>
                    <a:pt x="1314524" y="2592327"/>
                  </a:lnTo>
                  <a:lnTo>
                    <a:pt x="1317368" y="2591618"/>
                  </a:lnTo>
                  <a:lnTo>
                    <a:pt x="1320213" y="2590198"/>
                  </a:lnTo>
                  <a:lnTo>
                    <a:pt x="1323769" y="2590198"/>
                  </a:lnTo>
                  <a:lnTo>
                    <a:pt x="1326614" y="2591618"/>
                  </a:lnTo>
                  <a:lnTo>
                    <a:pt x="1329459" y="2592327"/>
                  </a:lnTo>
                  <a:lnTo>
                    <a:pt x="1333015" y="2593747"/>
                  </a:lnTo>
                  <a:lnTo>
                    <a:pt x="1335860" y="2592327"/>
                  </a:lnTo>
                  <a:lnTo>
                    <a:pt x="1338705" y="2594457"/>
                  </a:lnTo>
                  <a:lnTo>
                    <a:pt x="1342261" y="2593037"/>
                  </a:lnTo>
                  <a:lnTo>
                    <a:pt x="1345106" y="2592327"/>
                  </a:lnTo>
                  <a:lnTo>
                    <a:pt x="1347951" y="2593747"/>
                  </a:lnTo>
                  <a:lnTo>
                    <a:pt x="1351507" y="2594457"/>
                  </a:lnTo>
                  <a:lnTo>
                    <a:pt x="1354352" y="2593747"/>
                  </a:lnTo>
                  <a:lnTo>
                    <a:pt x="1357197" y="2591618"/>
                  </a:lnTo>
                  <a:lnTo>
                    <a:pt x="1360781" y="2595877"/>
                  </a:lnTo>
                  <a:lnTo>
                    <a:pt x="1363626" y="2593747"/>
                  </a:lnTo>
                  <a:lnTo>
                    <a:pt x="1366471" y="2593747"/>
                  </a:lnTo>
                  <a:lnTo>
                    <a:pt x="1370027" y="2595167"/>
                  </a:lnTo>
                  <a:lnTo>
                    <a:pt x="1372872" y="2594457"/>
                  </a:lnTo>
                  <a:lnTo>
                    <a:pt x="1375717" y="2593747"/>
                  </a:lnTo>
                  <a:lnTo>
                    <a:pt x="1379273" y="2595877"/>
                  </a:lnTo>
                  <a:lnTo>
                    <a:pt x="1382118" y="2598007"/>
                  </a:lnTo>
                  <a:lnTo>
                    <a:pt x="1384963" y="2597297"/>
                  </a:lnTo>
                  <a:lnTo>
                    <a:pt x="1387808" y="2593037"/>
                  </a:lnTo>
                  <a:lnTo>
                    <a:pt x="1391364" y="2597297"/>
                  </a:lnTo>
                  <a:lnTo>
                    <a:pt x="1394209" y="2597297"/>
                  </a:lnTo>
                  <a:lnTo>
                    <a:pt x="1397054" y="2595877"/>
                  </a:lnTo>
                  <a:lnTo>
                    <a:pt x="1400610" y="2596587"/>
                  </a:lnTo>
                  <a:lnTo>
                    <a:pt x="1403455" y="2596587"/>
                  </a:lnTo>
                  <a:lnTo>
                    <a:pt x="1406299" y="2598007"/>
                  </a:lnTo>
                  <a:lnTo>
                    <a:pt x="1409855" y="2597297"/>
                  </a:lnTo>
                  <a:lnTo>
                    <a:pt x="1412700" y="2597297"/>
                  </a:lnTo>
                  <a:lnTo>
                    <a:pt x="1415545" y="2597297"/>
                  </a:lnTo>
                  <a:lnTo>
                    <a:pt x="1419101" y="2596587"/>
                  </a:lnTo>
                  <a:lnTo>
                    <a:pt x="1421946" y="2595877"/>
                  </a:lnTo>
                  <a:lnTo>
                    <a:pt x="1424791" y="2598007"/>
                  </a:lnTo>
                  <a:lnTo>
                    <a:pt x="1428347" y="2598007"/>
                  </a:lnTo>
                  <a:lnTo>
                    <a:pt x="1431192" y="2597297"/>
                  </a:lnTo>
                  <a:lnTo>
                    <a:pt x="1434037" y="2597297"/>
                  </a:lnTo>
                  <a:lnTo>
                    <a:pt x="1437593" y="2598007"/>
                  </a:lnTo>
                  <a:lnTo>
                    <a:pt x="1440438" y="2598716"/>
                  </a:lnTo>
                  <a:lnTo>
                    <a:pt x="1443283" y="2597297"/>
                  </a:lnTo>
                  <a:lnTo>
                    <a:pt x="1446839" y="2600874"/>
                  </a:lnTo>
                  <a:lnTo>
                    <a:pt x="1449684" y="2598716"/>
                  </a:lnTo>
                  <a:lnTo>
                    <a:pt x="1452529" y="2600874"/>
                  </a:lnTo>
                  <a:lnTo>
                    <a:pt x="1456085" y="2598007"/>
                  </a:lnTo>
                  <a:lnTo>
                    <a:pt x="1458930" y="2600165"/>
                  </a:lnTo>
                  <a:lnTo>
                    <a:pt x="1461775" y="2598007"/>
                  </a:lnTo>
                  <a:lnTo>
                    <a:pt x="1465331" y="2597297"/>
                  </a:lnTo>
                  <a:lnTo>
                    <a:pt x="1468176" y="2597297"/>
                  </a:lnTo>
                  <a:lnTo>
                    <a:pt x="1471020" y="2595167"/>
                  </a:lnTo>
                  <a:lnTo>
                    <a:pt x="1474576" y="2597297"/>
                  </a:lnTo>
                  <a:lnTo>
                    <a:pt x="1477421" y="2599426"/>
                  </a:lnTo>
                  <a:lnTo>
                    <a:pt x="1480266" y="2600165"/>
                  </a:lnTo>
                  <a:lnTo>
                    <a:pt x="1483822" y="2598716"/>
                  </a:lnTo>
                  <a:lnTo>
                    <a:pt x="1486667" y="2600165"/>
                  </a:lnTo>
                  <a:lnTo>
                    <a:pt x="1489512" y="2600165"/>
                  </a:lnTo>
                  <a:lnTo>
                    <a:pt x="1493068" y="2599426"/>
                  </a:lnTo>
                  <a:lnTo>
                    <a:pt x="1495913" y="2598007"/>
                  </a:lnTo>
                  <a:lnTo>
                    <a:pt x="1498758" y="2597297"/>
                  </a:lnTo>
                  <a:lnTo>
                    <a:pt x="1502314" y="2598007"/>
                  </a:lnTo>
                  <a:lnTo>
                    <a:pt x="1505159" y="2602294"/>
                  </a:lnTo>
                  <a:lnTo>
                    <a:pt x="1508004" y="2600165"/>
                  </a:lnTo>
                  <a:lnTo>
                    <a:pt x="1511560" y="2600165"/>
                  </a:lnTo>
                  <a:lnTo>
                    <a:pt x="1514405" y="2600165"/>
                  </a:lnTo>
                  <a:lnTo>
                    <a:pt x="1517250" y="2602294"/>
                  </a:lnTo>
                  <a:lnTo>
                    <a:pt x="1520825" y="2600165"/>
                  </a:lnTo>
                  <a:lnTo>
                    <a:pt x="1523670" y="2602294"/>
                  </a:lnTo>
                  <a:lnTo>
                    <a:pt x="1526515" y="2601584"/>
                  </a:lnTo>
                  <a:lnTo>
                    <a:pt x="1530071" y="2601584"/>
                  </a:lnTo>
                  <a:lnTo>
                    <a:pt x="1532915" y="2600874"/>
                  </a:lnTo>
                  <a:lnTo>
                    <a:pt x="1535760" y="2601584"/>
                  </a:lnTo>
                  <a:lnTo>
                    <a:pt x="1539316" y="2600874"/>
                  </a:lnTo>
                  <a:lnTo>
                    <a:pt x="1542161" y="2601584"/>
                  </a:lnTo>
                  <a:lnTo>
                    <a:pt x="1545006" y="2604424"/>
                  </a:lnTo>
                  <a:lnTo>
                    <a:pt x="1547851" y="2600874"/>
                  </a:lnTo>
                  <a:lnTo>
                    <a:pt x="1551407" y="2601584"/>
                  </a:lnTo>
                  <a:lnTo>
                    <a:pt x="1554252" y="2603004"/>
                  </a:lnTo>
                  <a:lnTo>
                    <a:pt x="1557097" y="2602294"/>
                  </a:lnTo>
                  <a:lnTo>
                    <a:pt x="1560653" y="2603004"/>
                  </a:lnTo>
                  <a:lnTo>
                    <a:pt x="1563498" y="2602294"/>
                  </a:lnTo>
                  <a:lnTo>
                    <a:pt x="1566343" y="2601584"/>
                  </a:lnTo>
                  <a:lnTo>
                    <a:pt x="1569899" y="2601584"/>
                  </a:lnTo>
                  <a:lnTo>
                    <a:pt x="1572744" y="2603714"/>
                  </a:lnTo>
                  <a:lnTo>
                    <a:pt x="1575589" y="2601584"/>
                  </a:lnTo>
                  <a:lnTo>
                    <a:pt x="1579145" y="2602294"/>
                  </a:lnTo>
                  <a:lnTo>
                    <a:pt x="1581990" y="2602294"/>
                  </a:lnTo>
                  <a:lnTo>
                    <a:pt x="1584835" y="2603714"/>
                  </a:lnTo>
                  <a:lnTo>
                    <a:pt x="1588391" y="2604424"/>
                  </a:lnTo>
                  <a:lnTo>
                    <a:pt x="1591236" y="2603714"/>
                  </a:lnTo>
                  <a:lnTo>
                    <a:pt x="1594080" y="2601584"/>
                  </a:lnTo>
                  <a:lnTo>
                    <a:pt x="1597637" y="2603004"/>
                  </a:lnTo>
                  <a:lnTo>
                    <a:pt x="1600481" y="2603714"/>
                  </a:lnTo>
                  <a:lnTo>
                    <a:pt x="1603326" y="2603714"/>
                  </a:lnTo>
                  <a:lnTo>
                    <a:pt x="1606882" y="2602294"/>
                  </a:lnTo>
                  <a:lnTo>
                    <a:pt x="1609727" y="2601584"/>
                  </a:lnTo>
                  <a:lnTo>
                    <a:pt x="1612572" y="2603004"/>
                  </a:lnTo>
                  <a:lnTo>
                    <a:pt x="1616128" y="2602294"/>
                  </a:lnTo>
                  <a:lnTo>
                    <a:pt x="1618973" y="2603714"/>
                  </a:lnTo>
                  <a:lnTo>
                    <a:pt x="1621818" y="2599426"/>
                  </a:lnTo>
                  <a:lnTo>
                    <a:pt x="1625374" y="2602294"/>
                  </a:lnTo>
                  <a:lnTo>
                    <a:pt x="1628219" y="2599426"/>
                  </a:lnTo>
                  <a:lnTo>
                    <a:pt x="1631064" y="2601584"/>
                  </a:lnTo>
                  <a:lnTo>
                    <a:pt x="1634620" y="2603004"/>
                  </a:lnTo>
                  <a:lnTo>
                    <a:pt x="1637465" y="2601584"/>
                  </a:lnTo>
                  <a:lnTo>
                    <a:pt x="1640310" y="2602294"/>
                  </a:lnTo>
                  <a:lnTo>
                    <a:pt x="1643866" y="2603004"/>
                  </a:lnTo>
                  <a:lnTo>
                    <a:pt x="1646711" y="2600165"/>
                  </a:lnTo>
                  <a:lnTo>
                    <a:pt x="1649556" y="2600874"/>
                  </a:lnTo>
                  <a:lnTo>
                    <a:pt x="1653112" y="2597297"/>
                  </a:lnTo>
                  <a:lnTo>
                    <a:pt x="1655957" y="2599426"/>
                  </a:lnTo>
                  <a:lnTo>
                    <a:pt x="1658801" y="2603004"/>
                  </a:lnTo>
                  <a:lnTo>
                    <a:pt x="1662358" y="2600874"/>
                  </a:lnTo>
                  <a:lnTo>
                    <a:pt x="1665202" y="2601584"/>
                  </a:lnTo>
                  <a:lnTo>
                    <a:pt x="1668047" y="2599426"/>
                  </a:lnTo>
                  <a:lnTo>
                    <a:pt x="1671603" y="2601584"/>
                  </a:lnTo>
                  <a:lnTo>
                    <a:pt x="1686558" y="2572451"/>
                  </a:lnTo>
                  <a:lnTo>
                    <a:pt x="1690114" y="2557543"/>
                  </a:lnTo>
                  <a:lnTo>
                    <a:pt x="1692959" y="2531277"/>
                  </a:lnTo>
                  <a:lnTo>
                    <a:pt x="1695804" y="2227381"/>
                  </a:lnTo>
                  <a:lnTo>
                    <a:pt x="1699360" y="1519484"/>
                  </a:lnTo>
                  <a:lnTo>
                    <a:pt x="1702205" y="1838979"/>
                  </a:lnTo>
                  <a:lnTo>
                    <a:pt x="1705050" y="2012238"/>
                  </a:lnTo>
                  <a:lnTo>
                    <a:pt x="1708606" y="2313295"/>
                  </a:lnTo>
                  <a:lnTo>
                    <a:pt x="1711451" y="2549734"/>
                  </a:lnTo>
                  <a:lnTo>
                    <a:pt x="1717140" y="2591618"/>
                  </a:lnTo>
                  <a:lnTo>
                    <a:pt x="1726386" y="2598716"/>
                  </a:lnTo>
                  <a:lnTo>
                    <a:pt x="1729942" y="2603004"/>
                  </a:lnTo>
                  <a:lnTo>
                    <a:pt x="1732787" y="2602294"/>
                  </a:lnTo>
                  <a:lnTo>
                    <a:pt x="1735632" y="2603004"/>
                  </a:lnTo>
                  <a:lnTo>
                    <a:pt x="1739188" y="2603004"/>
                  </a:lnTo>
                  <a:lnTo>
                    <a:pt x="1742033" y="2602294"/>
                  </a:lnTo>
                  <a:lnTo>
                    <a:pt x="1744878" y="2602294"/>
                  </a:lnTo>
                  <a:lnTo>
                    <a:pt x="1748434" y="2603714"/>
                  </a:lnTo>
                  <a:lnTo>
                    <a:pt x="1751279" y="2604424"/>
                  </a:lnTo>
                  <a:lnTo>
                    <a:pt x="1754124" y="2603714"/>
                  </a:lnTo>
                  <a:lnTo>
                    <a:pt x="1757680" y="2603714"/>
                  </a:lnTo>
                  <a:lnTo>
                    <a:pt x="1760525" y="2603714"/>
                  </a:lnTo>
                  <a:lnTo>
                    <a:pt x="1763370" y="2604424"/>
                  </a:lnTo>
                  <a:lnTo>
                    <a:pt x="1766926" y="2603714"/>
                  </a:lnTo>
                  <a:lnTo>
                    <a:pt x="1769771" y="2603004"/>
                  </a:lnTo>
                  <a:lnTo>
                    <a:pt x="1772616" y="2605134"/>
                  </a:lnTo>
                  <a:lnTo>
                    <a:pt x="1776172" y="2605134"/>
                  </a:lnTo>
                  <a:lnTo>
                    <a:pt x="1779017" y="2603714"/>
                  </a:lnTo>
                  <a:lnTo>
                    <a:pt x="1781861" y="2605844"/>
                  </a:lnTo>
                  <a:lnTo>
                    <a:pt x="1785418" y="2605134"/>
                  </a:lnTo>
                  <a:lnTo>
                    <a:pt x="1788262" y="2604424"/>
                  </a:lnTo>
                  <a:lnTo>
                    <a:pt x="1791107" y="2605844"/>
                  </a:lnTo>
                  <a:lnTo>
                    <a:pt x="1794663" y="2605134"/>
                  </a:lnTo>
                  <a:lnTo>
                    <a:pt x="1797508" y="2606554"/>
                  </a:lnTo>
                  <a:lnTo>
                    <a:pt x="1800353" y="2605134"/>
                  </a:lnTo>
                  <a:lnTo>
                    <a:pt x="1803909" y="2603004"/>
                  </a:lnTo>
                  <a:lnTo>
                    <a:pt x="1806754" y="2603004"/>
                  </a:lnTo>
                  <a:lnTo>
                    <a:pt x="1809599" y="2607263"/>
                  </a:lnTo>
                  <a:lnTo>
                    <a:pt x="1813155" y="2605844"/>
                  </a:lnTo>
                  <a:lnTo>
                    <a:pt x="1816000" y="2605134"/>
                  </a:lnTo>
                  <a:lnTo>
                    <a:pt x="1818845" y="2606554"/>
                  </a:lnTo>
                  <a:lnTo>
                    <a:pt x="1822401" y="2607263"/>
                  </a:lnTo>
                  <a:lnTo>
                    <a:pt x="1825246" y="2607263"/>
                  </a:lnTo>
                  <a:lnTo>
                    <a:pt x="1828091" y="2605844"/>
                  </a:lnTo>
                  <a:lnTo>
                    <a:pt x="1831647" y="2607263"/>
                  </a:lnTo>
                  <a:lnTo>
                    <a:pt x="1834492" y="2607263"/>
                  </a:lnTo>
                  <a:lnTo>
                    <a:pt x="1837337" y="2607263"/>
                  </a:lnTo>
                  <a:lnTo>
                    <a:pt x="1840921" y="2607973"/>
                  </a:lnTo>
                  <a:lnTo>
                    <a:pt x="1843766" y="2607973"/>
                  </a:lnTo>
                  <a:lnTo>
                    <a:pt x="1846611" y="2607263"/>
                  </a:lnTo>
                  <a:lnTo>
                    <a:pt x="1850167" y="2606554"/>
                  </a:lnTo>
                  <a:lnTo>
                    <a:pt x="1853012" y="2606554"/>
                  </a:lnTo>
                  <a:lnTo>
                    <a:pt x="1855857" y="2609393"/>
                  </a:lnTo>
                  <a:lnTo>
                    <a:pt x="1859413" y="2609393"/>
                  </a:lnTo>
                  <a:lnTo>
                    <a:pt x="1862258" y="2607973"/>
                  </a:lnTo>
                  <a:lnTo>
                    <a:pt x="1865103" y="2607263"/>
                  </a:lnTo>
                  <a:lnTo>
                    <a:pt x="1868659" y="2608683"/>
                  </a:lnTo>
                  <a:lnTo>
                    <a:pt x="1871504" y="2607973"/>
                  </a:lnTo>
                  <a:lnTo>
                    <a:pt x="1874348" y="2607973"/>
                  </a:lnTo>
                  <a:lnTo>
                    <a:pt x="1877193" y="2607263"/>
                  </a:lnTo>
                  <a:lnTo>
                    <a:pt x="1880749" y="2605844"/>
                  </a:lnTo>
                  <a:lnTo>
                    <a:pt x="1883594" y="2607263"/>
                  </a:lnTo>
                  <a:lnTo>
                    <a:pt x="1886439" y="2607263"/>
                  </a:lnTo>
                  <a:lnTo>
                    <a:pt x="1889995" y="2610103"/>
                  </a:lnTo>
                  <a:lnTo>
                    <a:pt x="1892840" y="2608683"/>
                  </a:lnTo>
                  <a:lnTo>
                    <a:pt x="1895685" y="2606554"/>
                  </a:lnTo>
                  <a:lnTo>
                    <a:pt x="1899241" y="2607973"/>
                  </a:lnTo>
                  <a:lnTo>
                    <a:pt x="1902086" y="2605844"/>
                  </a:lnTo>
                  <a:lnTo>
                    <a:pt x="1904931" y="2609393"/>
                  </a:lnTo>
                  <a:lnTo>
                    <a:pt x="1908487" y="2606554"/>
                  </a:lnTo>
                  <a:lnTo>
                    <a:pt x="1911332" y="2608683"/>
                  </a:lnTo>
                  <a:lnTo>
                    <a:pt x="1914177" y="2607973"/>
                  </a:lnTo>
                  <a:lnTo>
                    <a:pt x="1917733" y="2607973"/>
                  </a:lnTo>
                  <a:lnTo>
                    <a:pt x="1920578" y="2607973"/>
                  </a:lnTo>
                  <a:lnTo>
                    <a:pt x="1923423" y="2610103"/>
                  </a:lnTo>
                  <a:lnTo>
                    <a:pt x="1926979" y="2609393"/>
                  </a:lnTo>
                  <a:lnTo>
                    <a:pt x="1929824" y="2610813"/>
                  </a:lnTo>
                  <a:lnTo>
                    <a:pt x="1932669" y="2607973"/>
                  </a:lnTo>
                  <a:lnTo>
                    <a:pt x="1936225" y="2609393"/>
                  </a:lnTo>
                  <a:lnTo>
                    <a:pt x="1939069" y="2610103"/>
                  </a:lnTo>
                  <a:lnTo>
                    <a:pt x="1941914" y="2608683"/>
                  </a:lnTo>
                  <a:lnTo>
                    <a:pt x="1945470" y="2607973"/>
                  </a:lnTo>
                  <a:lnTo>
                    <a:pt x="1948315" y="2608683"/>
                  </a:lnTo>
                  <a:lnTo>
                    <a:pt x="1951160" y="2608683"/>
                  </a:lnTo>
                  <a:lnTo>
                    <a:pt x="1954716" y="2607973"/>
                  </a:lnTo>
                  <a:lnTo>
                    <a:pt x="1957561" y="2608683"/>
                  </a:lnTo>
                  <a:lnTo>
                    <a:pt x="1960406" y="2609393"/>
                  </a:lnTo>
                  <a:lnTo>
                    <a:pt x="1963962" y="2607973"/>
                  </a:lnTo>
                  <a:lnTo>
                    <a:pt x="1966807" y="2609393"/>
                  </a:lnTo>
                  <a:lnTo>
                    <a:pt x="1969652" y="2608683"/>
                  </a:lnTo>
                  <a:lnTo>
                    <a:pt x="1973208" y="2610813"/>
                  </a:lnTo>
                  <a:lnTo>
                    <a:pt x="1976053" y="2609393"/>
                  </a:lnTo>
                  <a:lnTo>
                    <a:pt x="1978898" y="2608683"/>
                  </a:lnTo>
                  <a:lnTo>
                    <a:pt x="1982454" y="2607263"/>
                  </a:lnTo>
                  <a:lnTo>
                    <a:pt x="1985299" y="2610103"/>
                  </a:lnTo>
                  <a:lnTo>
                    <a:pt x="1988144" y="2607973"/>
                  </a:lnTo>
                  <a:lnTo>
                    <a:pt x="1991700" y="2608683"/>
                  </a:lnTo>
                  <a:lnTo>
                    <a:pt x="1994545" y="2607263"/>
                  </a:lnTo>
                  <a:lnTo>
                    <a:pt x="1997390" y="2607973"/>
                  </a:lnTo>
                  <a:lnTo>
                    <a:pt x="2000965" y="2608683"/>
                  </a:lnTo>
                  <a:lnTo>
                    <a:pt x="2003809" y="2607263"/>
                  </a:lnTo>
                  <a:lnTo>
                    <a:pt x="2006654" y="2610103"/>
                  </a:lnTo>
                  <a:lnTo>
                    <a:pt x="2010210" y="2608683"/>
                  </a:lnTo>
                  <a:lnTo>
                    <a:pt x="2013055" y="2607973"/>
                  </a:lnTo>
                  <a:lnTo>
                    <a:pt x="2015900" y="2609393"/>
                  </a:lnTo>
                  <a:lnTo>
                    <a:pt x="2019456" y="2609393"/>
                  </a:lnTo>
                  <a:lnTo>
                    <a:pt x="2022301" y="2610103"/>
                  </a:lnTo>
                  <a:lnTo>
                    <a:pt x="2025146" y="2608683"/>
                  </a:lnTo>
                  <a:lnTo>
                    <a:pt x="2028702" y="2607973"/>
                  </a:lnTo>
                  <a:lnTo>
                    <a:pt x="2031547" y="2610103"/>
                  </a:lnTo>
                  <a:lnTo>
                    <a:pt x="2034392" y="2607263"/>
                  </a:lnTo>
                  <a:lnTo>
                    <a:pt x="2037237" y="2609393"/>
                  </a:lnTo>
                  <a:lnTo>
                    <a:pt x="2040793" y="2608683"/>
                  </a:lnTo>
                  <a:lnTo>
                    <a:pt x="2043638" y="2608683"/>
                  </a:lnTo>
                  <a:lnTo>
                    <a:pt x="2046483" y="2608683"/>
                  </a:lnTo>
                  <a:lnTo>
                    <a:pt x="2071375" y="2464529"/>
                  </a:lnTo>
                  <a:lnTo>
                    <a:pt x="2074220" y="2085375"/>
                  </a:lnTo>
                  <a:lnTo>
                    <a:pt x="2077776" y="2235899"/>
                  </a:lnTo>
                  <a:lnTo>
                    <a:pt x="2080621" y="2353759"/>
                  </a:lnTo>
                  <a:lnTo>
                    <a:pt x="2083466" y="2365827"/>
                  </a:lnTo>
                  <a:lnTo>
                    <a:pt x="2087022" y="2546185"/>
                  </a:lnTo>
                  <a:lnTo>
                    <a:pt x="2089867" y="2590908"/>
                  </a:lnTo>
                  <a:lnTo>
                    <a:pt x="2101958" y="2607263"/>
                  </a:lnTo>
                  <a:lnTo>
                    <a:pt x="2105514" y="2603714"/>
                  </a:lnTo>
                  <a:lnTo>
                    <a:pt x="2108359" y="2607263"/>
                  </a:lnTo>
                  <a:lnTo>
                    <a:pt x="2111204" y="2610813"/>
                  </a:lnTo>
                  <a:lnTo>
                    <a:pt x="2114760" y="2608683"/>
                  </a:lnTo>
                  <a:lnTo>
                    <a:pt x="2117605" y="2608683"/>
                  </a:lnTo>
                  <a:lnTo>
                    <a:pt x="2120450" y="2607973"/>
                  </a:lnTo>
                  <a:lnTo>
                    <a:pt x="2124006" y="2608683"/>
                  </a:lnTo>
                  <a:lnTo>
                    <a:pt x="2126851" y="2611523"/>
                  </a:lnTo>
                  <a:lnTo>
                    <a:pt x="2129695" y="2609393"/>
                  </a:lnTo>
                  <a:lnTo>
                    <a:pt x="2133251" y="2612942"/>
                  </a:lnTo>
                  <a:lnTo>
                    <a:pt x="2136096" y="2610813"/>
                  </a:lnTo>
                  <a:lnTo>
                    <a:pt x="2138941" y="2609393"/>
                  </a:lnTo>
                  <a:lnTo>
                    <a:pt x="2142497" y="2610813"/>
                  </a:lnTo>
                  <a:lnTo>
                    <a:pt x="2145342" y="2610103"/>
                  </a:lnTo>
                  <a:lnTo>
                    <a:pt x="2148187" y="2611523"/>
                  </a:lnTo>
                  <a:lnTo>
                    <a:pt x="2151743" y="2610813"/>
                  </a:lnTo>
                </a:path>
                <a:path w="4337050" h="2621279">
                  <a:moveTo>
                    <a:pt x="2151743" y="2610813"/>
                  </a:moveTo>
                  <a:lnTo>
                    <a:pt x="2154588" y="2610813"/>
                  </a:lnTo>
                  <a:lnTo>
                    <a:pt x="2157433" y="2612942"/>
                  </a:lnTo>
                  <a:lnTo>
                    <a:pt x="2161018" y="2612233"/>
                  </a:lnTo>
                  <a:lnTo>
                    <a:pt x="2163862" y="2610103"/>
                  </a:lnTo>
                  <a:lnTo>
                    <a:pt x="2166707" y="2610813"/>
                  </a:lnTo>
                  <a:lnTo>
                    <a:pt x="2170263" y="2609393"/>
                  </a:lnTo>
                  <a:lnTo>
                    <a:pt x="2173108" y="2609393"/>
                  </a:lnTo>
                  <a:lnTo>
                    <a:pt x="2175953" y="2611523"/>
                  </a:lnTo>
                  <a:lnTo>
                    <a:pt x="2179509" y="2612942"/>
                  </a:lnTo>
                  <a:lnTo>
                    <a:pt x="2182354" y="2611523"/>
                  </a:lnTo>
                  <a:lnTo>
                    <a:pt x="2185199" y="2610813"/>
                  </a:lnTo>
                  <a:lnTo>
                    <a:pt x="2188755" y="2610813"/>
                  </a:lnTo>
                  <a:lnTo>
                    <a:pt x="2191600" y="2612233"/>
                  </a:lnTo>
                  <a:lnTo>
                    <a:pt x="2194445" y="2610813"/>
                  </a:lnTo>
                  <a:lnTo>
                    <a:pt x="2197290" y="2611523"/>
                  </a:lnTo>
                  <a:lnTo>
                    <a:pt x="2200846" y="2612233"/>
                  </a:lnTo>
                  <a:lnTo>
                    <a:pt x="2203691" y="2609393"/>
                  </a:lnTo>
                  <a:lnTo>
                    <a:pt x="2206536" y="2611523"/>
                  </a:lnTo>
                  <a:lnTo>
                    <a:pt x="2210092" y="2613652"/>
                  </a:lnTo>
                  <a:lnTo>
                    <a:pt x="2212937" y="2612942"/>
                  </a:lnTo>
                  <a:lnTo>
                    <a:pt x="2215781" y="2610813"/>
                  </a:lnTo>
                  <a:lnTo>
                    <a:pt x="2219338" y="2612233"/>
                  </a:lnTo>
                  <a:lnTo>
                    <a:pt x="2222182" y="2611523"/>
                  </a:lnTo>
                  <a:lnTo>
                    <a:pt x="2225027" y="2611523"/>
                  </a:lnTo>
                  <a:lnTo>
                    <a:pt x="2228583" y="2611523"/>
                  </a:lnTo>
                  <a:lnTo>
                    <a:pt x="2231428" y="2612942"/>
                  </a:lnTo>
                  <a:lnTo>
                    <a:pt x="2234273" y="2612942"/>
                  </a:lnTo>
                  <a:lnTo>
                    <a:pt x="2237829" y="2612233"/>
                  </a:lnTo>
                  <a:lnTo>
                    <a:pt x="2240674" y="2612942"/>
                  </a:lnTo>
                  <a:lnTo>
                    <a:pt x="2243519" y="2613652"/>
                  </a:lnTo>
                  <a:lnTo>
                    <a:pt x="2247075" y="2610813"/>
                  </a:lnTo>
                  <a:lnTo>
                    <a:pt x="2249920" y="2611523"/>
                  </a:lnTo>
                  <a:lnTo>
                    <a:pt x="2252765" y="2612942"/>
                  </a:lnTo>
                  <a:lnTo>
                    <a:pt x="2256321" y="2611523"/>
                  </a:lnTo>
                  <a:lnTo>
                    <a:pt x="2259166" y="2611523"/>
                  </a:lnTo>
                  <a:lnTo>
                    <a:pt x="2262011" y="2611523"/>
                  </a:lnTo>
                  <a:lnTo>
                    <a:pt x="2265567" y="2613652"/>
                  </a:lnTo>
                  <a:lnTo>
                    <a:pt x="2268412" y="2612233"/>
                  </a:lnTo>
                  <a:lnTo>
                    <a:pt x="2271257" y="2612233"/>
                  </a:lnTo>
                  <a:lnTo>
                    <a:pt x="2274813" y="2612233"/>
                  </a:lnTo>
                  <a:lnTo>
                    <a:pt x="2277658" y="2613652"/>
                  </a:lnTo>
                  <a:lnTo>
                    <a:pt x="2280502" y="2610813"/>
                  </a:lnTo>
                  <a:lnTo>
                    <a:pt x="2284059" y="2613652"/>
                  </a:lnTo>
                  <a:lnTo>
                    <a:pt x="2286903" y="2610813"/>
                  </a:lnTo>
                  <a:lnTo>
                    <a:pt x="2289748" y="2612942"/>
                  </a:lnTo>
                  <a:lnTo>
                    <a:pt x="2293304" y="2613652"/>
                  </a:lnTo>
                  <a:lnTo>
                    <a:pt x="2296149" y="2613652"/>
                  </a:lnTo>
                  <a:lnTo>
                    <a:pt x="2298994" y="2612233"/>
                  </a:lnTo>
                  <a:lnTo>
                    <a:pt x="2302550" y="2612233"/>
                  </a:lnTo>
                  <a:lnTo>
                    <a:pt x="2305395" y="2609393"/>
                  </a:lnTo>
                  <a:lnTo>
                    <a:pt x="2308240" y="2609393"/>
                  </a:lnTo>
                  <a:lnTo>
                    <a:pt x="2311796" y="2609393"/>
                  </a:lnTo>
                  <a:lnTo>
                    <a:pt x="2314641" y="2609393"/>
                  </a:lnTo>
                  <a:lnTo>
                    <a:pt x="2317486" y="2610813"/>
                  </a:lnTo>
                  <a:lnTo>
                    <a:pt x="2321061" y="2610103"/>
                  </a:lnTo>
                  <a:lnTo>
                    <a:pt x="2323906" y="2609393"/>
                  </a:lnTo>
                  <a:lnTo>
                    <a:pt x="2326751" y="2610813"/>
                  </a:lnTo>
                  <a:lnTo>
                    <a:pt x="2330307" y="2610813"/>
                  </a:lnTo>
                  <a:lnTo>
                    <a:pt x="2333152" y="2609393"/>
                  </a:lnTo>
                  <a:lnTo>
                    <a:pt x="2335997" y="2610813"/>
                  </a:lnTo>
                  <a:lnTo>
                    <a:pt x="2339553" y="2612233"/>
                  </a:lnTo>
                  <a:lnTo>
                    <a:pt x="2342398" y="2611523"/>
                  </a:lnTo>
                  <a:lnTo>
                    <a:pt x="2345242" y="2609393"/>
                  </a:lnTo>
                  <a:lnTo>
                    <a:pt x="2348799" y="2612233"/>
                  </a:lnTo>
                  <a:lnTo>
                    <a:pt x="2351643" y="2609393"/>
                  </a:lnTo>
                  <a:lnTo>
                    <a:pt x="2354488" y="2608683"/>
                  </a:lnTo>
                  <a:lnTo>
                    <a:pt x="2358044" y="2608683"/>
                  </a:lnTo>
                  <a:lnTo>
                    <a:pt x="2360889" y="2610103"/>
                  </a:lnTo>
                  <a:lnTo>
                    <a:pt x="2363734" y="2610103"/>
                  </a:lnTo>
                  <a:lnTo>
                    <a:pt x="2366579" y="2608683"/>
                  </a:lnTo>
                  <a:lnTo>
                    <a:pt x="2370135" y="2610813"/>
                  </a:lnTo>
                  <a:lnTo>
                    <a:pt x="2372980" y="2610813"/>
                  </a:lnTo>
                  <a:lnTo>
                    <a:pt x="2375825" y="2610813"/>
                  </a:lnTo>
                  <a:lnTo>
                    <a:pt x="2379381" y="2609393"/>
                  </a:lnTo>
                  <a:lnTo>
                    <a:pt x="2382226" y="2607263"/>
                  </a:lnTo>
                  <a:lnTo>
                    <a:pt x="2385071" y="2609393"/>
                  </a:lnTo>
                  <a:lnTo>
                    <a:pt x="2388627" y="2607973"/>
                  </a:lnTo>
                  <a:lnTo>
                    <a:pt x="2391472" y="2603714"/>
                  </a:lnTo>
                  <a:lnTo>
                    <a:pt x="2394317" y="2595877"/>
                  </a:lnTo>
                  <a:lnTo>
                    <a:pt x="2397873" y="2581679"/>
                  </a:lnTo>
                  <a:lnTo>
                    <a:pt x="2400718" y="2571741"/>
                  </a:lnTo>
                  <a:lnTo>
                    <a:pt x="2403562" y="2561093"/>
                  </a:lnTo>
                  <a:lnTo>
                    <a:pt x="2407119" y="2516370"/>
                  </a:lnTo>
                  <a:lnTo>
                    <a:pt x="2409963" y="2119450"/>
                  </a:lnTo>
                  <a:lnTo>
                    <a:pt x="2412808" y="1385268"/>
                  </a:lnTo>
                  <a:lnTo>
                    <a:pt x="2416364" y="1965386"/>
                  </a:lnTo>
                  <a:lnTo>
                    <a:pt x="2419209" y="2104542"/>
                  </a:lnTo>
                  <a:lnTo>
                    <a:pt x="2422054" y="2042763"/>
                  </a:lnTo>
                  <a:lnTo>
                    <a:pt x="2425610" y="2434714"/>
                  </a:lnTo>
                  <a:lnTo>
                    <a:pt x="2428455" y="2571031"/>
                  </a:lnTo>
                  <a:lnTo>
                    <a:pt x="2431300" y="2589488"/>
                  </a:lnTo>
                  <a:lnTo>
                    <a:pt x="2434856" y="2596587"/>
                  </a:lnTo>
                  <a:lnTo>
                    <a:pt x="2437701" y="2605134"/>
                  </a:lnTo>
                  <a:lnTo>
                    <a:pt x="2440546" y="2605844"/>
                  </a:lnTo>
                  <a:lnTo>
                    <a:pt x="2444102" y="2608683"/>
                  </a:lnTo>
                  <a:lnTo>
                    <a:pt x="2446947" y="2607973"/>
                  </a:lnTo>
                  <a:lnTo>
                    <a:pt x="2449792" y="2610103"/>
                  </a:lnTo>
                  <a:lnTo>
                    <a:pt x="2453348" y="2610103"/>
                  </a:lnTo>
                  <a:lnTo>
                    <a:pt x="2456193" y="2610103"/>
                  </a:lnTo>
                  <a:lnTo>
                    <a:pt x="2459038" y="2610103"/>
                  </a:lnTo>
                  <a:lnTo>
                    <a:pt x="2462594" y="2610813"/>
                  </a:lnTo>
                  <a:lnTo>
                    <a:pt x="2465439" y="2609393"/>
                  </a:lnTo>
                  <a:lnTo>
                    <a:pt x="2468283" y="2612942"/>
                  </a:lnTo>
                  <a:lnTo>
                    <a:pt x="2471840" y="2610813"/>
                  </a:lnTo>
                  <a:lnTo>
                    <a:pt x="2474684" y="2611523"/>
                  </a:lnTo>
                  <a:lnTo>
                    <a:pt x="2477529" y="2612942"/>
                  </a:lnTo>
                  <a:lnTo>
                    <a:pt x="2481114" y="2612942"/>
                  </a:lnTo>
                  <a:lnTo>
                    <a:pt x="2483959" y="2612942"/>
                  </a:lnTo>
                  <a:lnTo>
                    <a:pt x="2486804" y="2612942"/>
                  </a:lnTo>
                  <a:lnTo>
                    <a:pt x="2490360" y="2612942"/>
                  </a:lnTo>
                  <a:lnTo>
                    <a:pt x="2493205" y="2613652"/>
                  </a:lnTo>
                  <a:lnTo>
                    <a:pt x="2496050" y="2612233"/>
                  </a:lnTo>
                  <a:lnTo>
                    <a:pt x="2499606" y="2612942"/>
                  </a:lnTo>
                  <a:lnTo>
                    <a:pt x="2502450" y="2612233"/>
                  </a:lnTo>
                  <a:lnTo>
                    <a:pt x="2505295" y="2612942"/>
                  </a:lnTo>
                  <a:lnTo>
                    <a:pt x="2508851" y="2610813"/>
                  </a:lnTo>
                  <a:lnTo>
                    <a:pt x="2511696" y="2612942"/>
                  </a:lnTo>
                  <a:lnTo>
                    <a:pt x="2514541" y="2613652"/>
                  </a:lnTo>
                  <a:lnTo>
                    <a:pt x="2518097" y="2612942"/>
                  </a:lnTo>
                  <a:lnTo>
                    <a:pt x="2520942" y="2612233"/>
                  </a:lnTo>
                  <a:lnTo>
                    <a:pt x="2523787" y="2612942"/>
                  </a:lnTo>
                  <a:lnTo>
                    <a:pt x="2526632" y="2613652"/>
                  </a:lnTo>
                  <a:lnTo>
                    <a:pt x="2530188" y="2613652"/>
                  </a:lnTo>
                  <a:lnTo>
                    <a:pt x="2533033" y="2613652"/>
                  </a:lnTo>
                  <a:lnTo>
                    <a:pt x="2535878" y="2612942"/>
                  </a:lnTo>
                  <a:lnTo>
                    <a:pt x="2539434" y="2612942"/>
                  </a:lnTo>
                  <a:lnTo>
                    <a:pt x="2542279" y="2612942"/>
                  </a:lnTo>
                  <a:lnTo>
                    <a:pt x="2545124" y="2612942"/>
                  </a:lnTo>
                  <a:lnTo>
                    <a:pt x="2548680" y="2613652"/>
                  </a:lnTo>
                  <a:lnTo>
                    <a:pt x="2551525" y="2614362"/>
                  </a:lnTo>
                  <a:lnTo>
                    <a:pt x="2554370" y="2612942"/>
                  </a:lnTo>
                  <a:lnTo>
                    <a:pt x="2557926" y="2613652"/>
                  </a:lnTo>
                  <a:lnTo>
                    <a:pt x="2560771" y="2612233"/>
                  </a:lnTo>
                  <a:lnTo>
                    <a:pt x="2563615" y="2614362"/>
                  </a:lnTo>
                  <a:lnTo>
                    <a:pt x="2567171" y="2614362"/>
                  </a:lnTo>
                  <a:lnTo>
                    <a:pt x="2570016" y="2615072"/>
                  </a:lnTo>
                  <a:lnTo>
                    <a:pt x="2572861" y="2612942"/>
                  </a:lnTo>
                  <a:lnTo>
                    <a:pt x="2576417" y="2613652"/>
                  </a:lnTo>
                  <a:lnTo>
                    <a:pt x="2579262" y="2614362"/>
                  </a:lnTo>
                  <a:lnTo>
                    <a:pt x="2582107" y="2612233"/>
                  </a:lnTo>
                  <a:lnTo>
                    <a:pt x="2585663" y="2614362"/>
                  </a:lnTo>
                  <a:lnTo>
                    <a:pt x="2588508" y="2613652"/>
                  </a:lnTo>
                  <a:lnTo>
                    <a:pt x="2591353" y="2614362"/>
                  </a:lnTo>
                  <a:lnTo>
                    <a:pt x="2594909" y="2614362"/>
                  </a:lnTo>
                  <a:lnTo>
                    <a:pt x="2597754" y="2612233"/>
                  </a:lnTo>
                  <a:lnTo>
                    <a:pt x="2600599" y="2612233"/>
                  </a:lnTo>
                  <a:lnTo>
                    <a:pt x="2604155" y="2612233"/>
                  </a:lnTo>
                  <a:lnTo>
                    <a:pt x="2607000" y="2612233"/>
                  </a:lnTo>
                  <a:lnTo>
                    <a:pt x="2609845" y="2614362"/>
                  </a:lnTo>
                  <a:lnTo>
                    <a:pt x="2613401" y="2611523"/>
                  </a:lnTo>
                  <a:lnTo>
                    <a:pt x="2616246" y="2612942"/>
                  </a:lnTo>
                  <a:lnTo>
                    <a:pt x="2619091" y="2612942"/>
                  </a:lnTo>
                  <a:lnTo>
                    <a:pt x="2622647" y="2614362"/>
                  </a:lnTo>
                  <a:lnTo>
                    <a:pt x="2625492" y="2612942"/>
                  </a:lnTo>
                  <a:lnTo>
                    <a:pt x="2628336" y="2612942"/>
                  </a:lnTo>
                  <a:lnTo>
                    <a:pt x="2631893" y="2614362"/>
                  </a:lnTo>
                  <a:lnTo>
                    <a:pt x="2634737" y="2610813"/>
                  </a:lnTo>
                  <a:lnTo>
                    <a:pt x="2637582" y="2613652"/>
                  </a:lnTo>
                  <a:lnTo>
                    <a:pt x="2641157" y="2613652"/>
                  </a:lnTo>
                  <a:lnTo>
                    <a:pt x="2644002" y="2612233"/>
                  </a:lnTo>
                  <a:lnTo>
                    <a:pt x="2646847" y="2614362"/>
                  </a:lnTo>
                  <a:lnTo>
                    <a:pt x="2650403" y="2614362"/>
                  </a:lnTo>
                  <a:lnTo>
                    <a:pt x="2653248" y="2613652"/>
                  </a:lnTo>
                  <a:lnTo>
                    <a:pt x="2656093" y="2613652"/>
                  </a:lnTo>
                  <a:lnTo>
                    <a:pt x="2659649" y="2612233"/>
                  </a:lnTo>
                  <a:lnTo>
                    <a:pt x="2662494" y="2614362"/>
                  </a:lnTo>
                  <a:lnTo>
                    <a:pt x="2665339" y="2610813"/>
                  </a:lnTo>
                  <a:lnTo>
                    <a:pt x="2668895" y="2612942"/>
                  </a:lnTo>
                  <a:lnTo>
                    <a:pt x="2671740" y="2612942"/>
                  </a:lnTo>
                  <a:lnTo>
                    <a:pt x="2674585" y="2615072"/>
                  </a:lnTo>
                  <a:lnTo>
                    <a:pt x="2678141" y="2611523"/>
                  </a:lnTo>
                  <a:lnTo>
                    <a:pt x="2680986" y="2614362"/>
                  </a:lnTo>
                  <a:lnTo>
                    <a:pt x="2683831" y="2612942"/>
                  </a:lnTo>
                  <a:lnTo>
                    <a:pt x="2686675" y="2612942"/>
                  </a:lnTo>
                  <a:lnTo>
                    <a:pt x="2690232" y="2612942"/>
                  </a:lnTo>
                  <a:lnTo>
                    <a:pt x="2693076" y="2612942"/>
                  </a:lnTo>
                  <a:lnTo>
                    <a:pt x="2695921" y="2611523"/>
                  </a:lnTo>
                  <a:lnTo>
                    <a:pt x="2699477" y="2612233"/>
                  </a:lnTo>
                  <a:lnTo>
                    <a:pt x="2702322" y="2610813"/>
                  </a:lnTo>
                  <a:lnTo>
                    <a:pt x="2705167" y="2606554"/>
                  </a:lnTo>
                  <a:lnTo>
                    <a:pt x="2708723" y="2598716"/>
                  </a:lnTo>
                  <a:lnTo>
                    <a:pt x="2711568" y="2594457"/>
                  </a:lnTo>
                  <a:lnTo>
                    <a:pt x="2714413" y="2590198"/>
                  </a:lnTo>
                  <a:lnTo>
                    <a:pt x="2717969" y="2576710"/>
                  </a:lnTo>
                  <a:lnTo>
                    <a:pt x="2720814" y="2466659"/>
                  </a:lnTo>
                  <a:lnTo>
                    <a:pt x="2723659" y="2041343"/>
                  </a:lnTo>
                  <a:lnTo>
                    <a:pt x="2727215" y="2145006"/>
                  </a:lnTo>
                  <a:lnTo>
                    <a:pt x="2730060" y="2438973"/>
                  </a:lnTo>
                  <a:lnTo>
                    <a:pt x="2732905" y="2299808"/>
                  </a:lnTo>
                  <a:lnTo>
                    <a:pt x="2736461" y="2392121"/>
                  </a:lnTo>
                  <a:lnTo>
                    <a:pt x="2739306" y="2561093"/>
                  </a:lnTo>
                  <a:lnTo>
                    <a:pt x="2745707" y="2604424"/>
                  </a:lnTo>
                  <a:lnTo>
                    <a:pt x="2751396" y="2610103"/>
                  </a:lnTo>
                  <a:lnTo>
                    <a:pt x="2754953" y="2612942"/>
                  </a:lnTo>
                  <a:lnTo>
                    <a:pt x="2757797" y="2611523"/>
                  </a:lnTo>
                  <a:lnTo>
                    <a:pt x="2760642" y="2612942"/>
                  </a:lnTo>
                  <a:lnTo>
                    <a:pt x="2764198" y="2612942"/>
                  </a:lnTo>
                  <a:lnTo>
                    <a:pt x="2767043" y="2613652"/>
                  </a:lnTo>
                  <a:lnTo>
                    <a:pt x="2769888" y="2612233"/>
                  </a:lnTo>
                  <a:lnTo>
                    <a:pt x="2773444" y="2612233"/>
                  </a:lnTo>
                  <a:lnTo>
                    <a:pt x="2776289" y="2614362"/>
                  </a:lnTo>
                  <a:lnTo>
                    <a:pt x="2779134" y="2614362"/>
                  </a:lnTo>
                  <a:lnTo>
                    <a:pt x="2782690" y="2614362"/>
                  </a:lnTo>
                  <a:lnTo>
                    <a:pt x="2785535" y="2614362"/>
                  </a:lnTo>
                  <a:lnTo>
                    <a:pt x="2788380" y="2613652"/>
                  </a:lnTo>
                  <a:lnTo>
                    <a:pt x="2791936" y="2613652"/>
                  </a:lnTo>
                  <a:lnTo>
                    <a:pt x="2794781" y="2615072"/>
                  </a:lnTo>
                  <a:lnTo>
                    <a:pt x="2797626" y="2615072"/>
                  </a:lnTo>
                  <a:lnTo>
                    <a:pt x="2801210" y="2614362"/>
                  </a:lnTo>
                  <a:lnTo>
                    <a:pt x="2804055" y="2615782"/>
                  </a:lnTo>
                  <a:lnTo>
                    <a:pt x="2806900" y="2614362"/>
                  </a:lnTo>
                  <a:lnTo>
                    <a:pt x="2810456" y="2615072"/>
                  </a:lnTo>
                  <a:lnTo>
                    <a:pt x="2813301" y="2615782"/>
                  </a:lnTo>
                  <a:lnTo>
                    <a:pt x="2816146" y="2615782"/>
                  </a:lnTo>
                  <a:lnTo>
                    <a:pt x="2819702" y="2615072"/>
                  </a:lnTo>
                  <a:lnTo>
                    <a:pt x="2822547" y="2615782"/>
                  </a:lnTo>
                  <a:lnTo>
                    <a:pt x="2825392" y="2615782"/>
                  </a:lnTo>
                  <a:lnTo>
                    <a:pt x="2828948" y="2616492"/>
                  </a:lnTo>
                  <a:lnTo>
                    <a:pt x="2831793" y="2615782"/>
                  </a:lnTo>
                  <a:lnTo>
                    <a:pt x="2834638" y="2614362"/>
                  </a:lnTo>
                  <a:lnTo>
                    <a:pt x="2838194" y="2616492"/>
                  </a:lnTo>
                  <a:lnTo>
                    <a:pt x="2841039" y="2615782"/>
                  </a:lnTo>
                  <a:lnTo>
                    <a:pt x="2843883" y="2614362"/>
                  </a:lnTo>
                  <a:lnTo>
                    <a:pt x="2847440" y="2613652"/>
                  </a:lnTo>
                  <a:lnTo>
                    <a:pt x="2850284" y="2617202"/>
                  </a:lnTo>
                  <a:lnTo>
                    <a:pt x="2853129" y="2615072"/>
                  </a:lnTo>
                  <a:lnTo>
                    <a:pt x="2855974" y="2615782"/>
                  </a:lnTo>
                  <a:lnTo>
                    <a:pt x="2859530" y="2617202"/>
                  </a:lnTo>
                  <a:lnTo>
                    <a:pt x="2862375" y="2615072"/>
                  </a:lnTo>
                  <a:lnTo>
                    <a:pt x="2865220" y="2615072"/>
                  </a:lnTo>
                  <a:lnTo>
                    <a:pt x="2868776" y="2615072"/>
                  </a:lnTo>
                  <a:lnTo>
                    <a:pt x="2871621" y="2615072"/>
                  </a:lnTo>
                  <a:lnTo>
                    <a:pt x="2874466" y="2615782"/>
                  </a:lnTo>
                  <a:lnTo>
                    <a:pt x="2878022" y="2614362"/>
                  </a:lnTo>
                  <a:lnTo>
                    <a:pt x="2880867" y="2613652"/>
                  </a:lnTo>
                  <a:lnTo>
                    <a:pt x="2883712" y="2616492"/>
                  </a:lnTo>
                  <a:lnTo>
                    <a:pt x="2887268" y="2614362"/>
                  </a:lnTo>
                  <a:lnTo>
                    <a:pt x="2890113" y="2615072"/>
                  </a:lnTo>
                  <a:lnTo>
                    <a:pt x="2892958" y="2615782"/>
                  </a:lnTo>
                  <a:lnTo>
                    <a:pt x="2896514" y="2614362"/>
                  </a:lnTo>
                  <a:lnTo>
                    <a:pt x="2899359" y="2615072"/>
                  </a:lnTo>
                  <a:lnTo>
                    <a:pt x="2902203" y="2615072"/>
                  </a:lnTo>
                  <a:lnTo>
                    <a:pt x="2905760" y="2615782"/>
                  </a:lnTo>
                  <a:lnTo>
                    <a:pt x="2908604" y="2616492"/>
                  </a:lnTo>
                  <a:lnTo>
                    <a:pt x="2911449" y="2616492"/>
                  </a:lnTo>
                  <a:lnTo>
                    <a:pt x="2915005" y="2614362"/>
                  </a:lnTo>
                  <a:lnTo>
                    <a:pt x="2917850" y="2616492"/>
                  </a:lnTo>
                  <a:lnTo>
                    <a:pt x="2920695" y="2615782"/>
                  </a:lnTo>
                  <a:lnTo>
                    <a:pt x="2924251" y="2617202"/>
                  </a:lnTo>
                  <a:lnTo>
                    <a:pt x="2927096" y="2617202"/>
                  </a:lnTo>
                  <a:lnTo>
                    <a:pt x="2929941" y="2616492"/>
                  </a:lnTo>
                  <a:lnTo>
                    <a:pt x="2933497" y="2613652"/>
                  </a:lnTo>
                  <a:lnTo>
                    <a:pt x="2936342" y="2615782"/>
                  </a:lnTo>
                  <a:lnTo>
                    <a:pt x="2939187" y="2616492"/>
                  </a:lnTo>
                  <a:lnTo>
                    <a:pt x="2942743" y="2615782"/>
                  </a:lnTo>
                  <a:lnTo>
                    <a:pt x="2945588" y="2615782"/>
                  </a:lnTo>
                  <a:lnTo>
                    <a:pt x="2948433" y="2613652"/>
                  </a:lnTo>
                  <a:lnTo>
                    <a:pt x="2951989" y="2617202"/>
                  </a:lnTo>
                  <a:lnTo>
                    <a:pt x="2954834" y="2616492"/>
                  </a:lnTo>
                  <a:lnTo>
                    <a:pt x="2957679" y="2616492"/>
                  </a:lnTo>
                  <a:lnTo>
                    <a:pt x="2961263" y="2615072"/>
                  </a:lnTo>
                  <a:lnTo>
                    <a:pt x="2964108" y="2615782"/>
                  </a:lnTo>
                  <a:lnTo>
                    <a:pt x="2966953" y="2615072"/>
                  </a:lnTo>
                  <a:lnTo>
                    <a:pt x="2970509" y="2615782"/>
                  </a:lnTo>
                  <a:lnTo>
                    <a:pt x="2973354" y="2615782"/>
                  </a:lnTo>
                  <a:lnTo>
                    <a:pt x="2976199" y="2616492"/>
                  </a:lnTo>
                  <a:lnTo>
                    <a:pt x="2979755" y="2615782"/>
                  </a:lnTo>
                  <a:lnTo>
                    <a:pt x="2982600" y="2616492"/>
                  </a:lnTo>
                  <a:lnTo>
                    <a:pt x="2985445" y="2616492"/>
                  </a:lnTo>
                  <a:lnTo>
                    <a:pt x="2989001" y="2616492"/>
                  </a:lnTo>
                  <a:lnTo>
                    <a:pt x="2991846" y="2617202"/>
                  </a:lnTo>
                  <a:lnTo>
                    <a:pt x="2994691" y="2616492"/>
                  </a:lnTo>
                  <a:lnTo>
                    <a:pt x="2998247" y="2615782"/>
                  </a:lnTo>
                  <a:lnTo>
                    <a:pt x="3001092" y="2616492"/>
                  </a:lnTo>
                  <a:lnTo>
                    <a:pt x="3003936" y="2615782"/>
                  </a:lnTo>
                  <a:lnTo>
                    <a:pt x="3007492" y="2616492"/>
                  </a:lnTo>
                  <a:lnTo>
                    <a:pt x="3010337" y="2615072"/>
                  </a:lnTo>
                  <a:lnTo>
                    <a:pt x="3013182" y="2615782"/>
                  </a:lnTo>
                  <a:lnTo>
                    <a:pt x="3016027" y="2615782"/>
                  </a:lnTo>
                  <a:lnTo>
                    <a:pt x="3019583" y="2617202"/>
                  </a:lnTo>
                  <a:lnTo>
                    <a:pt x="3022428" y="2615782"/>
                  </a:lnTo>
                  <a:lnTo>
                    <a:pt x="3025273" y="2616492"/>
                  </a:lnTo>
                  <a:lnTo>
                    <a:pt x="3028829" y="2615782"/>
                  </a:lnTo>
                  <a:lnTo>
                    <a:pt x="3031674" y="2617912"/>
                  </a:lnTo>
                  <a:lnTo>
                    <a:pt x="3034519" y="2615782"/>
                  </a:lnTo>
                  <a:lnTo>
                    <a:pt x="3038075" y="2615072"/>
                  </a:lnTo>
                  <a:lnTo>
                    <a:pt x="3040920" y="2616492"/>
                  </a:lnTo>
                  <a:lnTo>
                    <a:pt x="3043765" y="2618622"/>
                  </a:lnTo>
                  <a:lnTo>
                    <a:pt x="3047321" y="2617912"/>
                  </a:lnTo>
                  <a:lnTo>
                    <a:pt x="3050166" y="2617202"/>
                  </a:lnTo>
                  <a:lnTo>
                    <a:pt x="3053011" y="2615072"/>
                  </a:lnTo>
                  <a:lnTo>
                    <a:pt x="3056567" y="2615072"/>
                  </a:lnTo>
                  <a:lnTo>
                    <a:pt x="3059412" y="2616492"/>
                  </a:lnTo>
                  <a:lnTo>
                    <a:pt x="3062256" y="2615782"/>
                  </a:lnTo>
                  <a:lnTo>
                    <a:pt x="3065813" y="2616492"/>
                  </a:lnTo>
                  <a:lnTo>
                    <a:pt x="3068657" y="2617202"/>
                  </a:lnTo>
                  <a:lnTo>
                    <a:pt x="3071502" y="2615782"/>
                  </a:lnTo>
                  <a:lnTo>
                    <a:pt x="3075058" y="2617202"/>
                  </a:lnTo>
                  <a:lnTo>
                    <a:pt x="3077903" y="2615782"/>
                  </a:lnTo>
                  <a:lnTo>
                    <a:pt x="3080748" y="2615782"/>
                  </a:lnTo>
                  <a:lnTo>
                    <a:pt x="3084304" y="2617202"/>
                  </a:lnTo>
                  <a:lnTo>
                    <a:pt x="3087149" y="2616492"/>
                  </a:lnTo>
                  <a:lnTo>
                    <a:pt x="3089994" y="2615782"/>
                  </a:lnTo>
                  <a:lnTo>
                    <a:pt x="3093550" y="2617202"/>
                  </a:lnTo>
                  <a:lnTo>
                    <a:pt x="3096395" y="2617202"/>
                  </a:lnTo>
                  <a:lnTo>
                    <a:pt x="3099240" y="2616492"/>
                  </a:lnTo>
                  <a:lnTo>
                    <a:pt x="3102796" y="2617202"/>
                  </a:lnTo>
                  <a:lnTo>
                    <a:pt x="3105641" y="2615782"/>
                  </a:lnTo>
                  <a:lnTo>
                    <a:pt x="3108486" y="2617912"/>
                  </a:lnTo>
                  <a:lnTo>
                    <a:pt x="3112042" y="2617202"/>
                  </a:lnTo>
                  <a:lnTo>
                    <a:pt x="3114887" y="2615072"/>
                  </a:lnTo>
                  <a:lnTo>
                    <a:pt x="3117732" y="2617202"/>
                  </a:lnTo>
                  <a:lnTo>
                    <a:pt x="3121307" y="2617202"/>
                  </a:lnTo>
                  <a:lnTo>
                    <a:pt x="3124152" y="2616492"/>
                  </a:lnTo>
                  <a:lnTo>
                    <a:pt x="3126996" y="2615782"/>
                  </a:lnTo>
                  <a:lnTo>
                    <a:pt x="3130552" y="2617202"/>
                  </a:lnTo>
                  <a:lnTo>
                    <a:pt x="3133397" y="2617202"/>
                  </a:lnTo>
                  <a:lnTo>
                    <a:pt x="3136242" y="2617202"/>
                  </a:lnTo>
                  <a:lnTo>
                    <a:pt x="3139798" y="2616492"/>
                  </a:lnTo>
                  <a:lnTo>
                    <a:pt x="3142643" y="2616492"/>
                  </a:lnTo>
                  <a:lnTo>
                    <a:pt x="3145488" y="2615782"/>
                  </a:lnTo>
                  <a:lnTo>
                    <a:pt x="3149044" y="2617202"/>
                  </a:lnTo>
                  <a:lnTo>
                    <a:pt x="3151889" y="2616492"/>
                  </a:lnTo>
                  <a:lnTo>
                    <a:pt x="3154734" y="2615782"/>
                  </a:lnTo>
                  <a:lnTo>
                    <a:pt x="3158290" y="2614362"/>
                  </a:lnTo>
                  <a:lnTo>
                    <a:pt x="3161135" y="2615072"/>
                  </a:lnTo>
                  <a:lnTo>
                    <a:pt x="3163980" y="2617202"/>
                  </a:lnTo>
                  <a:lnTo>
                    <a:pt x="3167536" y="2617912"/>
                  </a:lnTo>
                  <a:lnTo>
                    <a:pt x="3170381" y="2615782"/>
                  </a:lnTo>
                  <a:lnTo>
                    <a:pt x="3173226" y="2617912"/>
                  </a:lnTo>
                  <a:lnTo>
                    <a:pt x="3176071" y="2616492"/>
                  </a:lnTo>
                  <a:lnTo>
                    <a:pt x="3179627" y="2617202"/>
                  </a:lnTo>
                  <a:lnTo>
                    <a:pt x="3182472" y="2616492"/>
                  </a:lnTo>
                  <a:lnTo>
                    <a:pt x="3185316" y="2615072"/>
                  </a:lnTo>
                  <a:lnTo>
                    <a:pt x="3188873" y="2617912"/>
                  </a:lnTo>
                  <a:lnTo>
                    <a:pt x="3191717" y="2616492"/>
                  </a:lnTo>
                  <a:lnTo>
                    <a:pt x="3194562" y="2617202"/>
                  </a:lnTo>
                  <a:lnTo>
                    <a:pt x="3198118" y="2616492"/>
                  </a:lnTo>
                  <a:lnTo>
                    <a:pt x="3200963" y="2616492"/>
                  </a:lnTo>
                  <a:lnTo>
                    <a:pt x="3203808" y="2617202"/>
                  </a:lnTo>
                  <a:lnTo>
                    <a:pt x="3207364" y="2616492"/>
                  </a:lnTo>
                  <a:lnTo>
                    <a:pt x="3210209" y="2615782"/>
                  </a:lnTo>
                  <a:lnTo>
                    <a:pt x="3213054" y="2616492"/>
                  </a:lnTo>
                  <a:lnTo>
                    <a:pt x="3216610" y="2617202"/>
                  </a:lnTo>
                  <a:lnTo>
                    <a:pt x="3219455" y="2615782"/>
                  </a:lnTo>
                  <a:lnTo>
                    <a:pt x="3222300" y="2617202"/>
                  </a:lnTo>
                  <a:lnTo>
                    <a:pt x="3225856" y="2615782"/>
                  </a:lnTo>
                  <a:lnTo>
                    <a:pt x="3228701" y="2617202"/>
                  </a:lnTo>
                  <a:lnTo>
                    <a:pt x="3231546" y="2615782"/>
                  </a:lnTo>
                  <a:lnTo>
                    <a:pt x="3235102" y="2615782"/>
                  </a:lnTo>
                  <a:lnTo>
                    <a:pt x="3237947" y="2616492"/>
                  </a:lnTo>
                  <a:lnTo>
                    <a:pt x="3240792" y="2616492"/>
                  </a:lnTo>
                  <a:lnTo>
                    <a:pt x="3244348" y="2616492"/>
                  </a:lnTo>
                  <a:lnTo>
                    <a:pt x="3247193" y="2617912"/>
                  </a:lnTo>
                  <a:lnTo>
                    <a:pt x="3250037" y="2616492"/>
                  </a:lnTo>
                  <a:lnTo>
                    <a:pt x="3253594" y="2617202"/>
                  </a:lnTo>
                  <a:lnTo>
                    <a:pt x="3256438" y="2616492"/>
                  </a:lnTo>
                  <a:lnTo>
                    <a:pt x="3259283" y="2616492"/>
                  </a:lnTo>
                  <a:lnTo>
                    <a:pt x="3262839" y="2617202"/>
                  </a:lnTo>
                  <a:lnTo>
                    <a:pt x="3265684" y="2616492"/>
                  </a:lnTo>
                  <a:lnTo>
                    <a:pt x="3268529" y="2615072"/>
                  </a:lnTo>
                  <a:lnTo>
                    <a:pt x="3272085" y="2614362"/>
                  </a:lnTo>
                  <a:lnTo>
                    <a:pt x="3274930" y="2614362"/>
                  </a:lnTo>
                  <a:lnTo>
                    <a:pt x="3277775" y="2612942"/>
                  </a:lnTo>
                  <a:lnTo>
                    <a:pt x="3281350" y="2612233"/>
                  </a:lnTo>
                  <a:lnTo>
                    <a:pt x="3284195" y="2609393"/>
                  </a:lnTo>
                  <a:lnTo>
                    <a:pt x="3287040" y="2607973"/>
                  </a:lnTo>
                  <a:lnTo>
                    <a:pt x="3290596" y="2598716"/>
                  </a:lnTo>
                  <a:lnTo>
                    <a:pt x="3293441" y="2545475"/>
                  </a:lnTo>
                  <a:lnTo>
                    <a:pt x="3296286" y="2389991"/>
                  </a:lnTo>
                  <a:lnTo>
                    <a:pt x="3299842" y="2471628"/>
                  </a:lnTo>
                  <a:lnTo>
                    <a:pt x="3302687" y="2579550"/>
                  </a:lnTo>
                  <a:lnTo>
                    <a:pt x="3305532" y="2532697"/>
                  </a:lnTo>
                  <a:lnTo>
                    <a:pt x="3309088" y="2500752"/>
                  </a:lnTo>
                  <a:lnTo>
                    <a:pt x="3311933" y="2580969"/>
                  </a:lnTo>
                  <a:lnTo>
                    <a:pt x="3314777" y="2608683"/>
                  </a:lnTo>
                  <a:lnTo>
                    <a:pt x="3318334" y="2612942"/>
                  </a:lnTo>
                  <a:lnTo>
                    <a:pt x="3321178" y="2612942"/>
                  </a:lnTo>
                  <a:lnTo>
                    <a:pt x="3324023" y="2615072"/>
                  </a:lnTo>
                  <a:lnTo>
                    <a:pt x="3327579" y="2616492"/>
                  </a:lnTo>
                  <a:lnTo>
                    <a:pt x="3330424" y="2615782"/>
                  </a:lnTo>
                  <a:lnTo>
                    <a:pt x="3333269" y="2617202"/>
                  </a:lnTo>
                  <a:lnTo>
                    <a:pt x="3336114" y="2615782"/>
                  </a:lnTo>
                  <a:lnTo>
                    <a:pt x="3339670" y="2614362"/>
                  </a:lnTo>
                  <a:lnTo>
                    <a:pt x="3342515" y="2617202"/>
                  </a:lnTo>
                  <a:lnTo>
                    <a:pt x="3345360" y="2615782"/>
                  </a:lnTo>
                  <a:lnTo>
                    <a:pt x="3348916" y="2615072"/>
                  </a:lnTo>
                  <a:lnTo>
                    <a:pt x="3351761" y="2615782"/>
                  </a:lnTo>
                  <a:lnTo>
                    <a:pt x="3354606" y="2617202"/>
                  </a:lnTo>
                  <a:lnTo>
                    <a:pt x="3358162" y="2616492"/>
                  </a:lnTo>
                  <a:lnTo>
                    <a:pt x="3361007" y="2617202"/>
                  </a:lnTo>
                  <a:lnTo>
                    <a:pt x="3363852" y="2617202"/>
                  </a:lnTo>
                  <a:lnTo>
                    <a:pt x="3367408" y="2617202"/>
                  </a:lnTo>
                  <a:lnTo>
                    <a:pt x="3370253" y="2615782"/>
                  </a:lnTo>
                  <a:lnTo>
                    <a:pt x="3373097" y="2615072"/>
                  </a:lnTo>
                  <a:lnTo>
                    <a:pt x="3376654" y="2617202"/>
                  </a:lnTo>
                  <a:lnTo>
                    <a:pt x="3379498" y="2617202"/>
                  </a:lnTo>
                  <a:lnTo>
                    <a:pt x="3382343" y="2617912"/>
                  </a:lnTo>
                  <a:lnTo>
                    <a:pt x="3385899" y="2616492"/>
                  </a:lnTo>
                  <a:lnTo>
                    <a:pt x="3388744" y="2616492"/>
                  </a:lnTo>
                  <a:lnTo>
                    <a:pt x="3391589" y="2615782"/>
                  </a:lnTo>
                  <a:lnTo>
                    <a:pt x="3395145" y="2617912"/>
                  </a:lnTo>
                  <a:lnTo>
                    <a:pt x="3397990" y="2615782"/>
                  </a:lnTo>
                  <a:lnTo>
                    <a:pt x="3400835" y="2617202"/>
                  </a:lnTo>
                  <a:lnTo>
                    <a:pt x="3404391" y="2618622"/>
                  </a:lnTo>
                  <a:lnTo>
                    <a:pt x="3407236" y="2614362"/>
                  </a:lnTo>
                  <a:lnTo>
                    <a:pt x="3410081" y="2615072"/>
                  </a:lnTo>
                  <a:lnTo>
                    <a:pt x="3413637" y="2616492"/>
                  </a:lnTo>
                  <a:lnTo>
                    <a:pt x="3416482" y="2615782"/>
                  </a:lnTo>
                  <a:lnTo>
                    <a:pt x="3419327" y="2617202"/>
                  </a:lnTo>
                  <a:lnTo>
                    <a:pt x="3422883" y="2616492"/>
                  </a:lnTo>
                  <a:lnTo>
                    <a:pt x="3425728" y="2616492"/>
                  </a:lnTo>
                  <a:lnTo>
                    <a:pt x="3428573" y="2615072"/>
                  </a:lnTo>
                  <a:lnTo>
                    <a:pt x="3432129" y="2616492"/>
                  </a:lnTo>
                  <a:lnTo>
                    <a:pt x="3434974" y="2617912"/>
                  </a:lnTo>
                  <a:lnTo>
                    <a:pt x="3437818" y="2616492"/>
                  </a:lnTo>
                  <a:lnTo>
                    <a:pt x="3441403" y="2615782"/>
                  </a:lnTo>
                  <a:lnTo>
                    <a:pt x="3444248" y="2616492"/>
                  </a:lnTo>
                  <a:lnTo>
                    <a:pt x="3447093" y="2617202"/>
                  </a:lnTo>
                  <a:lnTo>
                    <a:pt x="3450649" y="2617202"/>
                  </a:lnTo>
                  <a:lnTo>
                    <a:pt x="3453494" y="2615782"/>
                  </a:lnTo>
                  <a:lnTo>
                    <a:pt x="3456339" y="2617912"/>
                  </a:lnTo>
                  <a:lnTo>
                    <a:pt x="3459895" y="2615072"/>
                  </a:lnTo>
                  <a:lnTo>
                    <a:pt x="3462740" y="2615072"/>
                  </a:lnTo>
                  <a:lnTo>
                    <a:pt x="3465584" y="2616492"/>
                  </a:lnTo>
                  <a:lnTo>
                    <a:pt x="3469141" y="2615782"/>
                  </a:lnTo>
                  <a:lnTo>
                    <a:pt x="3471985" y="2617912"/>
                  </a:lnTo>
                  <a:lnTo>
                    <a:pt x="3474830" y="2615782"/>
                  </a:lnTo>
                  <a:lnTo>
                    <a:pt x="3478386" y="2616492"/>
                  </a:lnTo>
                  <a:lnTo>
                    <a:pt x="3481231" y="2617912"/>
                  </a:lnTo>
                  <a:lnTo>
                    <a:pt x="3484076" y="2617202"/>
                  </a:lnTo>
                  <a:lnTo>
                    <a:pt x="3487632" y="2617202"/>
                  </a:lnTo>
                  <a:lnTo>
                    <a:pt x="3490477" y="2616492"/>
                  </a:lnTo>
                  <a:lnTo>
                    <a:pt x="3493322" y="2615072"/>
                  </a:lnTo>
                  <a:lnTo>
                    <a:pt x="3496878" y="2617202"/>
                  </a:lnTo>
                  <a:lnTo>
                    <a:pt x="3499723" y="2618622"/>
                  </a:lnTo>
                  <a:lnTo>
                    <a:pt x="3502568" y="2615072"/>
                  </a:lnTo>
                  <a:lnTo>
                    <a:pt x="3505413" y="2616492"/>
                  </a:lnTo>
                  <a:lnTo>
                    <a:pt x="3508969" y="2617202"/>
                  </a:lnTo>
                  <a:lnTo>
                    <a:pt x="3511814" y="2616492"/>
                  </a:lnTo>
                  <a:lnTo>
                    <a:pt x="3514659" y="2617202"/>
                  </a:lnTo>
                  <a:lnTo>
                    <a:pt x="3518215" y="2615072"/>
                  </a:lnTo>
                  <a:lnTo>
                    <a:pt x="3521060" y="2615782"/>
                  </a:lnTo>
                  <a:lnTo>
                    <a:pt x="3523905" y="2615782"/>
                  </a:lnTo>
                  <a:lnTo>
                    <a:pt x="3527461" y="2616492"/>
                  </a:lnTo>
                  <a:lnTo>
                    <a:pt x="3530306" y="2615072"/>
                  </a:lnTo>
                  <a:lnTo>
                    <a:pt x="3533150" y="2614362"/>
                  </a:lnTo>
                  <a:lnTo>
                    <a:pt x="3536706" y="2613652"/>
                  </a:lnTo>
                  <a:lnTo>
                    <a:pt x="3539551" y="2612233"/>
                  </a:lnTo>
                  <a:lnTo>
                    <a:pt x="3542396" y="2608683"/>
                  </a:lnTo>
                  <a:lnTo>
                    <a:pt x="3545952" y="2605844"/>
                  </a:lnTo>
                  <a:lnTo>
                    <a:pt x="3548797" y="2602294"/>
                  </a:lnTo>
                  <a:lnTo>
                    <a:pt x="3551642" y="2599426"/>
                  </a:lnTo>
                  <a:lnTo>
                    <a:pt x="3555198" y="2594457"/>
                  </a:lnTo>
                  <a:lnTo>
                    <a:pt x="3558043" y="2579550"/>
                  </a:lnTo>
                  <a:lnTo>
                    <a:pt x="3560888" y="2462400"/>
                  </a:lnTo>
                  <a:lnTo>
                    <a:pt x="3564444" y="2021467"/>
                  </a:lnTo>
                  <a:lnTo>
                    <a:pt x="3567289" y="2139326"/>
                  </a:lnTo>
                  <a:lnTo>
                    <a:pt x="3570134" y="2496493"/>
                  </a:lnTo>
                  <a:lnTo>
                    <a:pt x="3573690" y="2487246"/>
                  </a:lnTo>
                  <a:lnTo>
                    <a:pt x="3576535" y="2288450"/>
                  </a:lnTo>
                  <a:lnTo>
                    <a:pt x="3579380" y="2414127"/>
                  </a:lnTo>
                  <a:lnTo>
                    <a:pt x="3582936" y="2570321"/>
                  </a:lnTo>
                  <a:lnTo>
                    <a:pt x="3585781" y="2598007"/>
                  </a:lnTo>
                  <a:lnTo>
                    <a:pt x="3588626" y="2606554"/>
                  </a:lnTo>
                  <a:lnTo>
                    <a:pt x="3592182" y="2609393"/>
                  </a:lnTo>
                  <a:lnTo>
                    <a:pt x="3595027" y="2612233"/>
                  </a:lnTo>
                  <a:lnTo>
                    <a:pt x="3597871" y="2613652"/>
                  </a:lnTo>
                  <a:lnTo>
                    <a:pt x="3601446" y="2615072"/>
                  </a:lnTo>
                  <a:lnTo>
                    <a:pt x="3604291" y="2615782"/>
                  </a:lnTo>
                  <a:lnTo>
                    <a:pt x="3607136" y="2615782"/>
                  </a:lnTo>
                  <a:lnTo>
                    <a:pt x="3610692" y="2616492"/>
                  </a:lnTo>
                  <a:lnTo>
                    <a:pt x="3613537" y="2617202"/>
                  </a:lnTo>
                  <a:lnTo>
                    <a:pt x="3616382" y="2616492"/>
                  </a:lnTo>
                  <a:lnTo>
                    <a:pt x="3619938" y="2616492"/>
                  </a:lnTo>
                  <a:lnTo>
                    <a:pt x="3622783" y="2616492"/>
                  </a:lnTo>
                  <a:lnTo>
                    <a:pt x="3625628" y="2616492"/>
                  </a:lnTo>
                  <a:lnTo>
                    <a:pt x="3629184" y="2614362"/>
                  </a:lnTo>
                  <a:lnTo>
                    <a:pt x="3632029" y="2616492"/>
                  </a:lnTo>
                  <a:lnTo>
                    <a:pt x="3634874" y="2617202"/>
                  </a:lnTo>
                  <a:lnTo>
                    <a:pt x="3638430" y="2616492"/>
                  </a:lnTo>
                  <a:lnTo>
                    <a:pt x="3641275" y="2616492"/>
                  </a:lnTo>
                  <a:lnTo>
                    <a:pt x="3644120" y="2617202"/>
                  </a:lnTo>
                  <a:lnTo>
                    <a:pt x="3647676" y="2617912"/>
                  </a:lnTo>
                  <a:lnTo>
                    <a:pt x="3650521" y="2615782"/>
                  </a:lnTo>
                  <a:lnTo>
                    <a:pt x="3653366" y="2615072"/>
                  </a:lnTo>
                  <a:lnTo>
                    <a:pt x="3656922" y="2617912"/>
                  </a:lnTo>
                  <a:lnTo>
                    <a:pt x="3659766" y="2615782"/>
                  </a:lnTo>
                  <a:lnTo>
                    <a:pt x="3662611" y="2616492"/>
                  </a:lnTo>
                  <a:lnTo>
                    <a:pt x="3665456" y="2617202"/>
                  </a:lnTo>
                  <a:lnTo>
                    <a:pt x="3669012" y="2617202"/>
                  </a:lnTo>
                  <a:lnTo>
                    <a:pt x="3671857" y="2616492"/>
                  </a:lnTo>
                  <a:lnTo>
                    <a:pt x="3674702" y="2616492"/>
                  </a:lnTo>
                  <a:lnTo>
                    <a:pt x="3678258" y="2615072"/>
                  </a:lnTo>
                  <a:lnTo>
                    <a:pt x="3681103" y="2615782"/>
                  </a:lnTo>
                  <a:lnTo>
                    <a:pt x="3683948" y="2617912"/>
                  </a:lnTo>
                  <a:lnTo>
                    <a:pt x="3687504" y="2616492"/>
                  </a:lnTo>
                  <a:lnTo>
                    <a:pt x="3690349" y="2617202"/>
                  </a:lnTo>
                  <a:lnTo>
                    <a:pt x="3693194" y="2617202"/>
                  </a:lnTo>
                  <a:lnTo>
                    <a:pt x="3696750" y="2616492"/>
                  </a:lnTo>
                  <a:lnTo>
                    <a:pt x="3699595" y="2617912"/>
                  </a:lnTo>
                  <a:lnTo>
                    <a:pt x="3702440" y="2615782"/>
                  </a:lnTo>
                  <a:lnTo>
                    <a:pt x="3705996" y="2617912"/>
                  </a:lnTo>
                  <a:lnTo>
                    <a:pt x="3708841" y="2616492"/>
                  </a:lnTo>
                  <a:lnTo>
                    <a:pt x="3711686" y="2615782"/>
                  </a:lnTo>
                  <a:lnTo>
                    <a:pt x="3715242" y="2617912"/>
                  </a:lnTo>
                  <a:lnTo>
                    <a:pt x="3718087" y="2617912"/>
                  </a:lnTo>
                  <a:lnTo>
                    <a:pt x="3720931" y="2616492"/>
                  </a:lnTo>
                  <a:lnTo>
                    <a:pt x="3724488" y="2617202"/>
                  </a:lnTo>
                  <a:lnTo>
                    <a:pt x="3727332" y="2617202"/>
                  </a:lnTo>
                  <a:lnTo>
                    <a:pt x="3730177" y="2616492"/>
                  </a:lnTo>
                  <a:lnTo>
                    <a:pt x="3733733" y="2615782"/>
                  </a:lnTo>
                  <a:lnTo>
                    <a:pt x="3736578" y="2615782"/>
                  </a:lnTo>
                  <a:lnTo>
                    <a:pt x="3739423" y="2615782"/>
                  </a:lnTo>
                  <a:lnTo>
                    <a:pt x="3742979" y="2616492"/>
                  </a:lnTo>
                  <a:lnTo>
                    <a:pt x="3745824" y="2615782"/>
                  </a:lnTo>
                  <a:lnTo>
                    <a:pt x="3748669" y="2616492"/>
                  </a:lnTo>
                  <a:lnTo>
                    <a:pt x="3752225" y="2616492"/>
                  </a:lnTo>
                  <a:lnTo>
                    <a:pt x="3755070" y="2616492"/>
                  </a:lnTo>
                  <a:lnTo>
                    <a:pt x="3757915" y="2617912"/>
                  </a:lnTo>
                  <a:lnTo>
                    <a:pt x="3761499" y="2616492"/>
                  </a:lnTo>
                  <a:lnTo>
                    <a:pt x="3764344" y="2617202"/>
                  </a:lnTo>
                  <a:lnTo>
                    <a:pt x="3767189" y="2618622"/>
                  </a:lnTo>
                  <a:lnTo>
                    <a:pt x="3770745" y="2617202"/>
                  </a:lnTo>
                  <a:lnTo>
                    <a:pt x="3773590" y="2617202"/>
                  </a:lnTo>
                  <a:lnTo>
                    <a:pt x="3776435" y="2615782"/>
                  </a:lnTo>
                  <a:lnTo>
                    <a:pt x="3779991" y="2616492"/>
                  </a:lnTo>
                  <a:lnTo>
                    <a:pt x="3782836" y="2616492"/>
                  </a:lnTo>
                  <a:lnTo>
                    <a:pt x="3785681" y="2617202"/>
                  </a:lnTo>
                  <a:lnTo>
                    <a:pt x="3789237" y="2616492"/>
                  </a:lnTo>
                  <a:lnTo>
                    <a:pt x="3792082" y="2615782"/>
                  </a:lnTo>
                  <a:lnTo>
                    <a:pt x="3794927" y="2615072"/>
                  </a:lnTo>
                  <a:lnTo>
                    <a:pt x="3798483" y="2615072"/>
                  </a:lnTo>
                  <a:lnTo>
                    <a:pt x="3801328" y="2615072"/>
                  </a:lnTo>
                  <a:lnTo>
                    <a:pt x="3804173" y="2611523"/>
                  </a:lnTo>
                  <a:lnTo>
                    <a:pt x="3807729" y="2608683"/>
                  </a:lnTo>
                  <a:lnTo>
                    <a:pt x="3819819" y="2564642"/>
                  </a:lnTo>
                  <a:lnTo>
                    <a:pt x="3822664" y="2350919"/>
                  </a:lnTo>
                  <a:lnTo>
                    <a:pt x="3825509" y="2174139"/>
                  </a:lnTo>
                  <a:lnTo>
                    <a:pt x="3829065" y="2458850"/>
                  </a:lnTo>
                  <a:lnTo>
                    <a:pt x="3831910" y="2562512"/>
                  </a:lnTo>
                  <a:lnTo>
                    <a:pt x="3834755" y="2497203"/>
                  </a:lnTo>
                  <a:lnTo>
                    <a:pt x="3838311" y="2385732"/>
                  </a:lnTo>
                  <a:lnTo>
                    <a:pt x="3841156" y="2512110"/>
                  </a:lnTo>
                  <a:lnTo>
                    <a:pt x="3844001" y="2590908"/>
                  </a:lnTo>
                  <a:lnTo>
                    <a:pt x="3847557" y="2604424"/>
                  </a:lnTo>
                  <a:lnTo>
                    <a:pt x="3850402" y="2609393"/>
                  </a:lnTo>
                  <a:lnTo>
                    <a:pt x="3853247" y="2613652"/>
                  </a:lnTo>
                  <a:lnTo>
                    <a:pt x="3856803" y="2613652"/>
                  </a:lnTo>
                  <a:lnTo>
                    <a:pt x="3859648" y="2615072"/>
                  </a:lnTo>
                  <a:lnTo>
                    <a:pt x="3862493" y="2616492"/>
                  </a:lnTo>
                  <a:lnTo>
                    <a:pt x="3866049" y="2616492"/>
                  </a:lnTo>
                  <a:lnTo>
                    <a:pt x="3868894" y="2616492"/>
                  </a:lnTo>
                  <a:lnTo>
                    <a:pt x="3871738" y="2616492"/>
                  </a:lnTo>
                  <a:lnTo>
                    <a:pt x="3875295" y="2615782"/>
                  </a:lnTo>
                  <a:lnTo>
                    <a:pt x="3878139" y="2615782"/>
                  </a:lnTo>
                  <a:lnTo>
                    <a:pt x="3880984" y="2618622"/>
                  </a:lnTo>
                  <a:lnTo>
                    <a:pt x="3884540" y="2616492"/>
                  </a:lnTo>
                  <a:lnTo>
                    <a:pt x="3887385" y="2616492"/>
                  </a:lnTo>
                  <a:lnTo>
                    <a:pt x="3890230" y="2617912"/>
                  </a:lnTo>
                  <a:lnTo>
                    <a:pt x="3893786" y="2615782"/>
                  </a:lnTo>
                  <a:lnTo>
                    <a:pt x="3896631" y="2617912"/>
                  </a:lnTo>
                  <a:lnTo>
                    <a:pt x="3899476" y="2616492"/>
                  </a:lnTo>
                  <a:lnTo>
                    <a:pt x="3903032" y="2617202"/>
                  </a:lnTo>
                  <a:lnTo>
                    <a:pt x="3905877" y="2615782"/>
                  </a:lnTo>
                  <a:lnTo>
                    <a:pt x="3908722" y="2617202"/>
                  </a:lnTo>
                  <a:lnTo>
                    <a:pt x="3912278" y="2617202"/>
                  </a:lnTo>
                  <a:lnTo>
                    <a:pt x="3915123" y="2617202"/>
                  </a:lnTo>
                  <a:lnTo>
                    <a:pt x="3917968" y="2616492"/>
                  </a:lnTo>
                  <a:lnTo>
                    <a:pt x="3921552" y="2617912"/>
                  </a:lnTo>
                  <a:lnTo>
                    <a:pt x="3924397" y="2617202"/>
                  </a:lnTo>
                  <a:lnTo>
                    <a:pt x="3927242" y="2618622"/>
                  </a:lnTo>
                  <a:lnTo>
                    <a:pt x="3930798" y="2617912"/>
                  </a:lnTo>
                  <a:lnTo>
                    <a:pt x="3933643" y="2616492"/>
                  </a:lnTo>
                  <a:lnTo>
                    <a:pt x="3936488" y="2618622"/>
                  </a:lnTo>
                  <a:lnTo>
                    <a:pt x="3940044" y="2617912"/>
                  </a:lnTo>
                  <a:lnTo>
                    <a:pt x="3942889" y="2618622"/>
                  </a:lnTo>
                  <a:lnTo>
                    <a:pt x="3945734" y="2618622"/>
                  </a:lnTo>
                  <a:lnTo>
                    <a:pt x="3949290" y="2617912"/>
                  </a:lnTo>
                  <a:lnTo>
                    <a:pt x="3952135" y="2617202"/>
                  </a:lnTo>
                  <a:lnTo>
                    <a:pt x="3954980" y="2616492"/>
                  </a:lnTo>
                  <a:lnTo>
                    <a:pt x="3958536" y="2617202"/>
                  </a:lnTo>
                  <a:lnTo>
                    <a:pt x="3961381" y="2615782"/>
                  </a:lnTo>
                  <a:lnTo>
                    <a:pt x="3964226" y="2617202"/>
                  </a:lnTo>
                  <a:lnTo>
                    <a:pt x="3967782" y="2616492"/>
                  </a:lnTo>
                  <a:lnTo>
                    <a:pt x="3970626" y="2617912"/>
                  </a:lnTo>
                  <a:lnTo>
                    <a:pt x="3973471" y="2617202"/>
                  </a:lnTo>
                  <a:lnTo>
                    <a:pt x="3977027" y="2617202"/>
                  </a:lnTo>
                  <a:lnTo>
                    <a:pt x="3979872" y="2617912"/>
                  </a:lnTo>
                  <a:lnTo>
                    <a:pt x="3982717" y="2617202"/>
                  </a:lnTo>
                  <a:lnTo>
                    <a:pt x="3986273" y="2617202"/>
                  </a:lnTo>
                  <a:lnTo>
                    <a:pt x="3989118" y="2617912"/>
                  </a:lnTo>
                  <a:lnTo>
                    <a:pt x="3991963" y="2617912"/>
                  </a:lnTo>
                  <a:lnTo>
                    <a:pt x="3994808" y="2616492"/>
                  </a:lnTo>
                  <a:lnTo>
                    <a:pt x="3998364" y="2617912"/>
                  </a:lnTo>
                  <a:lnTo>
                    <a:pt x="4001209" y="2616492"/>
                  </a:lnTo>
                  <a:lnTo>
                    <a:pt x="4004054" y="2619331"/>
                  </a:lnTo>
                  <a:lnTo>
                    <a:pt x="4007610" y="2616492"/>
                  </a:lnTo>
                  <a:lnTo>
                    <a:pt x="4010455" y="2617912"/>
                  </a:lnTo>
                  <a:lnTo>
                    <a:pt x="4013300" y="2617202"/>
                  </a:lnTo>
                  <a:lnTo>
                    <a:pt x="4016856" y="2617202"/>
                  </a:lnTo>
                  <a:lnTo>
                    <a:pt x="4019701" y="2617912"/>
                  </a:lnTo>
                  <a:lnTo>
                    <a:pt x="4022546" y="2617202"/>
                  </a:lnTo>
                  <a:lnTo>
                    <a:pt x="4026102" y="2617202"/>
                  </a:lnTo>
                  <a:lnTo>
                    <a:pt x="4028947" y="2617912"/>
                  </a:lnTo>
                  <a:lnTo>
                    <a:pt x="4031791" y="2617912"/>
                  </a:lnTo>
                  <a:lnTo>
                    <a:pt x="4035348" y="2617202"/>
                  </a:lnTo>
                  <a:lnTo>
                    <a:pt x="4038192" y="2615782"/>
                  </a:lnTo>
                  <a:lnTo>
                    <a:pt x="4041037" y="2617202"/>
                  </a:lnTo>
                  <a:lnTo>
                    <a:pt x="4044593" y="2617202"/>
                  </a:lnTo>
                  <a:lnTo>
                    <a:pt x="4047438" y="2616492"/>
                  </a:lnTo>
                  <a:lnTo>
                    <a:pt x="4050283" y="2616492"/>
                  </a:lnTo>
                  <a:lnTo>
                    <a:pt x="4053839" y="2614362"/>
                  </a:lnTo>
                  <a:lnTo>
                    <a:pt x="4056684" y="2614362"/>
                  </a:lnTo>
                  <a:lnTo>
                    <a:pt x="4059529" y="2612233"/>
                  </a:lnTo>
                  <a:lnTo>
                    <a:pt x="4075176" y="2532697"/>
                  </a:lnTo>
                  <a:lnTo>
                    <a:pt x="4078021" y="2336012"/>
                  </a:lnTo>
                  <a:lnTo>
                    <a:pt x="4081596" y="2430455"/>
                  </a:lnTo>
                  <a:lnTo>
                    <a:pt x="4084441" y="2571741"/>
                  </a:lnTo>
                  <a:lnTo>
                    <a:pt x="4087286" y="2581679"/>
                  </a:lnTo>
                  <a:lnTo>
                    <a:pt x="4090842" y="2514950"/>
                  </a:lnTo>
                  <a:lnTo>
                    <a:pt x="4093687" y="2484406"/>
                  </a:lnTo>
                  <a:lnTo>
                    <a:pt x="4096531" y="2573161"/>
                  </a:lnTo>
                  <a:lnTo>
                    <a:pt x="4102932" y="2610813"/>
                  </a:lnTo>
                  <a:lnTo>
                    <a:pt x="4109333" y="2614362"/>
                  </a:lnTo>
                  <a:lnTo>
                    <a:pt x="4112178" y="2615782"/>
                  </a:lnTo>
                  <a:lnTo>
                    <a:pt x="4115023" y="2616492"/>
                  </a:lnTo>
                  <a:lnTo>
                    <a:pt x="4118579" y="2615782"/>
                  </a:lnTo>
                  <a:lnTo>
                    <a:pt x="4121424" y="2617912"/>
                  </a:lnTo>
                  <a:lnTo>
                    <a:pt x="4124269" y="2617202"/>
                  </a:lnTo>
                  <a:lnTo>
                    <a:pt x="4127825" y="2617202"/>
                  </a:lnTo>
                  <a:lnTo>
                    <a:pt x="4130670" y="2616492"/>
                  </a:lnTo>
                  <a:lnTo>
                    <a:pt x="4133515" y="2616492"/>
                  </a:lnTo>
                  <a:lnTo>
                    <a:pt x="4137071" y="2617202"/>
                  </a:lnTo>
                  <a:lnTo>
                    <a:pt x="4139916" y="2617202"/>
                  </a:lnTo>
                  <a:lnTo>
                    <a:pt x="4142761" y="2618622"/>
                  </a:lnTo>
                  <a:lnTo>
                    <a:pt x="4146317" y="2617202"/>
                  </a:lnTo>
                  <a:lnTo>
                    <a:pt x="4149162" y="2617912"/>
                  </a:lnTo>
                  <a:lnTo>
                    <a:pt x="4152007" y="2618622"/>
                  </a:lnTo>
                  <a:lnTo>
                    <a:pt x="4154851" y="2618622"/>
                  </a:lnTo>
                  <a:lnTo>
                    <a:pt x="4158408" y="2617912"/>
                  </a:lnTo>
                  <a:lnTo>
                    <a:pt x="4161252" y="2617202"/>
                  </a:lnTo>
                  <a:lnTo>
                    <a:pt x="4164097" y="2617202"/>
                  </a:lnTo>
                  <a:lnTo>
                    <a:pt x="4167653" y="2616492"/>
                  </a:lnTo>
                  <a:lnTo>
                    <a:pt x="4170498" y="2617912"/>
                  </a:lnTo>
                  <a:lnTo>
                    <a:pt x="4173343" y="2617912"/>
                  </a:lnTo>
                  <a:lnTo>
                    <a:pt x="4176899" y="2618622"/>
                  </a:lnTo>
                  <a:lnTo>
                    <a:pt x="4179744" y="2617912"/>
                  </a:lnTo>
                  <a:lnTo>
                    <a:pt x="4182589" y="2617202"/>
                  </a:lnTo>
                  <a:lnTo>
                    <a:pt x="4186145" y="2617912"/>
                  </a:lnTo>
                  <a:lnTo>
                    <a:pt x="4188990" y="2617912"/>
                  </a:lnTo>
                  <a:lnTo>
                    <a:pt x="4191835" y="2618622"/>
                  </a:lnTo>
                  <a:lnTo>
                    <a:pt x="4195391" y="2617202"/>
                  </a:lnTo>
                  <a:lnTo>
                    <a:pt x="4198236" y="2618622"/>
                  </a:lnTo>
                  <a:lnTo>
                    <a:pt x="4201081" y="2617202"/>
                  </a:lnTo>
                  <a:lnTo>
                    <a:pt x="4204637" y="2617912"/>
                  </a:lnTo>
                  <a:lnTo>
                    <a:pt x="4207482" y="2617912"/>
                  </a:lnTo>
                  <a:lnTo>
                    <a:pt x="4210327" y="2618622"/>
                  </a:lnTo>
                  <a:lnTo>
                    <a:pt x="4213883" y="2618622"/>
                  </a:lnTo>
                  <a:lnTo>
                    <a:pt x="4216728" y="2618622"/>
                  </a:lnTo>
                  <a:lnTo>
                    <a:pt x="4219572" y="2619331"/>
                  </a:lnTo>
                  <a:lnTo>
                    <a:pt x="4223129" y="2617912"/>
                  </a:lnTo>
                  <a:lnTo>
                    <a:pt x="4225973" y="2618622"/>
                  </a:lnTo>
                  <a:lnTo>
                    <a:pt x="4228818" y="2618622"/>
                  </a:lnTo>
                  <a:lnTo>
                    <a:pt x="4232374" y="2618622"/>
                  </a:lnTo>
                  <a:lnTo>
                    <a:pt x="4235219" y="2618622"/>
                  </a:lnTo>
                  <a:lnTo>
                    <a:pt x="4238064" y="2617202"/>
                  </a:lnTo>
                  <a:lnTo>
                    <a:pt x="4241639" y="2620041"/>
                  </a:lnTo>
                  <a:lnTo>
                    <a:pt x="4244484" y="2617912"/>
                  </a:lnTo>
                  <a:lnTo>
                    <a:pt x="4247329" y="2618622"/>
                  </a:lnTo>
                  <a:lnTo>
                    <a:pt x="4250885" y="2617912"/>
                  </a:lnTo>
                  <a:lnTo>
                    <a:pt x="4253730" y="2619331"/>
                  </a:lnTo>
                  <a:lnTo>
                    <a:pt x="4256575" y="2617912"/>
                  </a:lnTo>
                  <a:lnTo>
                    <a:pt x="4260131" y="2617912"/>
                  </a:lnTo>
                  <a:lnTo>
                    <a:pt x="4262976" y="2617912"/>
                  </a:lnTo>
                  <a:lnTo>
                    <a:pt x="4265821" y="2620041"/>
                  </a:lnTo>
                  <a:lnTo>
                    <a:pt x="4269377" y="2618622"/>
                  </a:lnTo>
                  <a:lnTo>
                    <a:pt x="4272222" y="2616492"/>
                  </a:lnTo>
                  <a:lnTo>
                    <a:pt x="4275067" y="2619331"/>
                  </a:lnTo>
                  <a:lnTo>
                    <a:pt x="4278623" y="2618622"/>
                  </a:lnTo>
                  <a:lnTo>
                    <a:pt x="4281468" y="2618622"/>
                  </a:lnTo>
                  <a:lnTo>
                    <a:pt x="4284312" y="2618622"/>
                  </a:lnTo>
                  <a:lnTo>
                    <a:pt x="4287869" y="2617912"/>
                  </a:lnTo>
                  <a:lnTo>
                    <a:pt x="4290713" y="2617912"/>
                  </a:lnTo>
                  <a:lnTo>
                    <a:pt x="4293558" y="2618622"/>
                  </a:lnTo>
                  <a:lnTo>
                    <a:pt x="4297114" y="2620751"/>
                  </a:lnTo>
                  <a:lnTo>
                    <a:pt x="4299959" y="2618622"/>
                  </a:lnTo>
                  <a:lnTo>
                    <a:pt x="4302804" y="2617202"/>
                  </a:lnTo>
                </a:path>
                <a:path w="4337050" h="2621279">
                  <a:moveTo>
                    <a:pt x="4302804" y="2617202"/>
                  </a:moveTo>
                  <a:lnTo>
                    <a:pt x="4306360" y="2617202"/>
                  </a:lnTo>
                  <a:lnTo>
                    <a:pt x="4309205" y="2618622"/>
                  </a:lnTo>
                  <a:lnTo>
                    <a:pt x="4312050" y="2616492"/>
                  </a:lnTo>
                  <a:lnTo>
                    <a:pt x="4314895" y="2616492"/>
                  </a:lnTo>
                  <a:lnTo>
                    <a:pt x="4318451" y="2617202"/>
                  </a:lnTo>
                  <a:lnTo>
                    <a:pt x="4321296" y="2615782"/>
                  </a:lnTo>
                  <a:lnTo>
                    <a:pt x="4324141" y="2603004"/>
                  </a:lnTo>
                  <a:lnTo>
                    <a:pt x="4327697" y="2571741"/>
                  </a:lnTo>
                  <a:lnTo>
                    <a:pt x="4330542" y="2585229"/>
                  </a:lnTo>
                  <a:lnTo>
                    <a:pt x="4333387" y="2610103"/>
                  </a:lnTo>
                  <a:lnTo>
                    <a:pt x="4336943" y="2612942"/>
                  </a:lnTo>
                </a:path>
              </a:pathLst>
            </a:custGeom>
            <a:ln w="42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11485" y="2336859"/>
              <a:ext cx="4337685" cy="2677795"/>
            </a:xfrm>
            <a:custGeom>
              <a:avLst/>
              <a:gdLst/>
              <a:ahLst/>
              <a:cxnLst/>
              <a:rect l="l" t="t" r="r" b="b"/>
              <a:pathLst>
                <a:path w="4337685" h="2677795">
                  <a:moveTo>
                    <a:pt x="0" y="2448230"/>
                  </a:moveTo>
                  <a:lnTo>
                    <a:pt x="1422" y="2445391"/>
                  </a:lnTo>
                  <a:lnTo>
                    <a:pt x="2844" y="2450360"/>
                  </a:lnTo>
                  <a:lnTo>
                    <a:pt x="4267" y="2453200"/>
                  </a:lnTo>
                  <a:lnTo>
                    <a:pt x="4978" y="2447520"/>
                  </a:lnTo>
                  <a:lnTo>
                    <a:pt x="6400" y="2452490"/>
                  </a:lnTo>
                  <a:lnTo>
                    <a:pt x="7823" y="2456039"/>
                  </a:lnTo>
                  <a:lnTo>
                    <a:pt x="8534" y="2456749"/>
                  </a:lnTo>
                  <a:lnTo>
                    <a:pt x="9957" y="2455329"/>
                  </a:lnTo>
                  <a:lnTo>
                    <a:pt x="11379" y="2454619"/>
                  </a:lnTo>
                  <a:lnTo>
                    <a:pt x="12090" y="2456749"/>
                  </a:lnTo>
                  <a:lnTo>
                    <a:pt x="13513" y="2456749"/>
                  </a:lnTo>
                  <a:lnTo>
                    <a:pt x="14935" y="2455329"/>
                  </a:lnTo>
                  <a:lnTo>
                    <a:pt x="16358" y="2456749"/>
                  </a:lnTo>
                  <a:lnTo>
                    <a:pt x="17069" y="2456039"/>
                  </a:lnTo>
                  <a:lnTo>
                    <a:pt x="18491" y="2465268"/>
                  </a:lnTo>
                  <a:lnTo>
                    <a:pt x="19914" y="2460298"/>
                  </a:lnTo>
                  <a:lnTo>
                    <a:pt x="20625" y="2453909"/>
                  </a:lnTo>
                  <a:lnTo>
                    <a:pt x="22047" y="2459589"/>
                  </a:lnTo>
                  <a:lnTo>
                    <a:pt x="23470" y="2463848"/>
                  </a:lnTo>
                  <a:lnTo>
                    <a:pt x="24892" y="2465268"/>
                  </a:lnTo>
                  <a:lnTo>
                    <a:pt x="25603" y="2468817"/>
                  </a:lnTo>
                  <a:lnTo>
                    <a:pt x="27026" y="2463138"/>
                  </a:lnTo>
                  <a:lnTo>
                    <a:pt x="28448" y="2471657"/>
                  </a:lnTo>
                  <a:lnTo>
                    <a:pt x="29160" y="2467397"/>
                  </a:lnTo>
                  <a:lnTo>
                    <a:pt x="30582" y="2464558"/>
                  </a:lnTo>
                  <a:lnTo>
                    <a:pt x="32004" y="2465268"/>
                  </a:lnTo>
                  <a:lnTo>
                    <a:pt x="33427" y="2470237"/>
                  </a:lnTo>
                  <a:lnTo>
                    <a:pt x="34138" y="2471657"/>
                  </a:lnTo>
                  <a:lnTo>
                    <a:pt x="35560" y="2476626"/>
                  </a:lnTo>
                  <a:lnTo>
                    <a:pt x="36983" y="2469527"/>
                  </a:lnTo>
                  <a:lnTo>
                    <a:pt x="37694" y="2475206"/>
                  </a:lnTo>
                  <a:lnTo>
                    <a:pt x="39117" y="2472366"/>
                  </a:lnTo>
                  <a:lnTo>
                    <a:pt x="40539" y="2473786"/>
                  </a:lnTo>
                  <a:lnTo>
                    <a:pt x="41250" y="2474496"/>
                  </a:lnTo>
                  <a:lnTo>
                    <a:pt x="42673" y="2473076"/>
                  </a:lnTo>
                  <a:lnTo>
                    <a:pt x="44095" y="2477336"/>
                  </a:lnTo>
                  <a:lnTo>
                    <a:pt x="45518" y="2476626"/>
                  </a:lnTo>
                  <a:lnTo>
                    <a:pt x="46229" y="2480175"/>
                  </a:lnTo>
                  <a:lnTo>
                    <a:pt x="47651" y="2475206"/>
                  </a:lnTo>
                  <a:lnTo>
                    <a:pt x="49074" y="2481595"/>
                  </a:lnTo>
                  <a:lnTo>
                    <a:pt x="49785" y="2478046"/>
                  </a:lnTo>
                  <a:lnTo>
                    <a:pt x="51207" y="2483725"/>
                  </a:lnTo>
                  <a:lnTo>
                    <a:pt x="52630" y="2480885"/>
                  </a:lnTo>
                  <a:lnTo>
                    <a:pt x="54052" y="2480885"/>
                  </a:lnTo>
                  <a:lnTo>
                    <a:pt x="54763" y="2482305"/>
                  </a:lnTo>
                  <a:lnTo>
                    <a:pt x="56186" y="2483725"/>
                  </a:lnTo>
                  <a:lnTo>
                    <a:pt x="57608" y="2488694"/>
                  </a:lnTo>
                  <a:lnTo>
                    <a:pt x="58320" y="2483725"/>
                  </a:lnTo>
                  <a:lnTo>
                    <a:pt x="59742" y="2487984"/>
                  </a:lnTo>
                  <a:lnTo>
                    <a:pt x="61164" y="2482305"/>
                  </a:lnTo>
                  <a:lnTo>
                    <a:pt x="62587" y="2486564"/>
                  </a:lnTo>
                  <a:lnTo>
                    <a:pt x="63298" y="2485854"/>
                  </a:lnTo>
                  <a:lnTo>
                    <a:pt x="64721" y="2482305"/>
                  </a:lnTo>
                  <a:lnTo>
                    <a:pt x="66143" y="2492243"/>
                  </a:lnTo>
                  <a:lnTo>
                    <a:pt x="66854" y="2483725"/>
                  </a:lnTo>
                  <a:lnTo>
                    <a:pt x="68277" y="2491533"/>
                  </a:lnTo>
                  <a:lnTo>
                    <a:pt x="69699" y="2490823"/>
                  </a:lnTo>
                  <a:lnTo>
                    <a:pt x="70410" y="2494373"/>
                  </a:lnTo>
                  <a:lnTo>
                    <a:pt x="71833" y="2492243"/>
                  </a:lnTo>
                  <a:lnTo>
                    <a:pt x="73255" y="2489404"/>
                  </a:lnTo>
                  <a:lnTo>
                    <a:pt x="74678" y="2491533"/>
                  </a:lnTo>
                  <a:lnTo>
                    <a:pt x="75389" y="2493663"/>
                  </a:lnTo>
                  <a:lnTo>
                    <a:pt x="76811" y="2496503"/>
                  </a:lnTo>
                  <a:lnTo>
                    <a:pt x="78234" y="2497212"/>
                  </a:lnTo>
                  <a:lnTo>
                    <a:pt x="78945" y="2493663"/>
                  </a:lnTo>
                  <a:lnTo>
                    <a:pt x="80396" y="2493663"/>
                  </a:lnTo>
                  <a:lnTo>
                    <a:pt x="81818" y="2495083"/>
                  </a:lnTo>
                  <a:lnTo>
                    <a:pt x="83241" y="2492243"/>
                  </a:lnTo>
                  <a:lnTo>
                    <a:pt x="83952" y="2500052"/>
                  </a:lnTo>
                  <a:lnTo>
                    <a:pt x="85374" y="2495083"/>
                  </a:lnTo>
                  <a:lnTo>
                    <a:pt x="86797" y="2497922"/>
                  </a:lnTo>
                  <a:lnTo>
                    <a:pt x="87508" y="2500762"/>
                  </a:lnTo>
                  <a:lnTo>
                    <a:pt x="88930" y="2495793"/>
                  </a:lnTo>
                  <a:lnTo>
                    <a:pt x="90353" y="2503601"/>
                  </a:lnTo>
                  <a:lnTo>
                    <a:pt x="91775" y="2500762"/>
                  </a:lnTo>
                  <a:lnTo>
                    <a:pt x="92487" y="2505021"/>
                  </a:lnTo>
                  <a:lnTo>
                    <a:pt x="93909" y="2501472"/>
                  </a:lnTo>
                  <a:lnTo>
                    <a:pt x="95331" y="2495793"/>
                  </a:lnTo>
                  <a:lnTo>
                    <a:pt x="96043" y="2508571"/>
                  </a:lnTo>
                  <a:lnTo>
                    <a:pt x="97465" y="2502182"/>
                  </a:lnTo>
                  <a:lnTo>
                    <a:pt x="98888" y="2508571"/>
                  </a:lnTo>
                  <a:lnTo>
                    <a:pt x="99599" y="2497922"/>
                  </a:lnTo>
                  <a:lnTo>
                    <a:pt x="101021" y="2505021"/>
                  </a:lnTo>
                  <a:lnTo>
                    <a:pt x="102444" y="2502891"/>
                  </a:lnTo>
                  <a:lnTo>
                    <a:pt x="103866" y="2507151"/>
                  </a:lnTo>
                  <a:lnTo>
                    <a:pt x="104577" y="2507151"/>
                  </a:lnTo>
                  <a:lnTo>
                    <a:pt x="106000" y="2505021"/>
                  </a:lnTo>
                  <a:lnTo>
                    <a:pt x="107422" y="2510700"/>
                  </a:lnTo>
                  <a:lnTo>
                    <a:pt x="108133" y="2509280"/>
                  </a:lnTo>
                  <a:lnTo>
                    <a:pt x="109556" y="2509990"/>
                  </a:lnTo>
                  <a:lnTo>
                    <a:pt x="110978" y="2507861"/>
                  </a:lnTo>
                  <a:lnTo>
                    <a:pt x="112401" y="2511410"/>
                  </a:lnTo>
                  <a:lnTo>
                    <a:pt x="113112" y="2509990"/>
                  </a:lnTo>
                  <a:lnTo>
                    <a:pt x="114534" y="2511410"/>
                  </a:lnTo>
                  <a:lnTo>
                    <a:pt x="115957" y="2511410"/>
                  </a:lnTo>
                  <a:lnTo>
                    <a:pt x="116668" y="2509990"/>
                  </a:lnTo>
                  <a:lnTo>
                    <a:pt x="118090" y="2509990"/>
                  </a:lnTo>
                  <a:lnTo>
                    <a:pt x="119513" y="2509990"/>
                  </a:lnTo>
                  <a:lnTo>
                    <a:pt x="120935" y="2506441"/>
                  </a:lnTo>
                  <a:lnTo>
                    <a:pt x="121647" y="2512830"/>
                  </a:lnTo>
                  <a:lnTo>
                    <a:pt x="123069" y="2511410"/>
                  </a:lnTo>
                  <a:lnTo>
                    <a:pt x="124491" y="2514959"/>
                  </a:lnTo>
                  <a:lnTo>
                    <a:pt x="125203" y="2514959"/>
                  </a:lnTo>
                  <a:lnTo>
                    <a:pt x="126625" y="2517799"/>
                  </a:lnTo>
                  <a:lnTo>
                    <a:pt x="128048" y="2514959"/>
                  </a:lnTo>
                  <a:lnTo>
                    <a:pt x="128759" y="2512120"/>
                  </a:lnTo>
                  <a:lnTo>
                    <a:pt x="130181" y="2515669"/>
                  </a:lnTo>
                  <a:lnTo>
                    <a:pt x="131604" y="2521348"/>
                  </a:lnTo>
                  <a:lnTo>
                    <a:pt x="133026" y="2517799"/>
                  </a:lnTo>
                  <a:lnTo>
                    <a:pt x="133737" y="2519219"/>
                  </a:lnTo>
                  <a:lnTo>
                    <a:pt x="135160" y="2514959"/>
                  </a:lnTo>
                  <a:lnTo>
                    <a:pt x="136582" y="2518509"/>
                  </a:lnTo>
                  <a:lnTo>
                    <a:pt x="137293" y="2519929"/>
                  </a:lnTo>
                  <a:lnTo>
                    <a:pt x="138716" y="2517089"/>
                  </a:lnTo>
                  <a:lnTo>
                    <a:pt x="140138" y="2520639"/>
                  </a:lnTo>
                  <a:lnTo>
                    <a:pt x="141561" y="2518509"/>
                  </a:lnTo>
                  <a:lnTo>
                    <a:pt x="142272" y="2519929"/>
                  </a:lnTo>
                  <a:lnTo>
                    <a:pt x="143694" y="2521348"/>
                  </a:lnTo>
                  <a:lnTo>
                    <a:pt x="145117" y="2519219"/>
                  </a:lnTo>
                  <a:lnTo>
                    <a:pt x="145828" y="2523478"/>
                  </a:lnTo>
                  <a:lnTo>
                    <a:pt x="147250" y="2524898"/>
                  </a:lnTo>
                  <a:lnTo>
                    <a:pt x="148673" y="2524188"/>
                  </a:lnTo>
                  <a:lnTo>
                    <a:pt x="150095" y="2520639"/>
                  </a:lnTo>
                  <a:lnTo>
                    <a:pt x="150807" y="2529867"/>
                  </a:lnTo>
                  <a:lnTo>
                    <a:pt x="152229" y="2521348"/>
                  </a:lnTo>
                  <a:lnTo>
                    <a:pt x="153651" y="2528447"/>
                  </a:lnTo>
                  <a:lnTo>
                    <a:pt x="154363" y="2530577"/>
                  </a:lnTo>
                  <a:lnTo>
                    <a:pt x="155785" y="2529867"/>
                  </a:lnTo>
                  <a:lnTo>
                    <a:pt x="157208" y="2521348"/>
                  </a:lnTo>
                  <a:lnTo>
                    <a:pt x="157919" y="2528447"/>
                  </a:lnTo>
                  <a:lnTo>
                    <a:pt x="159341" y="2528447"/>
                  </a:lnTo>
                  <a:lnTo>
                    <a:pt x="160764" y="2530577"/>
                  </a:lnTo>
                  <a:lnTo>
                    <a:pt x="162186" y="2528447"/>
                  </a:lnTo>
                  <a:lnTo>
                    <a:pt x="162897" y="2528447"/>
                  </a:lnTo>
                  <a:lnTo>
                    <a:pt x="164320" y="2528447"/>
                  </a:lnTo>
                  <a:lnTo>
                    <a:pt x="165742" y="2531287"/>
                  </a:lnTo>
                  <a:lnTo>
                    <a:pt x="166453" y="2527737"/>
                  </a:lnTo>
                  <a:lnTo>
                    <a:pt x="167876" y="2529867"/>
                  </a:lnTo>
                  <a:lnTo>
                    <a:pt x="169298" y="2534836"/>
                  </a:lnTo>
                  <a:lnTo>
                    <a:pt x="170721" y="2533416"/>
                  </a:lnTo>
                  <a:lnTo>
                    <a:pt x="171432" y="2538386"/>
                  </a:lnTo>
                  <a:lnTo>
                    <a:pt x="172854" y="2534836"/>
                  </a:lnTo>
                  <a:lnTo>
                    <a:pt x="174277" y="2534126"/>
                  </a:lnTo>
                  <a:lnTo>
                    <a:pt x="174988" y="2532707"/>
                  </a:lnTo>
                  <a:lnTo>
                    <a:pt x="176410" y="2533416"/>
                  </a:lnTo>
                  <a:lnTo>
                    <a:pt x="177833" y="2534126"/>
                  </a:lnTo>
                  <a:lnTo>
                    <a:pt x="178544" y="2536256"/>
                  </a:lnTo>
                  <a:lnTo>
                    <a:pt x="179967" y="2538386"/>
                  </a:lnTo>
                  <a:lnTo>
                    <a:pt x="181389" y="2538386"/>
                  </a:lnTo>
                  <a:lnTo>
                    <a:pt x="182811" y="2540515"/>
                  </a:lnTo>
                  <a:lnTo>
                    <a:pt x="183523" y="2536966"/>
                  </a:lnTo>
                  <a:lnTo>
                    <a:pt x="184945" y="2537676"/>
                  </a:lnTo>
                  <a:lnTo>
                    <a:pt x="186368" y="2534126"/>
                  </a:lnTo>
                  <a:lnTo>
                    <a:pt x="187079" y="2538386"/>
                  </a:lnTo>
                  <a:lnTo>
                    <a:pt x="188501" y="2541935"/>
                  </a:lnTo>
                  <a:lnTo>
                    <a:pt x="189924" y="2539805"/>
                  </a:lnTo>
                  <a:lnTo>
                    <a:pt x="191346" y="2543355"/>
                  </a:lnTo>
                  <a:lnTo>
                    <a:pt x="192057" y="2541225"/>
                  </a:lnTo>
                  <a:lnTo>
                    <a:pt x="193480" y="2544065"/>
                  </a:lnTo>
                  <a:lnTo>
                    <a:pt x="194902" y="2539096"/>
                  </a:lnTo>
                  <a:lnTo>
                    <a:pt x="195613" y="2541935"/>
                  </a:lnTo>
                  <a:lnTo>
                    <a:pt x="197036" y="2541225"/>
                  </a:lnTo>
                  <a:lnTo>
                    <a:pt x="198458" y="2541935"/>
                  </a:lnTo>
                  <a:lnTo>
                    <a:pt x="199881" y="2535546"/>
                  </a:lnTo>
                  <a:lnTo>
                    <a:pt x="200592" y="2539096"/>
                  </a:lnTo>
                  <a:lnTo>
                    <a:pt x="202014" y="2541225"/>
                  </a:lnTo>
                  <a:lnTo>
                    <a:pt x="203437" y="2546194"/>
                  </a:lnTo>
                  <a:lnTo>
                    <a:pt x="204148" y="2545485"/>
                  </a:lnTo>
                  <a:lnTo>
                    <a:pt x="205571" y="2544065"/>
                  </a:lnTo>
                  <a:lnTo>
                    <a:pt x="206993" y="2541225"/>
                  </a:lnTo>
                  <a:lnTo>
                    <a:pt x="207704" y="2546904"/>
                  </a:lnTo>
                  <a:lnTo>
                    <a:pt x="209127" y="2544775"/>
                  </a:lnTo>
                  <a:lnTo>
                    <a:pt x="210549" y="2544065"/>
                  </a:lnTo>
                  <a:lnTo>
                    <a:pt x="211971" y="2544775"/>
                  </a:lnTo>
                  <a:lnTo>
                    <a:pt x="212683" y="2546904"/>
                  </a:lnTo>
                  <a:lnTo>
                    <a:pt x="214105" y="2543355"/>
                  </a:lnTo>
                  <a:lnTo>
                    <a:pt x="215528" y="2544065"/>
                  </a:lnTo>
                  <a:lnTo>
                    <a:pt x="216239" y="2549053"/>
                  </a:lnTo>
                  <a:lnTo>
                    <a:pt x="217661" y="2548324"/>
                  </a:lnTo>
                  <a:lnTo>
                    <a:pt x="219084" y="2550473"/>
                  </a:lnTo>
                  <a:lnTo>
                    <a:pt x="220506" y="2549053"/>
                  </a:lnTo>
                  <a:lnTo>
                    <a:pt x="221217" y="2549763"/>
                  </a:lnTo>
                  <a:lnTo>
                    <a:pt x="222640" y="2550473"/>
                  </a:lnTo>
                  <a:lnTo>
                    <a:pt x="224062" y="2549053"/>
                  </a:lnTo>
                  <a:lnTo>
                    <a:pt x="224773" y="2550473"/>
                  </a:lnTo>
                  <a:lnTo>
                    <a:pt x="226196" y="2546194"/>
                  </a:lnTo>
                  <a:lnTo>
                    <a:pt x="227618" y="2554732"/>
                  </a:lnTo>
                  <a:lnTo>
                    <a:pt x="229041" y="2552602"/>
                  </a:lnTo>
                  <a:lnTo>
                    <a:pt x="229752" y="2546194"/>
                  </a:lnTo>
                  <a:lnTo>
                    <a:pt x="231174" y="2549053"/>
                  </a:lnTo>
                  <a:lnTo>
                    <a:pt x="232597" y="2553312"/>
                  </a:lnTo>
                  <a:lnTo>
                    <a:pt x="233308" y="2550473"/>
                  </a:lnTo>
                  <a:lnTo>
                    <a:pt x="234731" y="2554022"/>
                  </a:lnTo>
                  <a:lnTo>
                    <a:pt x="236153" y="2556152"/>
                  </a:lnTo>
                  <a:lnTo>
                    <a:pt x="236864" y="2554732"/>
                  </a:lnTo>
                  <a:lnTo>
                    <a:pt x="238287" y="2553312"/>
                  </a:lnTo>
                  <a:lnTo>
                    <a:pt x="239728" y="2553312"/>
                  </a:lnTo>
                  <a:lnTo>
                    <a:pt x="241150" y="2554022"/>
                  </a:lnTo>
                  <a:lnTo>
                    <a:pt x="241862" y="2558281"/>
                  </a:lnTo>
                  <a:lnTo>
                    <a:pt x="243284" y="2555442"/>
                  </a:lnTo>
                  <a:lnTo>
                    <a:pt x="244707" y="2556862"/>
                  </a:lnTo>
                  <a:lnTo>
                    <a:pt x="245418" y="2554022"/>
                  </a:lnTo>
                  <a:lnTo>
                    <a:pt x="246840" y="2554022"/>
                  </a:lnTo>
                  <a:lnTo>
                    <a:pt x="248263" y="2556152"/>
                  </a:lnTo>
                  <a:lnTo>
                    <a:pt x="249685" y="2558991"/>
                  </a:lnTo>
                  <a:lnTo>
                    <a:pt x="250396" y="2558281"/>
                  </a:lnTo>
                  <a:lnTo>
                    <a:pt x="251819" y="2559701"/>
                  </a:lnTo>
                  <a:lnTo>
                    <a:pt x="253241" y="2561831"/>
                  </a:lnTo>
                  <a:lnTo>
                    <a:pt x="253952" y="2557572"/>
                  </a:lnTo>
                  <a:lnTo>
                    <a:pt x="255375" y="2558281"/>
                  </a:lnTo>
                  <a:lnTo>
                    <a:pt x="256797" y="2560411"/>
                  </a:lnTo>
                  <a:lnTo>
                    <a:pt x="258220" y="2560411"/>
                  </a:lnTo>
                  <a:lnTo>
                    <a:pt x="258931" y="2558991"/>
                  </a:lnTo>
                  <a:lnTo>
                    <a:pt x="260353" y="2554732"/>
                  </a:lnTo>
                  <a:lnTo>
                    <a:pt x="261776" y="2561831"/>
                  </a:lnTo>
                  <a:lnTo>
                    <a:pt x="262487" y="2563251"/>
                  </a:lnTo>
                  <a:lnTo>
                    <a:pt x="263910" y="2563251"/>
                  </a:lnTo>
                  <a:lnTo>
                    <a:pt x="265332" y="2562541"/>
                  </a:lnTo>
                  <a:lnTo>
                    <a:pt x="266043" y="2563251"/>
                  </a:lnTo>
                  <a:lnTo>
                    <a:pt x="267466" y="2564670"/>
                  </a:lnTo>
                  <a:lnTo>
                    <a:pt x="268888" y="2561831"/>
                  </a:lnTo>
                  <a:lnTo>
                    <a:pt x="270310" y="2564670"/>
                  </a:lnTo>
                  <a:lnTo>
                    <a:pt x="271022" y="2564670"/>
                  </a:lnTo>
                  <a:lnTo>
                    <a:pt x="272444" y="2568930"/>
                  </a:lnTo>
                  <a:lnTo>
                    <a:pt x="273867" y="2563960"/>
                  </a:lnTo>
                  <a:lnTo>
                    <a:pt x="274578" y="2563251"/>
                  </a:lnTo>
                  <a:lnTo>
                    <a:pt x="276000" y="2563251"/>
                  </a:lnTo>
                  <a:lnTo>
                    <a:pt x="277423" y="2566090"/>
                  </a:lnTo>
                  <a:lnTo>
                    <a:pt x="278845" y="2568220"/>
                  </a:lnTo>
                  <a:lnTo>
                    <a:pt x="279556" y="2566800"/>
                  </a:lnTo>
                  <a:lnTo>
                    <a:pt x="280979" y="2570349"/>
                  </a:lnTo>
                  <a:lnTo>
                    <a:pt x="282401" y="2568930"/>
                  </a:lnTo>
                  <a:lnTo>
                    <a:pt x="283112" y="2566090"/>
                  </a:lnTo>
                  <a:lnTo>
                    <a:pt x="284535" y="2563251"/>
                  </a:lnTo>
                  <a:lnTo>
                    <a:pt x="285957" y="2571059"/>
                  </a:lnTo>
                  <a:lnTo>
                    <a:pt x="287380" y="2567510"/>
                  </a:lnTo>
                  <a:lnTo>
                    <a:pt x="288091" y="2570349"/>
                  </a:lnTo>
                  <a:lnTo>
                    <a:pt x="289513" y="2566090"/>
                  </a:lnTo>
                  <a:lnTo>
                    <a:pt x="290936" y="2570349"/>
                  </a:lnTo>
                  <a:lnTo>
                    <a:pt x="291647" y="2566090"/>
                  </a:lnTo>
                  <a:lnTo>
                    <a:pt x="293070" y="2568220"/>
                  </a:lnTo>
                  <a:lnTo>
                    <a:pt x="294492" y="2568930"/>
                  </a:lnTo>
                  <a:lnTo>
                    <a:pt x="295203" y="2573189"/>
                  </a:lnTo>
                  <a:lnTo>
                    <a:pt x="296626" y="2573899"/>
                  </a:lnTo>
                  <a:lnTo>
                    <a:pt x="298048" y="2571059"/>
                  </a:lnTo>
                  <a:lnTo>
                    <a:pt x="299470" y="2576028"/>
                  </a:lnTo>
                  <a:lnTo>
                    <a:pt x="300182" y="2573899"/>
                  </a:lnTo>
                  <a:lnTo>
                    <a:pt x="301604" y="2573189"/>
                  </a:lnTo>
                  <a:lnTo>
                    <a:pt x="303027" y="2575319"/>
                  </a:lnTo>
                  <a:lnTo>
                    <a:pt x="303738" y="2575319"/>
                  </a:lnTo>
                  <a:lnTo>
                    <a:pt x="305160" y="2571059"/>
                  </a:lnTo>
                  <a:lnTo>
                    <a:pt x="306583" y="2576738"/>
                  </a:lnTo>
                  <a:lnTo>
                    <a:pt x="308005" y="2574609"/>
                  </a:lnTo>
                  <a:lnTo>
                    <a:pt x="308716" y="2573899"/>
                  </a:lnTo>
                  <a:lnTo>
                    <a:pt x="310139" y="2576028"/>
                  </a:lnTo>
                  <a:lnTo>
                    <a:pt x="311561" y="2570349"/>
                  </a:lnTo>
                  <a:lnTo>
                    <a:pt x="312272" y="2574609"/>
                  </a:lnTo>
                  <a:lnTo>
                    <a:pt x="313695" y="2572479"/>
                  </a:lnTo>
                  <a:lnTo>
                    <a:pt x="315117" y="2573189"/>
                  </a:lnTo>
                  <a:lnTo>
                    <a:pt x="316540" y="2578158"/>
                  </a:lnTo>
                  <a:lnTo>
                    <a:pt x="317251" y="2578158"/>
                  </a:lnTo>
                  <a:lnTo>
                    <a:pt x="318673" y="2573899"/>
                  </a:lnTo>
                  <a:lnTo>
                    <a:pt x="320096" y="2573899"/>
                  </a:lnTo>
                  <a:lnTo>
                    <a:pt x="320807" y="2573189"/>
                  </a:lnTo>
                  <a:lnTo>
                    <a:pt x="322230" y="2573189"/>
                  </a:lnTo>
                  <a:lnTo>
                    <a:pt x="323652" y="2576738"/>
                  </a:lnTo>
                  <a:lnTo>
                    <a:pt x="324363" y="2576028"/>
                  </a:lnTo>
                  <a:lnTo>
                    <a:pt x="325786" y="2578158"/>
                  </a:lnTo>
                  <a:lnTo>
                    <a:pt x="327208" y="2575319"/>
                  </a:lnTo>
                  <a:lnTo>
                    <a:pt x="328631" y="2578868"/>
                  </a:lnTo>
                  <a:lnTo>
                    <a:pt x="329342" y="2574609"/>
                  </a:lnTo>
                  <a:lnTo>
                    <a:pt x="330764" y="2576028"/>
                  </a:lnTo>
                  <a:lnTo>
                    <a:pt x="332187" y="2578868"/>
                  </a:lnTo>
                  <a:lnTo>
                    <a:pt x="332898" y="2579578"/>
                  </a:lnTo>
                  <a:lnTo>
                    <a:pt x="334320" y="2577448"/>
                  </a:lnTo>
                  <a:lnTo>
                    <a:pt x="335743" y="2580288"/>
                  </a:lnTo>
                  <a:lnTo>
                    <a:pt x="337165" y="2578158"/>
                  </a:lnTo>
                  <a:lnTo>
                    <a:pt x="337876" y="2578158"/>
                  </a:lnTo>
                  <a:lnTo>
                    <a:pt x="339299" y="2579578"/>
                  </a:lnTo>
                  <a:lnTo>
                    <a:pt x="340721" y="2579578"/>
                  </a:lnTo>
                  <a:lnTo>
                    <a:pt x="341432" y="2580998"/>
                  </a:lnTo>
                  <a:lnTo>
                    <a:pt x="342855" y="2580288"/>
                  </a:lnTo>
                  <a:lnTo>
                    <a:pt x="344277" y="2578868"/>
                  </a:lnTo>
                  <a:lnTo>
                    <a:pt x="344989" y="2580998"/>
                  </a:lnTo>
                  <a:lnTo>
                    <a:pt x="346411" y="2582417"/>
                  </a:lnTo>
                  <a:lnTo>
                    <a:pt x="347833" y="2583127"/>
                  </a:lnTo>
                  <a:lnTo>
                    <a:pt x="349256" y="2578868"/>
                  </a:lnTo>
                  <a:lnTo>
                    <a:pt x="349967" y="2579578"/>
                  </a:lnTo>
                  <a:lnTo>
                    <a:pt x="351390" y="2582417"/>
                  </a:lnTo>
                  <a:lnTo>
                    <a:pt x="352812" y="2582417"/>
                  </a:lnTo>
                  <a:lnTo>
                    <a:pt x="353523" y="2580998"/>
                  </a:lnTo>
                  <a:lnTo>
                    <a:pt x="354946" y="2579578"/>
                  </a:lnTo>
                  <a:lnTo>
                    <a:pt x="356368" y="2580288"/>
                  </a:lnTo>
                  <a:lnTo>
                    <a:pt x="357791" y="2584547"/>
                  </a:lnTo>
                  <a:lnTo>
                    <a:pt x="358502" y="2584547"/>
                  </a:lnTo>
                  <a:lnTo>
                    <a:pt x="359924" y="2586677"/>
                  </a:lnTo>
                  <a:lnTo>
                    <a:pt x="361347" y="2587387"/>
                  </a:lnTo>
                  <a:lnTo>
                    <a:pt x="362058" y="2586677"/>
                  </a:lnTo>
                  <a:lnTo>
                    <a:pt x="363480" y="2583837"/>
                  </a:lnTo>
                  <a:lnTo>
                    <a:pt x="364903" y="2583127"/>
                  </a:lnTo>
                  <a:lnTo>
                    <a:pt x="366325" y="2583127"/>
                  </a:lnTo>
                  <a:lnTo>
                    <a:pt x="367036" y="2584547"/>
                  </a:lnTo>
                  <a:lnTo>
                    <a:pt x="368459" y="2583837"/>
                  </a:lnTo>
                  <a:lnTo>
                    <a:pt x="369881" y="2583837"/>
                  </a:lnTo>
                  <a:lnTo>
                    <a:pt x="370592" y="2584547"/>
                  </a:lnTo>
                  <a:lnTo>
                    <a:pt x="372015" y="2587387"/>
                  </a:lnTo>
                  <a:lnTo>
                    <a:pt x="373437" y="2583127"/>
                  </a:lnTo>
                  <a:lnTo>
                    <a:pt x="374149" y="2581708"/>
                  </a:lnTo>
                  <a:lnTo>
                    <a:pt x="375571" y="2585967"/>
                  </a:lnTo>
                  <a:lnTo>
                    <a:pt x="376993" y="2585967"/>
                  </a:lnTo>
                  <a:lnTo>
                    <a:pt x="378416" y="2585967"/>
                  </a:lnTo>
                  <a:lnTo>
                    <a:pt x="379127" y="2587387"/>
                  </a:lnTo>
                  <a:lnTo>
                    <a:pt x="380550" y="2583837"/>
                  </a:lnTo>
                  <a:lnTo>
                    <a:pt x="381972" y="2587387"/>
                  </a:lnTo>
                  <a:lnTo>
                    <a:pt x="382683" y="2589516"/>
                  </a:lnTo>
                  <a:lnTo>
                    <a:pt x="384106" y="2586677"/>
                  </a:lnTo>
                  <a:lnTo>
                    <a:pt x="385528" y="2585967"/>
                  </a:lnTo>
                  <a:lnTo>
                    <a:pt x="386951" y="2585967"/>
                  </a:lnTo>
                  <a:lnTo>
                    <a:pt x="387662" y="2590936"/>
                  </a:lnTo>
                  <a:lnTo>
                    <a:pt x="389084" y="2586677"/>
                  </a:lnTo>
                  <a:lnTo>
                    <a:pt x="390507" y="2588097"/>
                  </a:lnTo>
                  <a:lnTo>
                    <a:pt x="391218" y="2590226"/>
                  </a:lnTo>
                  <a:lnTo>
                    <a:pt x="392640" y="2587387"/>
                  </a:lnTo>
                  <a:lnTo>
                    <a:pt x="394063" y="2583837"/>
                  </a:lnTo>
                  <a:lnTo>
                    <a:pt x="395485" y="2589516"/>
                  </a:lnTo>
                  <a:lnTo>
                    <a:pt x="396196" y="2593066"/>
                  </a:lnTo>
                  <a:lnTo>
                    <a:pt x="397619" y="2592356"/>
                  </a:lnTo>
                  <a:lnTo>
                    <a:pt x="399041" y="2593776"/>
                  </a:lnTo>
                  <a:lnTo>
                    <a:pt x="399781" y="2593066"/>
                  </a:lnTo>
                  <a:lnTo>
                    <a:pt x="401203" y="2586677"/>
                  </a:lnTo>
                  <a:lnTo>
                    <a:pt x="402626" y="2593776"/>
                  </a:lnTo>
                  <a:lnTo>
                    <a:pt x="403337" y="2590936"/>
                  </a:lnTo>
                  <a:lnTo>
                    <a:pt x="404759" y="2593776"/>
                  </a:lnTo>
                  <a:lnTo>
                    <a:pt x="406182" y="2588806"/>
                  </a:lnTo>
                  <a:lnTo>
                    <a:pt x="407604" y="2588806"/>
                  </a:lnTo>
                  <a:lnTo>
                    <a:pt x="408316" y="2591646"/>
                  </a:lnTo>
                  <a:lnTo>
                    <a:pt x="409738" y="2590226"/>
                  </a:lnTo>
                  <a:lnTo>
                    <a:pt x="411160" y="2590226"/>
                  </a:lnTo>
                  <a:lnTo>
                    <a:pt x="411872" y="2590936"/>
                  </a:lnTo>
                  <a:lnTo>
                    <a:pt x="413294" y="2590226"/>
                  </a:lnTo>
                  <a:lnTo>
                    <a:pt x="414717" y="2593066"/>
                  </a:lnTo>
                  <a:lnTo>
                    <a:pt x="416139" y="2593066"/>
                  </a:lnTo>
                  <a:lnTo>
                    <a:pt x="416850" y="2592356"/>
                  </a:lnTo>
                  <a:lnTo>
                    <a:pt x="418273" y="2590936"/>
                  </a:lnTo>
                  <a:lnTo>
                    <a:pt x="419695" y="2591646"/>
                  </a:lnTo>
                  <a:lnTo>
                    <a:pt x="420406" y="2593776"/>
                  </a:lnTo>
                  <a:lnTo>
                    <a:pt x="421829" y="2593776"/>
                  </a:lnTo>
                  <a:lnTo>
                    <a:pt x="423251" y="2589516"/>
                  </a:lnTo>
                  <a:lnTo>
                    <a:pt x="424674" y="2595195"/>
                  </a:lnTo>
                  <a:lnTo>
                    <a:pt x="425385" y="2595195"/>
                  </a:lnTo>
                  <a:lnTo>
                    <a:pt x="426807" y="2594485"/>
                  </a:lnTo>
                  <a:lnTo>
                    <a:pt x="428230" y="2593066"/>
                  </a:lnTo>
                  <a:lnTo>
                    <a:pt x="428941" y="2594485"/>
                  </a:lnTo>
                  <a:lnTo>
                    <a:pt x="430363" y="2593776"/>
                  </a:lnTo>
                  <a:lnTo>
                    <a:pt x="431786" y="2594485"/>
                  </a:lnTo>
                  <a:lnTo>
                    <a:pt x="432497" y="2593776"/>
                  </a:lnTo>
                  <a:lnTo>
                    <a:pt x="433920" y="2592356"/>
                  </a:lnTo>
                  <a:lnTo>
                    <a:pt x="435342" y="2595905"/>
                  </a:lnTo>
                  <a:lnTo>
                    <a:pt x="436764" y="2597325"/>
                  </a:lnTo>
                  <a:lnTo>
                    <a:pt x="437476" y="2593776"/>
                  </a:lnTo>
                  <a:lnTo>
                    <a:pt x="438898" y="2594485"/>
                  </a:lnTo>
                  <a:lnTo>
                    <a:pt x="440320" y="2597325"/>
                  </a:lnTo>
                  <a:lnTo>
                    <a:pt x="441032" y="2595195"/>
                  </a:lnTo>
                  <a:lnTo>
                    <a:pt x="442454" y="2595195"/>
                  </a:lnTo>
                  <a:lnTo>
                    <a:pt x="443877" y="2594485"/>
                  </a:lnTo>
                  <a:lnTo>
                    <a:pt x="445299" y="2598745"/>
                  </a:lnTo>
                  <a:lnTo>
                    <a:pt x="446010" y="2594485"/>
                  </a:lnTo>
                  <a:lnTo>
                    <a:pt x="447433" y="2598745"/>
                  </a:lnTo>
                  <a:lnTo>
                    <a:pt x="448855" y="2598035"/>
                  </a:lnTo>
                  <a:lnTo>
                    <a:pt x="449566" y="2598745"/>
                  </a:lnTo>
                  <a:lnTo>
                    <a:pt x="450989" y="2597325"/>
                  </a:lnTo>
                  <a:lnTo>
                    <a:pt x="452411" y="2597325"/>
                  </a:lnTo>
                  <a:lnTo>
                    <a:pt x="453834" y="2594485"/>
                  </a:lnTo>
                  <a:lnTo>
                    <a:pt x="454545" y="2598745"/>
                  </a:lnTo>
                  <a:lnTo>
                    <a:pt x="455967" y="2595905"/>
                  </a:lnTo>
                  <a:lnTo>
                    <a:pt x="457390" y="2597325"/>
                  </a:lnTo>
                  <a:lnTo>
                    <a:pt x="458101" y="2595905"/>
                  </a:lnTo>
                  <a:lnTo>
                    <a:pt x="459523" y="2595195"/>
                  </a:lnTo>
                  <a:lnTo>
                    <a:pt x="460946" y="2600165"/>
                  </a:lnTo>
                  <a:lnTo>
                    <a:pt x="461657" y="2596615"/>
                  </a:lnTo>
                  <a:lnTo>
                    <a:pt x="463080" y="2598745"/>
                  </a:lnTo>
                  <a:lnTo>
                    <a:pt x="464502" y="2595905"/>
                  </a:lnTo>
                  <a:lnTo>
                    <a:pt x="465924" y="2598035"/>
                  </a:lnTo>
                  <a:lnTo>
                    <a:pt x="466636" y="2596615"/>
                  </a:lnTo>
                  <a:lnTo>
                    <a:pt x="468058" y="2596615"/>
                  </a:lnTo>
                  <a:lnTo>
                    <a:pt x="469481" y="2598745"/>
                  </a:lnTo>
                  <a:lnTo>
                    <a:pt x="470192" y="2601584"/>
                  </a:lnTo>
                  <a:lnTo>
                    <a:pt x="471614" y="2600165"/>
                  </a:lnTo>
                  <a:lnTo>
                    <a:pt x="473037" y="2601584"/>
                  </a:lnTo>
                  <a:lnTo>
                    <a:pt x="474459" y="2598035"/>
                  </a:lnTo>
                  <a:lnTo>
                    <a:pt x="475170" y="2600874"/>
                  </a:lnTo>
                  <a:lnTo>
                    <a:pt x="476593" y="2600165"/>
                  </a:lnTo>
                  <a:lnTo>
                    <a:pt x="478015" y="2598035"/>
                  </a:lnTo>
                  <a:lnTo>
                    <a:pt x="478726" y="2600165"/>
                  </a:lnTo>
                  <a:lnTo>
                    <a:pt x="480149" y="2603714"/>
                  </a:lnTo>
                  <a:lnTo>
                    <a:pt x="481571" y="2600874"/>
                  </a:lnTo>
                  <a:lnTo>
                    <a:pt x="482994" y="2603714"/>
                  </a:lnTo>
                  <a:lnTo>
                    <a:pt x="483705" y="2603004"/>
                  </a:lnTo>
                  <a:lnTo>
                    <a:pt x="485127" y="2600165"/>
                  </a:lnTo>
                  <a:lnTo>
                    <a:pt x="486550" y="2605134"/>
                  </a:lnTo>
                  <a:lnTo>
                    <a:pt x="487261" y="2600165"/>
                  </a:lnTo>
                  <a:lnTo>
                    <a:pt x="488683" y="2602294"/>
                  </a:lnTo>
                  <a:lnTo>
                    <a:pt x="490106" y="2601584"/>
                  </a:lnTo>
                  <a:lnTo>
                    <a:pt x="490817" y="2600165"/>
                  </a:lnTo>
                  <a:lnTo>
                    <a:pt x="492240" y="2603714"/>
                  </a:lnTo>
                  <a:lnTo>
                    <a:pt x="493662" y="2603714"/>
                  </a:lnTo>
                  <a:lnTo>
                    <a:pt x="495084" y="2600874"/>
                  </a:lnTo>
                  <a:lnTo>
                    <a:pt x="495796" y="2601584"/>
                  </a:lnTo>
                  <a:lnTo>
                    <a:pt x="497218" y="2601584"/>
                  </a:lnTo>
                  <a:lnTo>
                    <a:pt x="498641" y="2605134"/>
                  </a:lnTo>
                  <a:lnTo>
                    <a:pt x="499352" y="2603004"/>
                  </a:lnTo>
                  <a:lnTo>
                    <a:pt x="500774" y="2603004"/>
                  </a:lnTo>
                  <a:lnTo>
                    <a:pt x="502197" y="2600165"/>
                  </a:lnTo>
                  <a:lnTo>
                    <a:pt x="503619" y="2603004"/>
                  </a:lnTo>
                  <a:lnTo>
                    <a:pt x="504330" y="2603714"/>
                  </a:lnTo>
                  <a:lnTo>
                    <a:pt x="505753" y="2604424"/>
                  </a:lnTo>
                  <a:lnTo>
                    <a:pt x="507175" y="2604424"/>
                  </a:lnTo>
                  <a:lnTo>
                    <a:pt x="507886" y="2604424"/>
                  </a:lnTo>
                  <a:lnTo>
                    <a:pt x="509309" y="2602294"/>
                  </a:lnTo>
                  <a:lnTo>
                    <a:pt x="510731" y="2604424"/>
                  </a:lnTo>
                  <a:lnTo>
                    <a:pt x="511442" y="2606554"/>
                  </a:lnTo>
                  <a:lnTo>
                    <a:pt x="512865" y="2605844"/>
                  </a:lnTo>
                  <a:lnTo>
                    <a:pt x="514287" y="2602294"/>
                  </a:lnTo>
                  <a:lnTo>
                    <a:pt x="515710" y="2605844"/>
                  </a:lnTo>
                  <a:lnTo>
                    <a:pt x="516421" y="2600165"/>
                  </a:lnTo>
                  <a:lnTo>
                    <a:pt x="517843" y="2604424"/>
                  </a:lnTo>
                  <a:lnTo>
                    <a:pt x="519266" y="2605134"/>
                  </a:lnTo>
                  <a:lnTo>
                    <a:pt x="519977" y="2607973"/>
                  </a:lnTo>
                  <a:lnTo>
                    <a:pt x="521400" y="2608683"/>
                  </a:lnTo>
                  <a:lnTo>
                    <a:pt x="522822" y="2610813"/>
                  </a:lnTo>
                  <a:lnTo>
                    <a:pt x="524244" y="2604424"/>
                  </a:lnTo>
                  <a:lnTo>
                    <a:pt x="524956" y="2605844"/>
                  </a:lnTo>
                  <a:lnTo>
                    <a:pt x="526378" y="2606554"/>
                  </a:lnTo>
                  <a:lnTo>
                    <a:pt x="527801" y="2610103"/>
                  </a:lnTo>
                  <a:lnTo>
                    <a:pt x="528512" y="2608683"/>
                  </a:lnTo>
                  <a:lnTo>
                    <a:pt x="529934" y="2607973"/>
                  </a:lnTo>
                  <a:lnTo>
                    <a:pt x="531357" y="2609393"/>
                  </a:lnTo>
                  <a:lnTo>
                    <a:pt x="532779" y="2606554"/>
                  </a:lnTo>
                  <a:lnTo>
                    <a:pt x="533490" y="2605844"/>
                  </a:lnTo>
                  <a:lnTo>
                    <a:pt x="534913" y="2607263"/>
                  </a:lnTo>
                  <a:lnTo>
                    <a:pt x="536335" y="2607973"/>
                  </a:lnTo>
                  <a:lnTo>
                    <a:pt x="537046" y="2608683"/>
                  </a:lnTo>
                  <a:lnTo>
                    <a:pt x="538469" y="2607263"/>
                  </a:lnTo>
                  <a:lnTo>
                    <a:pt x="539891" y="2606554"/>
                  </a:lnTo>
                  <a:lnTo>
                    <a:pt x="540602" y="2605134"/>
                  </a:lnTo>
                  <a:lnTo>
                    <a:pt x="542025" y="2607263"/>
                  </a:lnTo>
                  <a:lnTo>
                    <a:pt x="543447" y="2610813"/>
                  </a:lnTo>
                  <a:lnTo>
                    <a:pt x="544870" y="2612233"/>
                  </a:lnTo>
                  <a:lnTo>
                    <a:pt x="545581" y="2609393"/>
                  </a:lnTo>
                  <a:lnTo>
                    <a:pt x="547003" y="2607263"/>
                  </a:lnTo>
                  <a:lnTo>
                    <a:pt x="548426" y="2606554"/>
                  </a:lnTo>
                  <a:lnTo>
                    <a:pt x="549137" y="2607973"/>
                  </a:lnTo>
                  <a:lnTo>
                    <a:pt x="550560" y="2607973"/>
                  </a:lnTo>
                  <a:lnTo>
                    <a:pt x="551982" y="2611523"/>
                  </a:lnTo>
                  <a:lnTo>
                    <a:pt x="553404" y="2610813"/>
                  </a:lnTo>
                  <a:lnTo>
                    <a:pt x="554116" y="2609393"/>
                  </a:lnTo>
                  <a:lnTo>
                    <a:pt x="555538" y="2606554"/>
                  </a:lnTo>
                  <a:lnTo>
                    <a:pt x="556961" y="2606554"/>
                  </a:lnTo>
                  <a:lnTo>
                    <a:pt x="557672" y="2611523"/>
                  </a:lnTo>
                  <a:lnTo>
                    <a:pt x="559094" y="2612942"/>
                  </a:lnTo>
                  <a:lnTo>
                    <a:pt x="560536" y="2609393"/>
                  </a:lnTo>
                  <a:lnTo>
                    <a:pt x="561958" y="2608683"/>
                  </a:lnTo>
                  <a:lnTo>
                    <a:pt x="562669" y="2608683"/>
                  </a:lnTo>
                  <a:lnTo>
                    <a:pt x="564092" y="2612942"/>
                  </a:lnTo>
                  <a:lnTo>
                    <a:pt x="565514" y="2609393"/>
                  </a:lnTo>
                  <a:lnTo>
                    <a:pt x="566225" y="2611523"/>
                  </a:lnTo>
                  <a:lnTo>
                    <a:pt x="567648" y="2610813"/>
                  </a:lnTo>
                  <a:lnTo>
                    <a:pt x="569070" y="2610813"/>
                  </a:lnTo>
                  <a:lnTo>
                    <a:pt x="569781" y="2610103"/>
                  </a:lnTo>
                  <a:lnTo>
                    <a:pt x="571204" y="2610813"/>
                  </a:lnTo>
                  <a:lnTo>
                    <a:pt x="572626" y="2607973"/>
                  </a:lnTo>
                  <a:lnTo>
                    <a:pt x="574049" y="2605844"/>
                  </a:lnTo>
                  <a:lnTo>
                    <a:pt x="574760" y="2606554"/>
                  </a:lnTo>
                  <a:lnTo>
                    <a:pt x="576182" y="2607263"/>
                  </a:lnTo>
                  <a:lnTo>
                    <a:pt x="577605" y="2607263"/>
                  </a:lnTo>
                  <a:lnTo>
                    <a:pt x="578316" y="2608683"/>
                  </a:lnTo>
                  <a:lnTo>
                    <a:pt x="579739" y="2610103"/>
                  </a:lnTo>
                  <a:lnTo>
                    <a:pt x="581161" y="2611523"/>
                  </a:lnTo>
                  <a:lnTo>
                    <a:pt x="582583" y="2611523"/>
                  </a:lnTo>
                  <a:lnTo>
                    <a:pt x="583295" y="2610813"/>
                  </a:lnTo>
                  <a:lnTo>
                    <a:pt x="584717" y="2610103"/>
                  </a:lnTo>
                  <a:lnTo>
                    <a:pt x="586140" y="2612942"/>
                  </a:lnTo>
                  <a:lnTo>
                    <a:pt x="586851" y="2612233"/>
                  </a:lnTo>
                  <a:lnTo>
                    <a:pt x="588273" y="2613652"/>
                  </a:lnTo>
                  <a:lnTo>
                    <a:pt x="589696" y="2615072"/>
                  </a:lnTo>
                  <a:lnTo>
                    <a:pt x="591118" y="2610813"/>
                  </a:lnTo>
                  <a:lnTo>
                    <a:pt x="591829" y="2612233"/>
                  </a:lnTo>
                  <a:lnTo>
                    <a:pt x="593252" y="2613652"/>
                  </a:lnTo>
                  <a:lnTo>
                    <a:pt x="594674" y="2612942"/>
                  </a:lnTo>
                  <a:lnTo>
                    <a:pt x="595385" y="2618622"/>
                  </a:lnTo>
                  <a:lnTo>
                    <a:pt x="596808" y="2612942"/>
                  </a:lnTo>
                  <a:lnTo>
                    <a:pt x="598230" y="2612233"/>
                  </a:lnTo>
                  <a:lnTo>
                    <a:pt x="598941" y="2612233"/>
                  </a:lnTo>
                  <a:lnTo>
                    <a:pt x="600364" y="2614362"/>
                  </a:lnTo>
                  <a:lnTo>
                    <a:pt x="601786" y="2613652"/>
                  </a:lnTo>
                  <a:lnTo>
                    <a:pt x="603209" y="2613652"/>
                  </a:lnTo>
                  <a:lnTo>
                    <a:pt x="603920" y="2615782"/>
                  </a:lnTo>
                  <a:lnTo>
                    <a:pt x="605342" y="2613652"/>
                  </a:lnTo>
                  <a:lnTo>
                    <a:pt x="606765" y="2614362"/>
                  </a:lnTo>
                  <a:lnTo>
                    <a:pt x="607476" y="2614362"/>
                  </a:lnTo>
                  <a:lnTo>
                    <a:pt x="608899" y="2614362"/>
                  </a:lnTo>
                  <a:lnTo>
                    <a:pt x="610321" y="2611523"/>
                  </a:lnTo>
                  <a:lnTo>
                    <a:pt x="611743" y="2614362"/>
                  </a:lnTo>
                  <a:lnTo>
                    <a:pt x="612455" y="2616492"/>
                  </a:lnTo>
                  <a:lnTo>
                    <a:pt x="613877" y="2615072"/>
                  </a:lnTo>
                  <a:lnTo>
                    <a:pt x="615300" y="2613652"/>
                  </a:lnTo>
                  <a:lnTo>
                    <a:pt x="616011" y="2615072"/>
                  </a:lnTo>
                  <a:lnTo>
                    <a:pt x="617433" y="2615782"/>
                  </a:lnTo>
                  <a:lnTo>
                    <a:pt x="618856" y="2613652"/>
                  </a:lnTo>
                  <a:lnTo>
                    <a:pt x="620278" y="2617202"/>
                  </a:lnTo>
                  <a:lnTo>
                    <a:pt x="620989" y="2617912"/>
                  </a:lnTo>
                  <a:lnTo>
                    <a:pt x="622412" y="2614362"/>
                  </a:lnTo>
                  <a:lnTo>
                    <a:pt x="623834" y="2613652"/>
                  </a:lnTo>
                  <a:lnTo>
                    <a:pt x="624545" y="2615782"/>
                  </a:lnTo>
                  <a:lnTo>
                    <a:pt x="625968" y="2616492"/>
                  </a:lnTo>
                  <a:lnTo>
                    <a:pt x="627390" y="2613652"/>
                  </a:lnTo>
                  <a:lnTo>
                    <a:pt x="628102" y="2615782"/>
                  </a:lnTo>
                  <a:lnTo>
                    <a:pt x="629524" y="2615782"/>
                  </a:lnTo>
                  <a:lnTo>
                    <a:pt x="630946" y="2621461"/>
                  </a:lnTo>
                  <a:lnTo>
                    <a:pt x="632369" y="2616492"/>
                  </a:lnTo>
                  <a:lnTo>
                    <a:pt x="633080" y="2613652"/>
                  </a:lnTo>
                  <a:lnTo>
                    <a:pt x="634502" y="2617912"/>
                  </a:lnTo>
                  <a:lnTo>
                    <a:pt x="635925" y="2615782"/>
                  </a:lnTo>
                  <a:lnTo>
                    <a:pt x="636636" y="2615782"/>
                  </a:lnTo>
                  <a:lnTo>
                    <a:pt x="638059" y="2616492"/>
                  </a:lnTo>
                  <a:lnTo>
                    <a:pt x="639481" y="2616492"/>
                  </a:lnTo>
                  <a:lnTo>
                    <a:pt x="640903" y="2620041"/>
                  </a:lnTo>
                  <a:lnTo>
                    <a:pt x="641615" y="2616492"/>
                  </a:lnTo>
                  <a:lnTo>
                    <a:pt x="643037" y="2619331"/>
                  </a:lnTo>
                  <a:lnTo>
                    <a:pt x="644460" y="2615782"/>
                  </a:lnTo>
                  <a:lnTo>
                    <a:pt x="645171" y="2617202"/>
                  </a:lnTo>
                  <a:lnTo>
                    <a:pt x="646593" y="2617202"/>
                  </a:lnTo>
                  <a:lnTo>
                    <a:pt x="648016" y="2617912"/>
                  </a:lnTo>
                  <a:lnTo>
                    <a:pt x="649438" y="2617912"/>
                  </a:lnTo>
                  <a:lnTo>
                    <a:pt x="650149" y="2618622"/>
                  </a:lnTo>
                  <a:lnTo>
                    <a:pt x="651572" y="2617202"/>
                  </a:lnTo>
                  <a:lnTo>
                    <a:pt x="652994" y="2620041"/>
                  </a:lnTo>
                  <a:lnTo>
                    <a:pt x="653705" y="2615782"/>
                  </a:lnTo>
                  <a:lnTo>
                    <a:pt x="655128" y="2615072"/>
                  </a:lnTo>
                  <a:lnTo>
                    <a:pt x="656550" y="2615782"/>
                  </a:lnTo>
                  <a:lnTo>
                    <a:pt x="657262" y="2613652"/>
                  </a:lnTo>
                  <a:lnTo>
                    <a:pt x="658684" y="2614362"/>
                  </a:lnTo>
                  <a:lnTo>
                    <a:pt x="660106" y="2609393"/>
                  </a:lnTo>
                  <a:lnTo>
                    <a:pt x="661529" y="2607973"/>
                  </a:lnTo>
                  <a:lnTo>
                    <a:pt x="662240" y="2614362"/>
                  </a:lnTo>
                  <a:lnTo>
                    <a:pt x="663663" y="2610813"/>
                  </a:lnTo>
                  <a:lnTo>
                    <a:pt x="665085" y="2613652"/>
                  </a:lnTo>
                  <a:lnTo>
                    <a:pt x="665796" y="2614362"/>
                  </a:lnTo>
                  <a:lnTo>
                    <a:pt x="667219" y="2609393"/>
                  </a:lnTo>
                  <a:lnTo>
                    <a:pt x="668641" y="2610103"/>
                  </a:lnTo>
                  <a:lnTo>
                    <a:pt x="670063" y="2610813"/>
                  </a:lnTo>
                  <a:lnTo>
                    <a:pt x="670775" y="2614362"/>
                  </a:lnTo>
                  <a:lnTo>
                    <a:pt x="672197" y="2612942"/>
                  </a:lnTo>
                  <a:lnTo>
                    <a:pt x="673620" y="2615072"/>
                  </a:lnTo>
                  <a:lnTo>
                    <a:pt x="674331" y="2611523"/>
                  </a:lnTo>
                  <a:lnTo>
                    <a:pt x="675753" y="2615072"/>
                  </a:lnTo>
                  <a:lnTo>
                    <a:pt x="677176" y="2610103"/>
                  </a:lnTo>
                  <a:lnTo>
                    <a:pt x="677887" y="2612233"/>
                  </a:lnTo>
                  <a:lnTo>
                    <a:pt x="679309" y="2612942"/>
                  </a:lnTo>
                  <a:lnTo>
                    <a:pt x="680732" y="2614362"/>
                  </a:lnTo>
                  <a:lnTo>
                    <a:pt x="682154" y="2610103"/>
                  </a:lnTo>
                  <a:lnTo>
                    <a:pt x="682865" y="2607973"/>
                  </a:lnTo>
                  <a:lnTo>
                    <a:pt x="684288" y="2606554"/>
                  </a:lnTo>
                  <a:lnTo>
                    <a:pt x="685710" y="2597325"/>
                  </a:lnTo>
                  <a:lnTo>
                    <a:pt x="686422" y="2593776"/>
                  </a:lnTo>
                  <a:lnTo>
                    <a:pt x="687844" y="2590936"/>
                  </a:lnTo>
                  <a:lnTo>
                    <a:pt x="689266" y="2583127"/>
                  </a:lnTo>
                  <a:lnTo>
                    <a:pt x="690689" y="2582417"/>
                  </a:lnTo>
                  <a:lnTo>
                    <a:pt x="691400" y="2573189"/>
                  </a:lnTo>
                  <a:lnTo>
                    <a:pt x="692823" y="2571769"/>
                  </a:lnTo>
                  <a:lnTo>
                    <a:pt x="694245" y="2563251"/>
                  </a:lnTo>
                  <a:lnTo>
                    <a:pt x="696379" y="2519219"/>
                  </a:lnTo>
                  <a:lnTo>
                    <a:pt x="697801" y="2461718"/>
                  </a:lnTo>
                  <a:lnTo>
                    <a:pt x="699224" y="2350948"/>
                  </a:lnTo>
                  <a:lnTo>
                    <a:pt x="699935" y="2136515"/>
                  </a:lnTo>
                  <a:lnTo>
                    <a:pt x="701357" y="1741725"/>
                  </a:lnTo>
                  <a:lnTo>
                    <a:pt x="702780" y="1155957"/>
                  </a:lnTo>
                  <a:lnTo>
                    <a:pt x="703491" y="808728"/>
                  </a:lnTo>
                  <a:lnTo>
                    <a:pt x="704913" y="891094"/>
                  </a:lnTo>
                  <a:lnTo>
                    <a:pt x="706336" y="1048026"/>
                  </a:lnTo>
                  <a:lnTo>
                    <a:pt x="707047" y="1352613"/>
                  </a:lnTo>
                  <a:lnTo>
                    <a:pt x="708469" y="1802093"/>
                  </a:lnTo>
                  <a:lnTo>
                    <a:pt x="709892" y="2136515"/>
                  </a:lnTo>
                  <a:lnTo>
                    <a:pt x="711314" y="2345979"/>
                  </a:lnTo>
                  <a:lnTo>
                    <a:pt x="712025" y="2479465"/>
                  </a:lnTo>
                  <a:lnTo>
                    <a:pt x="713448" y="2547614"/>
                  </a:lnTo>
                  <a:lnTo>
                    <a:pt x="714870" y="2568930"/>
                  </a:lnTo>
                  <a:lnTo>
                    <a:pt x="715582" y="2580998"/>
                  </a:lnTo>
                  <a:lnTo>
                    <a:pt x="717004" y="2590226"/>
                  </a:lnTo>
                  <a:lnTo>
                    <a:pt x="718426" y="2599455"/>
                  </a:lnTo>
                  <a:lnTo>
                    <a:pt x="719877" y="2606554"/>
                  </a:lnTo>
                  <a:lnTo>
                    <a:pt x="720589" y="2605134"/>
                  </a:lnTo>
                  <a:lnTo>
                    <a:pt x="722011" y="2613652"/>
                  </a:lnTo>
                  <a:lnTo>
                    <a:pt x="723433" y="2613652"/>
                  </a:lnTo>
                  <a:lnTo>
                    <a:pt x="724145" y="2617202"/>
                  </a:lnTo>
                  <a:lnTo>
                    <a:pt x="725567" y="2617202"/>
                  </a:lnTo>
                  <a:lnTo>
                    <a:pt x="726990" y="2617912"/>
                  </a:lnTo>
                  <a:lnTo>
                    <a:pt x="728412" y="2617912"/>
                  </a:lnTo>
                  <a:lnTo>
                    <a:pt x="729123" y="2618622"/>
                  </a:lnTo>
                  <a:lnTo>
                    <a:pt x="730546" y="2615072"/>
                  </a:lnTo>
                  <a:lnTo>
                    <a:pt x="731968" y="2616492"/>
                  </a:lnTo>
                  <a:lnTo>
                    <a:pt x="732679" y="2617202"/>
                  </a:lnTo>
                  <a:lnTo>
                    <a:pt x="734102" y="2617202"/>
                  </a:lnTo>
                  <a:lnTo>
                    <a:pt x="735524" y="2617202"/>
                  </a:lnTo>
                  <a:lnTo>
                    <a:pt x="736235" y="2621461"/>
                  </a:lnTo>
                  <a:lnTo>
                    <a:pt x="737658" y="2619331"/>
                  </a:lnTo>
                  <a:lnTo>
                    <a:pt x="739080" y="2621461"/>
                  </a:lnTo>
                  <a:lnTo>
                    <a:pt x="740503" y="2620751"/>
                  </a:lnTo>
                  <a:lnTo>
                    <a:pt x="741214" y="2622171"/>
                  </a:lnTo>
                  <a:lnTo>
                    <a:pt x="742636" y="2620751"/>
                  </a:lnTo>
                  <a:lnTo>
                    <a:pt x="744059" y="2619331"/>
                  </a:lnTo>
                  <a:lnTo>
                    <a:pt x="744770" y="2620041"/>
                  </a:lnTo>
                  <a:lnTo>
                    <a:pt x="746192" y="2618622"/>
                  </a:lnTo>
                  <a:lnTo>
                    <a:pt x="747615" y="2620751"/>
                  </a:lnTo>
                  <a:lnTo>
                    <a:pt x="749037" y="2622881"/>
                  </a:lnTo>
                  <a:lnTo>
                    <a:pt x="749749" y="2625720"/>
                  </a:lnTo>
                  <a:lnTo>
                    <a:pt x="751171" y="2625011"/>
                  </a:lnTo>
                  <a:lnTo>
                    <a:pt x="752593" y="2623591"/>
                  </a:lnTo>
                  <a:lnTo>
                    <a:pt x="753305" y="2622881"/>
                  </a:lnTo>
                  <a:lnTo>
                    <a:pt x="754727" y="2623591"/>
                  </a:lnTo>
                  <a:lnTo>
                    <a:pt x="756150" y="2625011"/>
                  </a:lnTo>
                  <a:lnTo>
                    <a:pt x="757572" y="2625011"/>
                  </a:lnTo>
                  <a:lnTo>
                    <a:pt x="758283" y="2623591"/>
                  </a:lnTo>
                  <a:lnTo>
                    <a:pt x="759706" y="2626430"/>
                  </a:lnTo>
                  <a:lnTo>
                    <a:pt x="761128" y="2622171"/>
                  </a:lnTo>
                  <a:lnTo>
                    <a:pt x="761839" y="2620751"/>
                  </a:lnTo>
                  <a:lnTo>
                    <a:pt x="763262" y="2623591"/>
                  </a:lnTo>
                  <a:lnTo>
                    <a:pt x="764684" y="2625011"/>
                  </a:lnTo>
                  <a:lnTo>
                    <a:pt x="765395" y="2624301"/>
                  </a:lnTo>
                  <a:lnTo>
                    <a:pt x="766818" y="2625011"/>
                  </a:lnTo>
                  <a:lnTo>
                    <a:pt x="768240" y="2624301"/>
                  </a:lnTo>
                  <a:lnTo>
                    <a:pt x="769663" y="2625011"/>
                  </a:lnTo>
                  <a:lnTo>
                    <a:pt x="770374" y="2624301"/>
                  </a:lnTo>
                  <a:lnTo>
                    <a:pt x="771796" y="2624301"/>
                  </a:lnTo>
                  <a:lnTo>
                    <a:pt x="773219" y="2627140"/>
                  </a:lnTo>
                  <a:lnTo>
                    <a:pt x="773930" y="2627140"/>
                  </a:lnTo>
                  <a:lnTo>
                    <a:pt x="775352" y="2625720"/>
                  </a:lnTo>
                  <a:lnTo>
                    <a:pt x="776775" y="2625011"/>
                  </a:lnTo>
                  <a:lnTo>
                    <a:pt x="778197" y="2624301"/>
                  </a:lnTo>
                  <a:lnTo>
                    <a:pt x="778909" y="2625011"/>
                  </a:lnTo>
                  <a:lnTo>
                    <a:pt x="780331" y="2627850"/>
                  </a:lnTo>
                  <a:lnTo>
                    <a:pt x="781753" y="2625720"/>
                  </a:lnTo>
                  <a:lnTo>
                    <a:pt x="782465" y="2622881"/>
                  </a:lnTo>
                  <a:lnTo>
                    <a:pt x="783887" y="2627140"/>
                  </a:lnTo>
                  <a:lnTo>
                    <a:pt x="785310" y="2627850"/>
                  </a:lnTo>
                  <a:lnTo>
                    <a:pt x="786732" y="2626430"/>
                  </a:lnTo>
                  <a:lnTo>
                    <a:pt x="787443" y="2628560"/>
                  </a:lnTo>
                  <a:lnTo>
                    <a:pt x="788866" y="2627850"/>
                  </a:lnTo>
                  <a:lnTo>
                    <a:pt x="790288" y="2628560"/>
                  </a:lnTo>
                  <a:lnTo>
                    <a:pt x="790999" y="2627850"/>
                  </a:lnTo>
                  <a:lnTo>
                    <a:pt x="792422" y="2626430"/>
                  </a:lnTo>
                  <a:lnTo>
                    <a:pt x="793844" y="2624301"/>
                  </a:lnTo>
                  <a:lnTo>
                    <a:pt x="794555" y="2627850"/>
                  </a:lnTo>
                  <a:lnTo>
                    <a:pt x="795978" y="2627850"/>
                  </a:lnTo>
                  <a:lnTo>
                    <a:pt x="797400" y="2625720"/>
                  </a:lnTo>
                  <a:lnTo>
                    <a:pt x="798823" y="2628560"/>
                  </a:lnTo>
                  <a:lnTo>
                    <a:pt x="799534" y="2628560"/>
                  </a:lnTo>
                  <a:lnTo>
                    <a:pt x="800956" y="2626430"/>
                  </a:lnTo>
                  <a:lnTo>
                    <a:pt x="802379" y="2627140"/>
                  </a:lnTo>
                  <a:lnTo>
                    <a:pt x="803090" y="2629980"/>
                  </a:lnTo>
                  <a:lnTo>
                    <a:pt x="804513" y="2626430"/>
                  </a:lnTo>
                  <a:lnTo>
                    <a:pt x="805935" y="2629270"/>
                  </a:lnTo>
                  <a:lnTo>
                    <a:pt x="807357" y="2627140"/>
                  </a:lnTo>
                  <a:lnTo>
                    <a:pt x="808069" y="2630690"/>
                  </a:lnTo>
                  <a:lnTo>
                    <a:pt x="809491" y="2629270"/>
                  </a:lnTo>
                  <a:lnTo>
                    <a:pt x="810913" y="2628560"/>
                  </a:lnTo>
                  <a:lnTo>
                    <a:pt x="811625" y="2628560"/>
                  </a:lnTo>
                  <a:lnTo>
                    <a:pt x="813047" y="2632819"/>
                  </a:lnTo>
                  <a:lnTo>
                    <a:pt x="814470" y="2629270"/>
                  </a:lnTo>
                  <a:lnTo>
                    <a:pt x="815892" y="2627850"/>
                  </a:lnTo>
                  <a:lnTo>
                    <a:pt x="816603" y="2631399"/>
                  </a:lnTo>
                  <a:lnTo>
                    <a:pt x="818026" y="2629980"/>
                  </a:lnTo>
                  <a:lnTo>
                    <a:pt x="819448" y="2627850"/>
                  </a:lnTo>
                  <a:lnTo>
                    <a:pt x="820159" y="2629270"/>
                  </a:lnTo>
                  <a:lnTo>
                    <a:pt x="821582" y="2629980"/>
                  </a:lnTo>
                  <a:lnTo>
                    <a:pt x="823004" y="2631399"/>
                  </a:lnTo>
                  <a:lnTo>
                    <a:pt x="823715" y="2628560"/>
                  </a:lnTo>
                  <a:lnTo>
                    <a:pt x="825138" y="2631399"/>
                  </a:lnTo>
                  <a:lnTo>
                    <a:pt x="826560" y="2629270"/>
                  </a:lnTo>
                  <a:lnTo>
                    <a:pt x="827983" y="2631399"/>
                  </a:lnTo>
                  <a:lnTo>
                    <a:pt x="828694" y="2627850"/>
                  </a:lnTo>
                  <a:lnTo>
                    <a:pt x="830116" y="2629270"/>
                  </a:lnTo>
                  <a:lnTo>
                    <a:pt x="831539" y="2628560"/>
                  </a:lnTo>
                  <a:lnTo>
                    <a:pt x="832250" y="2627850"/>
                  </a:lnTo>
                  <a:lnTo>
                    <a:pt x="833673" y="2630690"/>
                  </a:lnTo>
                  <a:lnTo>
                    <a:pt x="835095" y="2631399"/>
                  </a:lnTo>
                  <a:lnTo>
                    <a:pt x="836517" y="2627140"/>
                  </a:lnTo>
                  <a:lnTo>
                    <a:pt x="837229" y="2627850"/>
                  </a:lnTo>
                  <a:lnTo>
                    <a:pt x="838651" y="2629980"/>
                  </a:lnTo>
                  <a:lnTo>
                    <a:pt x="840073" y="2631399"/>
                  </a:lnTo>
                  <a:lnTo>
                    <a:pt x="840785" y="2630690"/>
                  </a:lnTo>
                  <a:lnTo>
                    <a:pt x="842207" y="2630690"/>
                  </a:lnTo>
                  <a:lnTo>
                    <a:pt x="843630" y="2632819"/>
                  </a:lnTo>
                  <a:lnTo>
                    <a:pt x="844341" y="2631399"/>
                  </a:lnTo>
                  <a:lnTo>
                    <a:pt x="845763" y="2630690"/>
                  </a:lnTo>
                  <a:lnTo>
                    <a:pt x="847186" y="2631399"/>
                  </a:lnTo>
                  <a:lnTo>
                    <a:pt x="848608" y="2630690"/>
                  </a:lnTo>
                  <a:lnTo>
                    <a:pt x="849319" y="2630690"/>
                  </a:lnTo>
                </a:path>
                <a:path w="4337685" h="2677795">
                  <a:moveTo>
                    <a:pt x="849319" y="2630690"/>
                  </a:moveTo>
                  <a:lnTo>
                    <a:pt x="850742" y="2634239"/>
                  </a:lnTo>
                  <a:lnTo>
                    <a:pt x="852164" y="2630690"/>
                  </a:lnTo>
                  <a:lnTo>
                    <a:pt x="852875" y="2630690"/>
                  </a:lnTo>
                  <a:lnTo>
                    <a:pt x="854298" y="2632819"/>
                  </a:lnTo>
                  <a:lnTo>
                    <a:pt x="855720" y="2632819"/>
                  </a:lnTo>
                  <a:lnTo>
                    <a:pt x="857143" y="2633529"/>
                  </a:lnTo>
                  <a:lnTo>
                    <a:pt x="857854" y="2632109"/>
                  </a:lnTo>
                  <a:lnTo>
                    <a:pt x="859276" y="2633529"/>
                  </a:lnTo>
                  <a:lnTo>
                    <a:pt x="860699" y="2632109"/>
                  </a:lnTo>
                  <a:lnTo>
                    <a:pt x="861410" y="2632819"/>
                  </a:lnTo>
                  <a:lnTo>
                    <a:pt x="862833" y="2632819"/>
                  </a:lnTo>
                  <a:lnTo>
                    <a:pt x="864255" y="2632109"/>
                  </a:lnTo>
                  <a:lnTo>
                    <a:pt x="865677" y="2632819"/>
                  </a:lnTo>
                  <a:lnTo>
                    <a:pt x="866389" y="2633529"/>
                  </a:lnTo>
                  <a:lnTo>
                    <a:pt x="867811" y="2635659"/>
                  </a:lnTo>
                  <a:lnTo>
                    <a:pt x="869234" y="2633529"/>
                  </a:lnTo>
                  <a:lnTo>
                    <a:pt x="869945" y="2631399"/>
                  </a:lnTo>
                  <a:lnTo>
                    <a:pt x="871367" y="2631399"/>
                  </a:lnTo>
                  <a:lnTo>
                    <a:pt x="872790" y="2630690"/>
                  </a:lnTo>
                  <a:lnTo>
                    <a:pt x="873501" y="2634949"/>
                  </a:lnTo>
                  <a:lnTo>
                    <a:pt x="874923" y="2633529"/>
                  </a:lnTo>
                  <a:lnTo>
                    <a:pt x="876346" y="2630690"/>
                  </a:lnTo>
                  <a:lnTo>
                    <a:pt x="877768" y="2634239"/>
                  </a:lnTo>
                  <a:lnTo>
                    <a:pt x="878479" y="2632109"/>
                  </a:lnTo>
                  <a:lnTo>
                    <a:pt x="879921" y="2636369"/>
                  </a:lnTo>
                  <a:lnTo>
                    <a:pt x="881343" y="2632819"/>
                  </a:lnTo>
                  <a:lnTo>
                    <a:pt x="882054" y="2632109"/>
                  </a:lnTo>
                  <a:lnTo>
                    <a:pt x="883477" y="2632109"/>
                  </a:lnTo>
                  <a:lnTo>
                    <a:pt x="884899" y="2635659"/>
                  </a:lnTo>
                  <a:lnTo>
                    <a:pt x="886322" y="2633529"/>
                  </a:lnTo>
                  <a:lnTo>
                    <a:pt x="887033" y="2636369"/>
                  </a:lnTo>
                  <a:lnTo>
                    <a:pt x="888455" y="2635659"/>
                  </a:lnTo>
                  <a:lnTo>
                    <a:pt x="889878" y="2630690"/>
                  </a:lnTo>
                  <a:lnTo>
                    <a:pt x="890589" y="2633529"/>
                  </a:lnTo>
                  <a:lnTo>
                    <a:pt x="892012" y="2633529"/>
                  </a:lnTo>
                  <a:lnTo>
                    <a:pt x="893434" y="2633529"/>
                  </a:lnTo>
                  <a:lnTo>
                    <a:pt x="894856" y="2632109"/>
                  </a:lnTo>
                  <a:lnTo>
                    <a:pt x="895568" y="2631399"/>
                  </a:lnTo>
                  <a:lnTo>
                    <a:pt x="896990" y="2634239"/>
                  </a:lnTo>
                  <a:lnTo>
                    <a:pt x="898412" y="2634949"/>
                  </a:lnTo>
                  <a:lnTo>
                    <a:pt x="899124" y="2635659"/>
                  </a:lnTo>
                  <a:lnTo>
                    <a:pt x="900546" y="2637079"/>
                  </a:lnTo>
                  <a:lnTo>
                    <a:pt x="901969" y="2636369"/>
                  </a:lnTo>
                  <a:lnTo>
                    <a:pt x="902680" y="2632819"/>
                  </a:lnTo>
                  <a:lnTo>
                    <a:pt x="904102" y="2636369"/>
                  </a:lnTo>
                  <a:lnTo>
                    <a:pt x="905525" y="2635659"/>
                  </a:lnTo>
                  <a:lnTo>
                    <a:pt x="906947" y="2636369"/>
                  </a:lnTo>
                  <a:lnTo>
                    <a:pt x="907658" y="2636369"/>
                  </a:lnTo>
                  <a:lnTo>
                    <a:pt x="909081" y="2638498"/>
                  </a:lnTo>
                  <a:lnTo>
                    <a:pt x="910503" y="2635659"/>
                  </a:lnTo>
                  <a:lnTo>
                    <a:pt x="911214" y="2635659"/>
                  </a:lnTo>
                  <a:lnTo>
                    <a:pt x="912637" y="2636369"/>
                  </a:lnTo>
                  <a:lnTo>
                    <a:pt x="914059" y="2636369"/>
                  </a:lnTo>
                  <a:lnTo>
                    <a:pt x="915482" y="2635659"/>
                  </a:lnTo>
                  <a:lnTo>
                    <a:pt x="916193" y="2637788"/>
                  </a:lnTo>
                  <a:lnTo>
                    <a:pt x="917615" y="2637079"/>
                  </a:lnTo>
                  <a:lnTo>
                    <a:pt x="919038" y="2634949"/>
                  </a:lnTo>
                  <a:lnTo>
                    <a:pt x="919749" y="2636369"/>
                  </a:lnTo>
                  <a:lnTo>
                    <a:pt x="921172" y="2637079"/>
                  </a:lnTo>
                  <a:lnTo>
                    <a:pt x="922594" y="2635659"/>
                  </a:lnTo>
                  <a:lnTo>
                    <a:pt x="924016" y="2639918"/>
                  </a:lnTo>
                  <a:lnTo>
                    <a:pt x="924728" y="2638498"/>
                  </a:lnTo>
                  <a:lnTo>
                    <a:pt x="926150" y="2634949"/>
                  </a:lnTo>
                  <a:lnTo>
                    <a:pt x="927573" y="2639208"/>
                  </a:lnTo>
                  <a:lnTo>
                    <a:pt x="928284" y="2638498"/>
                  </a:lnTo>
                  <a:lnTo>
                    <a:pt x="929706" y="2634949"/>
                  </a:lnTo>
                  <a:lnTo>
                    <a:pt x="931129" y="2638498"/>
                  </a:lnTo>
                  <a:lnTo>
                    <a:pt x="931840" y="2635659"/>
                  </a:lnTo>
                  <a:lnTo>
                    <a:pt x="933262" y="2639918"/>
                  </a:lnTo>
                  <a:lnTo>
                    <a:pt x="934685" y="2638498"/>
                  </a:lnTo>
                  <a:lnTo>
                    <a:pt x="936107" y="2637079"/>
                  </a:lnTo>
                  <a:lnTo>
                    <a:pt x="936818" y="2639208"/>
                  </a:lnTo>
                  <a:lnTo>
                    <a:pt x="938241" y="2639208"/>
                  </a:lnTo>
                  <a:lnTo>
                    <a:pt x="939663" y="2637079"/>
                  </a:lnTo>
                  <a:lnTo>
                    <a:pt x="940374" y="2637788"/>
                  </a:lnTo>
                  <a:lnTo>
                    <a:pt x="941797" y="2637079"/>
                  </a:lnTo>
                  <a:lnTo>
                    <a:pt x="943219" y="2638498"/>
                  </a:lnTo>
                  <a:lnTo>
                    <a:pt x="944642" y="2637079"/>
                  </a:lnTo>
                  <a:lnTo>
                    <a:pt x="945353" y="2637079"/>
                  </a:lnTo>
                  <a:lnTo>
                    <a:pt x="946775" y="2639918"/>
                  </a:lnTo>
                  <a:lnTo>
                    <a:pt x="948198" y="2639918"/>
                  </a:lnTo>
                  <a:lnTo>
                    <a:pt x="948909" y="2637788"/>
                  </a:lnTo>
                  <a:lnTo>
                    <a:pt x="950332" y="2638498"/>
                  </a:lnTo>
                  <a:lnTo>
                    <a:pt x="951754" y="2639208"/>
                  </a:lnTo>
                  <a:lnTo>
                    <a:pt x="953176" y="2637788"/>
                  </a:lnTo>
                  <a:lnTo>
                    <a:pt x="953888" y="2638498"/>
                  </a:lnTo>
                  <a:lnTo>
                    <a:pt x="955310" y="2639208"/>
                  </a:lnTo>
                  <a:lnTo>
                    <a:pt x="956733" y="2638498"/>
                  </a:lnTo>
                  <a:lnTo>
                    <a:pt x="957444" y="2639918"/>
                  </a:lnTo>
                  <a:lnTo>
                    <a:pt x="958866" y="2637788"/>
                  </a:lnTo>
                  <a:lnTo>
                    <a:pt x="960289" y="2639208"/>
                  </a:lnTo>
                  <a:lnTo>
                    <a:pt x="961000" y="2638498"/>
                  </a:lnTo>
                  <a:lnTo>
                    <a:pt x="962422" y="2640628"/>
                  </a:lnTo>
                  <a:lnTo>
                    <a:pt x="963845" y="2639208"/>
                  </a:lnTo>
                  <a:lnTo>
                    <a:pt x="965267" y="2641338"/>
                  </a:lnTo>
                  <a:lnTo>
                    <a:pt x="965978" y="2638498"/>
                  </a:lnTo>
                  <a:lnTo>
                    <a:pt x="967401" y="2640628"/>
                  </a:lnTo>
                  <a:lnTo>
                    <a:pt x="968823" y="2639918"/>
                  </a:lnTo>
                  <a:lnTo>
                    <a:pt x="969534" y="2639918"/>
                  </a:lnTo>
                  <a:lnTo>
                    <a:pt x="970957" y="2637079"/>
                  </a:lnTo>
                  <a:lnTo>
                    <a:pt x="972379" y="2640628"/>
                  </a:lnTo>
                  <a:lnTo>
                    <a:pt x="973802" y="2640628"/>
                  </a:lnTo>
                  <a:lnTo>
                    <a:pt x="974513" y="2640628"/>
                  </a:lnTo>
                  <a:lnTo>
                    <a:pt x="975935" y="2639918"/>
                  </a:lnTo>
                  <a:lnTo>
                    <a:pt x="977358" y="2639208"/>
                  </a:lnTo>
                  <a:lnTo>
                    <a:pt x="978069" y="2639918"/>
                  </a:lnTo>
                  <a:lnTo>
                    <a:pt x="979492" y="2638498"/>
                  </a:lnTo>
                  <a:lnTo>
                    <a:pt x="980914" y="2639208"/>
                  </a:lnTo>
                  <a:lnTo>
                    <a:pt x="982336" y="2642048"/>
                  </a:lnTo>
                  <a:lnTo>
                    <a:pt x="983048" y="2640628"/>
                  </a:lnTo>
                  <a:lnTo>
                    <a:pt x="984470" y="2640628"/>
                  </a:lnTo>
                  <a:lnTo>
                    <a:pt x="985893" y="2638498"/>
                  </a:lnTo>
                  <a:lnTo>
                    <a:pt x="986604" y="2642048"/>
                  </a:lnTo>
                  <a:lnTo>
                    <a:pt x="988026" y="2638498"/>
                  </a:lnTo>
                  <a:lnTo>
                    <a:pt x="989449" y="2643468"/>
                  </a:lnTo>
                  <a:lnTo>
                    <a:pt x="990160" y="2642758"/>
                  </a:lnTo>
                  <a:lnTo>
                    <a:pt x="991582" y="2641338"/>
                  </a:lnTo>
                  <a:lnTo>
                    <a:pt x="993005" y="2640628"/>
                  </a:lnTo>
                  <a:lnTo>
                    <a:pt x="994427" y="2640628"/>
                  </a:lnTo>
                  <a:lnTo>
                    <a:pt x="995138" y="2639918"/>
                  </a:lnTo>
                  <a:lnTo>
                    <a:pt x="996561" y="2642048"/>
                  </a:lnTo>
                  <a:lnTo>
                    <a:pt x="997983" y="2643468"/>
                  </a:lnTo>
                  <a:lnTo>
                    <a:pt x="998695" y="2641338"/>
                  </a:lnTo>
                  <a:lnTo>
                    <a:pt x="1000117" y="2642758"/>
                  </a:lnTo>
                  <a:lnTo>
                    <a:pt x="1001539" y="2640628"/>
                  </a:lnTo>
                  <a:lnTo>
                    <a:pt x="1002962" y="2642048"/>
                  </a:lnTo>
                  <a:lnTo>
                    <a:pt x="1003673" y="2643468"/>
                  </a:lnTo>
                  <a:lnTo>
                    <a:pt x="1005095" y="2639918"/>
                  </a:lnTo>
                  <a:lnTo>
                    <a:pt x="1006518" y="2639208"/>
                  </a:lnTo>
                  <a:lnTo>
                    <a:pt x="1007229" y="2643468"/>
                  </a:lnTo>
                  <a:lnTo>
                    <a:pt x="1008652" y="2642048"/>
                  </a:lnTo>
                  <a:lnTo>
                    <a:pt x="1010074" y="2641338"/>
                  </a:lnTo>
                  <a:lnTo>
                    <a:pt x="1011496" y="2642758"/>
                  </a:lnTo>
                  <a:lnTo>
                    <a:pt x="1012208" y="2641338"/>
                  </a:lnTo>
                  <a:lnTo>
                    <a:pt x="1013630" y="2642048"/>
                  </a:lnTo>
                  <a:lnTo>
                    <a:pt x="1015053" y="2642758"/>
                  </a:lnTo>
                  <a:lnTo>
                    <a:pt x="1015764" y="2642048"/>
                  </a:lnTo>
                  <a:lnTo>
                    <a:pt x="1017186" y="2644887"/>
                  </a:lnTo>
                  <a:lnTo>
                    <a:pt x="1018609" y="2644887"/>
                  </a:lnTo>
                  <a:lnTo>
                    <a:pt x="1019320" y="2642758"/>
                  </a:lnTo>
                  <a:lnTo>
                    <a:pt x="1020742" y="2642758"/>
                  </a:lnTo>
                  <a:lnTo>
                    <a:pt x="1022165" y="2641338"/>
                  </a:lnTo>
                  <a:lnTo>
                    <a:pt x="1023587" y="2644887"/>
                  </a:lnTo>
                  <a:lnTo>
                    <a:pt x="1024298" y="2643468"/>
                  </a:lnTo>
                  <a:lnTo>
                    <a:pt x="1025721" y="2639918"/>
                  </a:lnTo>
                  <a:lnTo>
                    <a:pt x="1027143" y="2645597"/>
                  </a:lnTo>
                  <a:lnTo>
                    <a:pt x="1027855" y="2643468"/>
                  </a:lnTo>
                  <a:lnTo>
                    <a:pt x="1029277" y="2644177"/>
                  </a:lnTo>
                  <a:lnTo>
                    <a:pt x="1030699" y="2645597"/>
                  </a:lnTo>
                  <a:lnTo>
                    <a:pt x="1032122" y="2640628"/>
                  </a:lnTo>
                  <a:lnTo>
                    <a:pt x="1032833" y="2647017"/>
                  </a:lnTo>
                  <a:lnTo>
                    <a:pt x="1034256" y="2641338"/>
                  </a:lnTo>
                  <a:lnTo>
                    <a:pt x="1035678" y="2644887"/>
                  </a:lnTo>
                  <a:lnTo>
                    <a:pt x="1036389" y="2645597"/>
                  </a:lnTo>
                  <a:lnTo>
                    <a:pt x="1037812" y="2643468"/>
                  </a:lnTo>
                  <a:lnTo>
                    <a:pt x="1039234" y="2645597"/>
                  </a:lnTo>
                  <a:lnTo>
                    <a:pt x="1039964" y="2642758"/>
                  </a:lnTo>
                  <a:lnTo>
                    <a:pt x="1041387" y="2643468"/>
                  </a:lnTo>
                  <a:lnTo>
                    <a:pt x="1042809" y="2641338"/>
                  </a:lnTo>
                  <a:lnTo>
                    <a:pt x="1044232" y="2644887"/>
                  </a:lnTo>
                  <a:lnTo>
                    <a:pt x="1044943" y="2644177"/>
                  </a:lnTo>
                  <a:lnTo>
                    <a:pt x="1046365" y="2643468"/>
                  </a:lnTo>
                  <a:lnTo>
                    <a:pt x="1047788" y="2642758"/>
                  </a:lnTo>
                  <a:lnTo>
                    <a:pt x="1048499" y="2647017"/>
                  </a:lnTo>
                  <a:lnTo>
                    <a:pt x="1049921" y="2644887"/>
                  </a:lnTo>
                  <a:lnTo>
                    <a:pt x="1051344" y="2644887"/>
                  </a:lnTo>
                  <a:lnTo>
                    <a:pt x="1052766" y="2642758"/>
                  </a:lnTo>
                  <a:lnTo>
                    <a:pt x="1053477" y="2645597"/>
                  </a:lnTo>
                  <a:lnTo>
                    <a:pt x="1054900" y="2647017"/>
                  </a:lnTo>
                  <a:lnTo>
                    <a:pt x="1056322" y="2641338"/>
                  </a:lnTo>
                  <a:lnTo>
                    <a:pt x="1057034" y="2642048"/>
                  </a:lnTo>
                  <a:lnTo>
                    <a:pt x="1058456" y="2646307"/>
                  </a:lnTo>
                  <a:lnTo>
                    <a:pt x="1059878" y="2644177"/>
                  </a:lnTo>
                  <a:lnTo>
                    <a:pt x="1061301" y="2644177"/>
                  </a:lnTo>
                  <a:lnTo>
                    <a:pt x="1062012" y="2646307"/>
                  </a:lnTo>
                  <a:lnTo>
                    <a:pt x="1063434" y="2644887"/>
                  </a:lnTo>
                  <a:lnTo>
                    <a:pt x="1064857" y="2642048"/>
                  </a:lnTo>
                  <a:lnTo>
                    <a:pt x="1065568" y="2647017"/>
                  </a:lnTo>
                  <a:lnTo>
                    <a:pt x="1066991" y="2642758"/>
                  </a:lnTo>
                  <a:lnTo>
                    <a:pt x="1068413" y="2646307"/>
                  </a:lnTo>
                  <a:lnTo>
                    <a:pt x="1069124" y="2647017"/>
                  </a:lnTo>
                  <a:lnTo>
                    <a:pt x="1070547" y="2647017"/>
                  </a:lnTo>
                  <a:lnTo>
                    <a:pt x="1071969" y="2646307"/>
                  </a:lnTo>
                  <a:lnTo>
                    <a:pt x="1073392" y="2644887"/>
                  </a:lnTo>
                  <a:lnTo>
                    <a:pt x="1074103" y="2644177"/>
                  </a:lnTo>
                  <a:lnTo>
                    <a:pt x="1075525" y="2642758"/>
                  </a:lnTo>
                  <a:lnTo>
                    <a:pt x="1076948" y="2637079"/>
                  </a:lnTo>
                  <a:lnTo>
                    <a:pt x="1077659" y="2636369"/>
                  </a:lnTo>
                  <a:lnTo>
                    <a:pt x="1079081" y="2637079"/>
                  </a:lnTo>
                  <a:lnTo>
                    <a:pt x="1080504" y="2639208"/>
                  </a:lnTo>
                  <a:lnTo>
                    <a:pt x="1081926" y="2642758"/>
                  </a:lnTo>
                  <a:lnTo>
                    <a:pt x="1082637" y="2642758"/>
                  </a:lnTo>
                  <a:lnTo>
                    <a:pt x="1084060" y="2645597"/>
                  </a:lnTo>
                  <a:lnTo>
                    <a:pt x="1085482" y="2643468"/>
                  </a:lnTo>
                  <a:lnTo>
                    <a:pt x="1086194" y="2646307"/>
                  </a:lnTo>
                  <a:lnTo>
                    <a:pt x="1087616" y="2647017"/>
                  </a:lnTo>
                  <a:lnTo>
                    <a:pt x="1089038" y="2644177"/>
                  </a:lnTo>
                  <a:lnTo>
                    <a:pt x="1090461" y="2646307"/>
                  </a:lnTo>
                  <a:lnTo>
                    <a:pt x="1091172" y="2647017"/>
                  </a:lnTo>
                  <a:lnTo>
                    <a:pt x="1092595" y="2647017"/>
                  </a:lnTo>
                  <a:lnTo>
                    <a:pt x="1094017" y="2646307"/>
                  </a:lnTo>
                  <a:lnTo>
                    <a:pt x="1094728" y="2644887"/>
                  </a:lnTo>
                  <a:lnTo>
                    <a:pt x="1096151" y="2646307"/>
                  </a:lnTo>
                  <a:lnTo>
                    <a:pt x="1097573" y="2644177"/>
                  </a:lnTo>
                  <a:lnTo>
                    <a:pt x="1098284" y="2646307"/>
                  </a:lnTo>
                  <a:lnTo>
                    <a:pt x="1099707" y="2646307"/>
                  </a:lnTo>
                  <a:lnTo>
                    <a:pt x="1101129" y="2644887"/>
                  </a:lnTo>
                  <a:lnTo>
                    <a:pt x="1102552" y="2645597"/>
                  </a:lnTo>
                  <a:lnTo>
                    <a:pt x="1103263" y="2647017"/>
                  </a:lnTo>
                  <a:lnTo>
                    <a:pt x="1104685" y="2645597"/>
                  </a:lnTo>
                  <a:lnTo>
                    <a:pt x="1106108" y="2646307"/>
                  </a:lnTo>
                  <a:lnTo>
                    <a:pt x="1106819" y="2644177"/>
                  </a:lnTo>
                  <a:lnTo>
                    <a:pt x="1108241" y="2645597"/>
                  </a:lnTo>
                  <a:lnTo>
                    <a:pt x="1109664" y="2647727"/>
                  </a:lnTo>
                  <a:lnTo>
                    <a:pt x="1111086" y="2647017"/>
                  </a:lnTo>
                  <a:lnTo>
                    <a:pt x="1111797" y="2648437"/>
                  </a:lnTo>
                  <a:lnTo>
                    <a:pt x="1113220" y="2647017"/>
                  </a:lnTo>
                  <a:lnTo>
                    <a:pt x="1114642" y="2646307"/>
                  </a:lnTo>
                  <a:lnTo>
                    <a:pt x="1115354" y="2648437"/>
                  </a:lnTo>
                  <a:lnTo>
                    <a:pt x="1116776" y="2647017"/>
                  </a:lnTo>
                  <a:lnTo>
                    <a:pt x="1118198" y="2644887"/>
                  </a:lnTo>
                  <a:lnTo>
                    <a:pt x="1119621" y="2647727"/>
                  </a:lnTo>
                  <a:lnTo>
                    <a:pt x="1120332" y="2649147"/>
                  </a:lnTo>
                  <a:lnTo>
                    <a:pt x="1121755" y="2648437"/>
                  </a:lnTo>
                  <a:lnTo>
                    <a:pt x="1123177" y="2648437"/>
                  </a:lnTo>
                  <a:lnTo>
                    <a:pt x="1123888" y="2647017"/>
                  </a:lnTo>
                  <a:lnTo>
                    <a:pt x="1125311" y="2647727"/>
                  </a:lnTo>
                  <a:lnTo>
                    <a:pt x="1126733" y="2647727"/>
                  </a:lnTo>
                  <a:lnTo>
                    <a:pt x="1127444" y="2647017"/>
                  </a:lnTo>
                  <a:lnTo>
                    <a:pt x="1128867" y="2649147"/>
                  </a:lnTo>
                  <a:lnTo>
                    <a:pt x="1130289" y="2647017"/>
                  </a:lnTo>
                  <a:lnTo>
                    <a:pt x="1131712" y="2644887"/>
                  </a:lnTo>
                  <a:lnTo>
                    <a:pt x="1132423" y="2648437"/>
                  </a:lnTo>
                  <a:lnTo>
                    <a:pt x="1133845" y="2649147"/>
                  </a:lnTo>
                  <a:lnTo>
                    <a:pt x="1135268" y="2646307"/>
                  </a:lnTo>
                  <a:lnTo>
                    <a:pt x="1135979" y="2649147"/>
                  </a:lnTo>
                  <a:lnTo>
                    <a:pt x="1137401" y="2647017"/>
                  </a:lnTo>
                  <a:lnTo>
                    <a:pt x="1138824" y="2648437"/>
                  </a:lnTo>
                  <a:lnTo>
                    <a:pt x="1140246" y="2647727"/>
                  </a:lnTo>
                  <a:lnTo>
                    <a:pt x="1140957" y="2648437"/>
                  </a:lnTo>
                  <a:lnTo>
                    <a:pt x="1142380" y="2649147"/>
                  </a:lnTo>
                  <a:lnTo>
                    <a:pt x="1143802" y="2648437"/>
                  </a:lnTo>
                  <a:lnTo>
                    <a:pt x="1144514" y="2648437"/>
                  </a:lnTo>
                  <a:lnTo>
                    <a:pt x="1145936" y="2647727"/>
                  </a:lnTo>
                  <a:lnTo>
                    <a:pt x="1147358" y="2648437"/>
                  </a:lnTo>
                  <a:lnTo>
                    <a:pt x="1148781" y="2646307"/>
                  </a:lnTo>
                  <a:lnTo>
                    <a:pt x="1149492" y="2645597"/>
                  </a:lnTo>
                  <a:lnTo>
                    <a:pt x="1150915" y="2648437"/>
                  </a:lnTo>
                  <a:lnTo>
                    <a:pt x="1152337" y="2647727"/>
                  </a:lnTo>
                  <a:lnTo>
                    <a:pt x="1153048" y="2647727"/>
                  </a:lnTo>
                  <a:lnTo>
                    <a:pt x="1154471" y="2649147"/>
                  </a:lnTo>
                  <a:lnTo>
                    <a:pt x="1155893" y="2648437"/>
                  </a:lnTo>
                  <a:lnTo>
                    <a:pt x="1156604" y="2648437"/>
                  </a:lnTo>
                  <a:lnTo>
                    <a:pt x="1158027" y="2648437"/>
                  </a:lnTo>
                  <a:lnTo>
                    <a:pt x="1159449" y="2649147"/>
                  </a:lnTo>
                  <a:lnTo>
                    <a:pt x="1160872" y="2649147"/>
                  </a:lnTo>
                  <a:lnTo>
                    <a:pt x="1161583" y="2649147"/>
                  </a:lnTo>
                  <a:lnTo>
                    <a:pt x="1163005" y="2649147"/>
                  </a:lnTo>
                  <a:lnTo>
                    <a:pt x="1164428" y="2649856"/>
                  </a:lnTo>
                  <a:lnTo>
                    <a:pt x="1165139" y="2649856"/>
                  </a:lnTo>
                  <a:lnTo>
                    <a:pt x="1166561" y="2649147"/>
                  </a:lnTo>
                  <a:lnTo>
                    <a:pt x="1167984" y="2647727"/>
                  </a:lnTo>
                  <a:lnTo>
                    <a:pt x="1169406" y="2649147"/>
                  </a:lnTo>
                  <a:lnTo>
                    <a:pt x="1170117" y="2649147"/>
                  </a:lnTo>
                  <a:lnTo>
                    <a:pt x="1171540" y="2650566"/>
                  </a:lnTo>
                  <a:lnTo>
                    <a:pt x="1172962" y="2648437"/>
                  </a:lnTo>
                  <a:lnTo>
                    <a:pt x="1173674" y="2649147"/>
                  </a:lnTo>
                  <a:lnTo>
                    <a:pt x="1175096" y="2649856"/>
                  </a:lnTo>
                  <a:lnTo>
                    <a:pt x="1176518" y="2648437"/>
                  </a:lnTo>
                  <a:lnTo>
                    <a:pt x="1177941" y="2646307"/>
                  </a:lnTo>
                  <a:lnTo>
                    <a:pt x="1178652" y="2649856"/>
                  </a:lnTo>
                  <a:lnTo>
                    <a:pt x="1180075" y="2647727"/>
                  </a:lnTo>
                  <a:lnTo>
                    <a:pt x="1181497" y="2647727"/>
                  </a:lnTo>
                  <a:lnTo>
                    <a:pt x="1182208" y="2649147"/>
                  </a:lnTo>
                  <a:lnTo>
                    <a:pt x="1183631" y="2649147"/>
                  </a:lnTo>
                  <a:lnTo>
                    <a:pt x="1185053" y="2647727"/>
                  </a:lnTo>
                  <a:lnTo>
                    <a:pt x="1185764" y="2648437"/>
                  </a:lnTo>
                  <a:lnTo>
                    <a:pt x="1187187" y="2648437"/>
                  </a:lnTo>
                  <a:lnTo>
                    <a:pt x="1188609" y="2648437"/>
                  </a:lnTo>
                  <a:lnTo>
                    <a:pt x="1190032" y="2650566"/>
                  </a:lnTo>
                  <a:lnTo>
                    <a:pt x="1190743" y="2649147"/>
                  </a:lnTo>
                  <a:lnTo>
                    <a:pt x="1192165" y="2649856"/>
                  </a:lnTo>
                  <a:lnTo>
                    <a:pt x="1193588" y="2648437"/>
                  </a:lnTo>
                  <a:lnTo>
                    <a:pt x="1194299" y="2650566"/>
                  </a:lnTo>
                  <a:lnTo>
                    <a:pt x="1195721" y="2647017"/>
                  </a:lnTo>
                  <a:lnTo>
                    <a:pt x="1197144" y="2643468"/>
                  </a:lnTo>
                  <a:lnTo>
                    <a:pt x="1198566" y="2644177"/>
                  </a:lnTo>
                  <a:lnTo>
                    <a:pt x="1199277" y="2641338"/>
                  </a:lnTo>
                  <a:lnTo>
                    <a:pt x="1200728" y="2642048"/>
                  </a:lnTo>
                  <a:lnTo>
                    <a:pt x="1202151" y="2640628"/>
                  </a:lnTo>
                  <a:lnTo>
                    <a:pt x="1202862" y="2642758"/>
                  </a:lnTo>
                  <a:lnTo>
                    <a:pt x="1204284" y="2641338"/>
                  </a:lnTo>
                  <a:lnTo>
                    <a:pt x="1205707" y="2641338"/>
                  </a:lnTo>
                  <a:lnTo>
                    <a:pt x="1206418" y="2638498"/>
                  </a:lnTo>
                  <a:lnTo>
                    <a:pt x="1207841" y="2643468"/>
                  </a:lnTo>
                  <a:lnTo>
                    <a:pt x="1209263" y="2643468"/>
                  </a:lnTo>
                  <a:lnTo>
                    <a:pt x="1210685" y="2644177"/>
                  </a:lnTo>
                  <a:lnTo>
                    <a:pt x="1211397" y="2642048"/>
                  </a:lnTo>
                  <a:lnTo>
                    <a:pt x="1212819" y="2641338"/>
                  </a:lnTo>
                  <a:lnTo>
                    <a:pt x="1214242" y="2642048"/>
                  </a:lnTo>
                  <a:lnTo>
                    <a:pt x="1214953" y="2644177"/>
                  </a:lnTo>
                  <a:lnTo>
                    <a:pt x="1216375" y="2640628"/>
                  </a:lnTo>
                  <a:lnTo>
                    <a:pt x="1217798" y="2639918"/>
                  </a:lnTo>
                  <a:lnTo>
                    <a:pt x="1219220" y="2640628"/>
                  </a:lnTo>
                  <a:lnTo>
                    <a:pt x="1219931" y="2644177"/>
                  </a:lnTo>
                  <a:lnTo>
                    <a:pt x="1221354" y="2643468"/>
                  </a:lnTo>
                  <a:lnTo>
                    <a:pt x="1222776" y="2643468"/>
                  </a:lnTo>
                  <a:lnTo>
                    <a:pt x="1223487" y="2642758"/>
                  </a:lnTo>
                  <a:lnTo>
                    <a:pt x="1224910" y="2643468"/>
                  </a:lnTo>
                  <a:lnTo>
                    <a:pt x="1226332" y="2640628"/>
                  </a:lnTo>
                  <a:lnTo>
                    <a:pt x="1227755" y="2641338"/>
                  </a:lnTo>
                  <a:lnTo>
                    <a:pt x="1228466" y="2639918"/>
                  </a:lnTo>
                  <a:lnTo>
                    <a:pt x="1229888" y="2641338"/>
                  </a:lnTo>
                  <a:lnTo>
                    <a:pt x="1231311" y="2638498"/>
                  </a:lnTo>
                  <a:lnTo>
                    <a:pt x="1232022" y="2642048"/>
                  </a:lnTo>
                  <a:lnTo>
                    <a:pt x="1233444" y="2642048"/>
                  </a:lnTo>
                  <a:lnTo>
                    <a:pt x="1234867" y="2642048"/>
                  </a:lnTo>
                  <a:lnTo>
                    <a:pt x="1235578" y="2639208"/>
                  </a:lnTo>
                  <a:lnTo>
                    <a:pt x="1237001" y="2641338"/>
                  </a:lnTo>
                  <a:lnTo>
                    <a:pt x="1238423" y="2639918"/>
                  </a:lnTo>
                  <a:lnTo>
                    <a:pt x="1239845" y="2636369"/>
                  </a:lnTo>
                  <a:lnTo>
                    <a:pt x="1240557" y="2637079"/>
                  </a:lnTo>
                  <a:lnTo>
                    <a:pt x="1241979" y="2635659"/>
                  </a:lnTo>
                  <a:lnTo>
                    <a:pt x="1243402" y="2628560"/>
                  </a:lnTo>
                  <a:lnTo>
                    <a:pt x="1244113" y="2623591"/>
                  </a:lnTo>
                  <a:lnTo>
                    <a:pt x="1245535" y="2615072"/>
                  </a:lnTo>
                  <a:lnTo>
                    <a:pt x="1246958" y="2607263"/>
                  </a:lnTo>
                  <a:lnTo>
                    <a:pt x="1248380" y="2598035"/>
                  </a:lnTo>
                  <a:lnTo>
                    <a:pt x="1249091" y="2591646"/>
                  </a:lnTo>
                  <a:lnTo>
                    <a:pt x="1250514" y="2578868"/>
                  </a:lnTo>
                  <a:lnTo>
                    <a:pt x="1255492" y="2524188"/>
                  </a:lnTo>
                  <a:lnTo>
                    <a:pt x="1257626" y="2414127"/>
                  </a:lnTo>
                  <a:lnTo>
                    <a:pt x="1259048" y="2219572"/>
                  </a:lnTo>
                  <a:lnTo>
                    <a:pt x="1260471" y="1756632"/>
                  </a:lnTo>
                  <a:lnTo>
                    <a:pt x="1261182" y="892514"/>
                  </a:lnTo>
                  <a:lnTo>
                    <a:pt x="1262605" y="172549"/>
                  </a:lnTo>
                  <a:lnTo>
                    <a:pt x="1264027" y="0"/>
                  </a:lnTo>
                  <a:lnTo>
                    <a:pt x="1264738" y="242827"/>
                  </a:lnTo>
                  <a:lnTo>
                    <a:pt x="1266161" y="545314"/>
                  </a:lnTo>
                  <a:lnTo>
                    <a:pt x="1267583" y="811568"/>
                  </a:lnTo>
                  <a:lnTo>
                    <a:pt x="1269005" y="1172284"/>
                  </a:lnTo>
                  <a:lnTo>
                    <a:pt x="1269717" y="1552138"/>
                  </a:lnTo>
                  <a:lnTo>
                    <a:pt x="1271139" y="1953318"/>
                  </a:lnTo>
                  <a:lnTo>
                    <a:pt x="1272562" y="2269292"/>
                  </a:lnTo>
                  <a:lnTo>
                    <a:pt x="1273273" y="2467397"/>
                  </a:lnTo>
                  <a:lnTo>
                    <a:pt x="1274695" y="2536966"/>
                  </a:lnTo>
                  <a:lnTo>
                    <a:pt x="1276118" y="2565380"/>
                  </a:lnTo>
                  <a:lnTo>
                    <a:pt x="1277540" y="2585967"/>
                  </a:lnTo>
                  <a:lnTo>
                    <a:pt x="1278251" y="2596615"/>
                  </a:lnTo>
                  <a:lnTo>
                    <a:pt x="1279674" y="2612942"/>
                  </a:lnTo>
                  <a:lnTo>
                    <a:pt x="1281096" y="2620041"/>
                  </a:lnTo>
                  <a:lnTo>
                    <a:pt x="1281807" y="2626430"/>
                  </a:lnTo>
                  <a:lnTo>
                    <a:pt x="1283230" y="2634239"/>
                  </a:lnTo>
                  <a:lnTo>
                    <a:pt x="1284652" y="2633529"/>
                  </a:lnTo>
                  <a:lnTo>
                    <a:pt x="1286075" y="2637079"/>
                  </a:lnTo>
                  <a:lnTo>
                    <a:pt x="1286786" y="2639918"/>
                  </a:lnTo>
                  <a:lnTo>
                    <a:pt x="1288208" y="2637079"/>
                  </a:lnTo>
                  <a:lnTo>
                    <a:pt x="1289631" y="2639918"/>
                  </a:lnTo>
                  <a:lnTo>
                    <a:pt x="1290342" y="2638498"/>
                  </a:lnTo>
                  <a:lnTo>
                    <a:pt x="1291765" y="2640628"/>
                  </a:lnTo>
                  <a:lnTo>
                    <a:pt x="1293187" y="2645597"/>
                  </a:lnTo>
                  <a:lnTo>
                    <a:pt x="1293898" y="2643468"/>
                  </a:lnTo>
                  <a:lnTo>
                    <a:pt x="1295321" y="2644887"/>
                  </a:lnTo>
                  <a:lnTo>
                    <a:pt x="1296743" y="2642758"/>
                  </a:lnTo>
                  <a:lnTo>
                    <a:pt x="1298166" y="2642758"/>
                  </a:lnTo>
                  <a:lnTo>
                    <a:pt x="1298877" y="2645597"/>
                  </a:lnTo>
                  <a:lnTo>
                    <a:pt x="1300299" y="2647017"/>
                  </a:lnTo>
                  <a:lnTo>
                    <a:pt x="1301722" y="2643468"/>
                  </a:lnTo>
                  <a:lnTo>
                    <a:pt x="1302433" y="2644887"/>
                  </a:lnTo>
                  <a:lnTo>
                    <a:pt x="1303855" y="2646307"/>
                  </a:lnTo>
                  <a:lnTo>
                    <a:pt x="1305278" y="2647017"/>
                  </a:lnTo>
                  <a:lnTo>
                    <a:pt x="1306700" y="2647017"/>
                  </a:lnTo>
                  <a:lnTo>
                    <a:pt x="1307411" y="2646307"/>
                  </a:lnTo>
                  <a:lnTo>
                    <a:pt x="1308834" y="2646307"/>
                  </a:lnTo>
                  <a:lnTo>
                    <a:pt x="1310256" y="2646307"/>
                  </a:lnTo>
                  <a:lnTo>
                    <a:pt x="1310967" y="2647727"/>
                  </a:lnTo>
                  <a:lnTo>
                    <a:pt x="1312390" y="2647017"/>
                  </a:lnTo>
                  <a:lnTo>
                    <a:pt x="1313812" y="2648437"/>
                  </a:lnTo>
                  <a:lnTo>
                    <a:pt x="1315235" y="2650566"/>
                  </a:lnTo>
                  <a:lnTo>
                    <a:pt x="1315946" y="2648437"/>
                  </a:lnTo>
                  <a:lnTo>
                    <a:pt x="1317368" y="2649147"/>
                  </a:lnTo>
                  <a:lnTo>
                    <a:pt x="1318791" y="2649147"/>
                  </a:lnTo>
                  <a:lnTo>
                    <a:pt x="1319502" y="2647727"/>
                  </a:lnTo>
                  <a:lnTo>
                    <a:pt x="1320925" y="2649147"/>
                  </a:lnTo>
                  <a:lnTo>
                    <a:pt x="1322347" y="2649147"/>
                  </a:lnTo>
                  <a:lnTo>
                    <a:pt x="1323058" y="2649147"/>
                  </a:lnTo>
                  <a:lnTo>
                    <a:pt x="1324481" y="2648437"/>
                  </a:lnTo>
                  <a:lnTo>
                    <a:pt x="1325903" y="2651276"/>
                  </a:lnTo>
                  <a:lnTo>
                    <a:pt x="1327326" y="2649856"/>
                  </a:lnTo>
                  <a:lnTo>
                    <a:pt x="1328037" y="2650566"/>
                  </a:lnTo>
                  <a:lnTo>
                    <a:pt x="1329459" y="2649856"/>
                  </a:lnTo>
                  <a:lnTo>
                    <a:pt x="1330882" y="2650566"/>
                  </a:lnTo>
                  <a:lnTo>
                    <a:pt x="1331593" y="2650566"/>
                  </a:lnTo>
                  <a:lnTo>
                    <a:pt x="1333015" y="2650566"/>
                  </a:lnTo>
                  <a:lnTo>
                    <a:pt x="1334438" y="2651276"/>
                  </a:lnTo>
                  <a:lnTo>
                    <a:pt x="1335860" y="2650566"/>
                  </a:lnTo>
                  <a:lnTo>
                    <a:pt x="1336571" y="2651986"/>
                  </a:lnTo>
                  <a:lnTo>
                    <a:pt x="1337994" y="2650566"/>
                  </a:lnTo>
                  <a:lnTo>
                    <a:pt x="1339416" y="2649147"/>
                  </a:lnTo>
                  <a:lnTo>
                    <a:pt x="1340127" y="2650566"/>
                  </a:lnTo>
                  <a:lnTo>
                    <a:pt x="1341550" y="2650566"/>
                  </a:lnTo>
                  <a:lnTo>
                    <a:pt x="1342972" y="2650566"/>
                  </a:lnTo>
                  <a:lnTo>
                    <a:pt x="1344395" y="2648437"/>
                  </a:lnTo>
                  <a:lnTo>
                    <a:pt x="1345106" y="2652696"/>
                  </a:lnTo>
                  <a:lnTo>
                    <a:pt x="1346528" y="2651276"/>
                  </a:lnTo>
                  <a:lnTo>
                    <a:pt x="1347951" y="2650566"/>
                  </a:lnTo>
                  <a:lnTo>
                    <a:pt x="1348662" y="2649147"/>
                  </a:lnTo>
                  <a:lnTo>
                    <a:pt x="1350085" y="2651276"/>
                  </a:lnTo>
                  <a:lnTo>
                    <a:pt x="1351507" y="2651276"/>
                  </a:lnTo>
                  <a:lnTo>
                    <a:pt x="1352218" y="2649856"/>
                  </a:lnTo>
                  <a:lnTo>
                    <a:pt x="1353641" y="2650566"/>
                  </a:lnTo>
                  <a:lnTo>
                    <a:pt x="1355063" y="2649856"/>
                  </a:lnTo>
                  <a:lnTo>
                    <a:pt x="1356486" y="2651276"/>
                  </a:lnTo>
                  <a:lnTo>
                    <a:pt x="1357197" y="2651986"/>
                  </a:lnTo>
                  <a:lnTo>
                    <a:pt x="1358619" y="2652696"/>
                  </a:lnTo>
                  <a:lnTo>
                    <a:pt x="1360070" y="2655536"/>
                  </a:lnTo>
                  <a:lnTo>
                    <a:pt x="1360781" y="2652696"/>
                  </a:lnTo>
                  <a:lnTo>
                    <a:pt x="1362204" y="2651276"/>
                  </a:lnTo>
                  <a:lnTo>
                    <a:pt x="1363626" y="2651276"/>
                  </a:lnTo>
                  <a:lnTo>
                    <a:pt x="1365049" y="2654116"/>
                  </a:lnTo>
                  <a:lnTo>
                    <a:pt x="1365760" y="2651276"/>
                  </a:lnTo>
                  <a:lnTo>
                    <a:pt x="1367182" y="2653406"/>
                  </a:lnTo>
                  <a:lnTo>
                    <a:pt x="1368605" y="2650566"/>
                  </a:lnTo>
                  <a:lnTo>
                    <a:pt x="1369316" y="2650566"/>
                  </a:lnTo>
                  <a:lnTo>
                    <a:pt x="1370738" y="2649856"/>
                  </a:lnTo>
                  <a:lnTo>
                    <a:pt x="1372161" y="2652696"/>
                  </a:lnTo>
                  <a:lnTo>
                    <a:pt x="1372872" y="2652696"/>
                  </a:lnTo>
                  <a:lnTo>
                    <a:pt x="1374294" y="2653406"/>
                  </a:lnTo>
                  <a:lnTo>
                    <a:pt x="1375717" y="2651986"/>
                  </a:lnTo>
                  <a:lnTo>
                    <a:pt x="1377139" y="2649856"/>
                  </a:lnTo>
                  <a:lnTo>
                    <a:pt x="1377851" y="2652696"/>
                  </a:lnTo>
                  <a:lnTo>
                    <a:pt x="1379273" y="2652696"/>
                  </a:lnTo>
                  <a:lnTo>
                    <a:pt x="1380695" y="2652696"/>
                  </a:lnTo>
                  <a:lnTo>
                    <a:pt x="1381407" y="2651986"/>
                  </a:lnTo>
                  <a:lnTo>
                    <a:pt x="1382829" y="2654826"/>
                  </a:lnTo>
                  <a:lnTo>
                    <a:pt x="1384252" y="2652696"/>
                  </a:lnTo>
                  <a:lnTo>
                    <a:pt x="1385674" y="2652696"/>
                  </a:lnTo>
                  <a:lnTo>
                    <a:pt x="1386385" y="2654116"/>
                  </a:lnTo>
                  <a:lnTo>
                    <a:pt x="1387808" y="2654116"/>
                  </a:lnTo>
                  <a:lnTo>
                    <a:pt x="1389230" y="2654116"/>
                  </a:lnTo>
                  <a:lnTo>
                    <a:pt x="1389941" y="2654826"/>
                  </a:lnTo>
                  <a:lnTo>
                    <a:pt x="1391364" y="2652696"/>
                  </a:lnTo>
                  <a:lnTo>
                    <a:pt x="1392786" y="2654116"/>
                  </a:lnTo>
                  <a:lnTo>
                    <a:pt x="1394209" y="2655536"/>
                  </a:lnTo>
                  <a:lnTo>
                    <a:pt x="1394920" y="2653406"/>
                  </a:lnTo>
                  <a:lnTo>
                    <a:pt x="1396342" y="2652696"/>
                  </a:lnTo>
                  <a:lnTo>
                    <a:pt x="1397765" y="2655536"/>
                  </a:lnTo>
                  <a:lnTo>
                    <a:pt x="1398476" y="2653406"/>
                  </a:lnTo>
                  <a:lnTo>
                    <a:pt x="1399898" y="2654826"/>
                  </a:lnTo>
                  <a:lnTo>
                    <a:pt x="1401321" y="2654826"/>
                  </a:lnTo>
                  <a:lnTo>
                    <a:pt x="1402032" y="2655536"/>
                  </a:lnTo>
                  <a:lnTo>
                    <a:pt x="1403455" y="2656245"/>
                  </a:lnTo>
                  <a:lnTo>
                    <a:pt x="1404877" y="2654826"/>
                  </a:lnTo>
                  <a:lnTo>
                    <a:pt x="1406299" y="2654826"/>
                  </a:lnTo>
                  <a:lnTo>
                    <a:pt x="1407011" y="2656955"/>
                  </a:lnTo>
                  <a:lnTo>
                    <a:pt x="1408433" y="2654826"/>
                  </a:lnTo>
                  <a:lnTo>
                    <a:pt x="1409855" y="2651986"/>
                  </a:lnTo>
                  <a:lnTo>
                    <a:pt x="1410567" y="2655536"/>
                  </a:lnTo>
                  <a:lnTo>
                    <a:pt x="1411989" y="2654116"/>
                  </a:lnTo>
                  <a:lnTo>
                    <a:pt x="1413412" y="2651986"/>
                  </a:lnTo>
                  <a:lnTo>
                    <a:pt x="1414834" y="2654116"/>
                  </a:lnTo>
                  <a:lnTo>
                    <a:pt x="1415545" y="2653406"/>
                  </a:lnTo>
                  <a:lnTo>
                    <a:pt x="1416968" y="2654826"/>
                  </a:lnTo>
                  <a:lnTo>
                    <a:pt x="1418390" y="2653406"/>
                  </a:lnTo>
                  <a:lnTo>
                    <a:pt x="1419101" y="2654826"/>
                  </a:lnTo>
                  <a:lnTo>
                    <a:pt x="1420524" y="2654826"/>
                  </a:lnTo>
                  <a:lnTo>
                    <a:pt x="1421946" y="2655536"/>
                  </a:lnTo>
                  <a:lnTo>
                    <a:pt x="1423369" y="2654116"/>
                  </a:lnTo>
                  <a:lnTo>
                    <a:pt x="1424080" y="2652696"/>
                  </a:lnTo>
                  <a:lnTo>
                    <a:pt x="1425502" y="2654116"/>
                  </a:lnTo>
                  <a:lnTo>
                    <a:pt x="1426925" y="2653406"/>
                  </a:lnTo>
                  <a:lnTo>
                    <a:pt x="1427636" y="2656245"/>
                  </a:lnTo>
                  <a:lnTo>
                    <a:pt x="1429058" y="2656245"/>
                  </a:lnTo>
                  <a:lnTo>
                    <a:pt x="1430481" y="2657694"/>
                  </a:lnTo>
                  <a:lnTo>
                    <a:pt x="1431192" y="2655536"/>
                  </a:lnTo>
                  <a:lnTo>
                    <a:pt x="1432615" y="2656955"/>
                  </a:lnTo>
                  <a:lnTo>
                    <a:pt x="1434037" y="2656245"/>
                  </a:lnTo>
                  <a:lnTo>
                    <a:pt x="1435459" y="2654116"/>
                  </a:lnTo>
                  <a:lnTo>
                    <a:pt x="1436171" y="2655536"/>
                  </a:lnTo>
                  <a:lnTo>
                    <a:pt x="1437593" y="2654826"/>
                  </a:lnTo>
                  <a:lnTo>
                    <a:pt x="1439015" y="2654826"/>
                  </a:lnTo>
                  <a:lnTo>
                    <a:pt x="1439727" y="2657694"/>
                  </a:lnTo>
                  <a:lnTo>
                    <a:pt x="1441149" y="2655536"/>
                  </a:lnTo>
                  <a:lnTo>
                    <a:pt x="1442572" y="2656245"/>
                  </a:lnTo>
                  <a:lnTo>
                    <a:pt x="1443994" y="2654116"/>
                  </a:lnTo>
                  <a:lnTo>
                    <a:pt x="1444705" y="2654116"/>
                  </a:lnTo>
                  <a:lnTo>
                    <a:pt x="1446128" y="2653406"/>
                  </a:lnTo>
                  <a:lnTo>
                    <a:pt x="1447550" y="2654826"/>
                  </a:lnTo>
                  <a:lnTo>
                    <a:pt x="1448261" y="2654116"/>
                  </a:lnTo>
                  <a:lnTo>
                    <a:pt x="1449684" y="2657694"/>
                  </a:lnTo>
                  <a:lnTo>
                    <a:pt x="1451106" y="2657694"/>
                  </a:lnTo>
                  <a:lnTo>
                    <a:pt x="1452529" y="2656245"/>
                  </a:lnTo>
                  <a:lnTo>
                    <a:pt x="1453240" y="2656245"/>
                  </a:lnTo>
                  <a:lnTo>
                    <a:pt x="1454662" y="2654826"/>
                  </a:lnTo>
                  <a:lnTo>
                    <a:pt x="1456085" y="2655536"/>
                  </a:lnTo>
                  <a:lnTo>
                    <a:pt x="1456796" y="2658403"/>
                  </a:lnTo>
                  <a:lnTo>
                    <a:pt x="1458218" y="2656245"/>
                  </a:lnTo>
                  <a:lnTo>
                    <a:pt x="1459641" y="2655536"/>
                  </a:lnTo>
                  <a:lnTo>
                    <a:pt x="1460352" y="2657694"/>
                  </a:lnTo>
                  <a:lnTo>
                    <a:pt x="1461775" y="2654826"/>
                  </a:lnTo>
                  <a:lnTo>
                    <a:pt x="1463197" y="2655536"/>
                  </a:lnTo>
                  <a:lnTo>
                    <a:pt x="1464619" y="2656245"/>
                  </a:lnTo>
                  <a:lnTo>
                    <a:pt x="1465331" y="2656955"/>
                  </a:lnTo>
                  <a:lnTo>
                    <a:pt x="1466753" y="2655536"/>
                  </a:lnTo>
                  <a:lnTo>
                    <a:pt x="1468176" y="2655536"/>
                  </a:lnTo>
                  <a:lnTo>
                    <a:pt x="1468887" y="2654116"/>
                  </a:lnTo>
                  <a:lnTo>
                    <a:pt x="1470309" y="2654826"/>
                  </a:lnTo>
                  <a:lnTo>
                    <a:pt x="1471732" y="2652696"/>
                  </a:lnTo>
                  <a:lnTo>
                    <a:pt x="1473154" y="2655536"/>
                  </a:lnTo>
                  <a:lnTo>
                    <a:pt x="1473865" y="2656245"/>
                  </a:lnTo>
                  <a:lnTo>
                    <a:pt x="1475288" y="2656955"/>
                  </a:lnTo>
                  <a:lnTo>
                    <a:pt x="1476710" y="2656955"/>
                  </a:lnTo>
                  <a:lnTo>
                    <a:pt x="1477421" y="2656245"/>
                  </a:lnTo>
                  <a:lnTo>
                    <a:pt x="1478844" y="2656955"/>
                  </a:lnTo>
                  <a:lnTo>
                    <a:pt x="1480266" y="2657694"/>
                  </a:lnTo>
                  <a:lnTo>
                    <a:pt x="1481689" y="2656955"/>
                  </a:lnTo>
                  <a:lnTo>
                    <a:pt x="1482400" y="2657694"/>
                  </a:lnTo>
                  <a:lnTo>
                    <a:pt x="1483822" y="2658403"/>
                  </a:lnTo>
                  <a:lnTo>
                    <a:pt x="1485245" y="2657694"/>
                  </a:lnTo>
                  <a:lnTo>
                    <a:pt x="1485956" y="2658403"/>
                  </a:lnTo>
                  <a:lnTo>
                    <a:pt x="1487378" y="2658403"/>
                  </a:lnTo>
                  <a:lnTo>
                    <a:pt x="1488801" y="2657694"/>
                  </a:lnTo>
                  <a:lnTo>
                    <a:pt x="1489512" y="2657694"/>
                  </a:lnTo>
                  <a:lnTo>
                    <a:pt x="1490935" y="2658403"/>
                  </a:lnTo>
                  <a:lnTo>
                    <a:pt x="1492357" y="2658403"/>
                  </a:lnTo>
                  <a:lnTo>
                    <a:pt x="1493779" y="2656955"/>
                  </a:lnTo>
                  <a:lnTo>
                    <a:pt x="1494491" y="2659113"/>
                  </a:lnTo>
                  <a:lnTo>
                    <a:pt x="1495913" y="2659823"/>
                  </a:lnTo>
                  <a:lnTo>
                    <a:pt x="1497336" y="2657694"/>
                  </a:lnTo>
                  <a:lnTo>
                    <a:pt x="1498047" y="2658403"/>
                  </a:lnTo>
                  <a:lnTo>
                    <a:pt x="1499469" y="2656955"/>
                  </a:lnTo>
                  <a:lnTo>
                    <a:pt x="1500892" y="2657694"/>
                  </a:lnTo>
                  <a:lnTo>
                    <a:pt x="1502314" y="2658403"/>
                  </a:lnTo>
                  <a:lnTo>
                    <a:pt x="1503025" y="2658403"/>
                  </a:lnTo>
                  <a:lnTo>
                    <a:pt x="1504448" y="2659113"/>
                  </a:lnTo>
                  <a:lnTo>
                    <a:pt x="1505870" y="2657694"/>
                  </a:lnTo>
                  <a:lnTo>
                    <a:pt x="1506581" y="2659113"/>
                  </a:lnTo>
                  <a:lnTo>
                    <a:pt x="1508004" y="2656955"/>
                  </a:lnTo>
                  <a:lnTo>
                    <a:pt x="1509426" y="2658403"/>
                  </a:lnTo>
                  <a:lnTo>
                    <a:pt x="1510849" y="2659113"/>
                  </a:lnTo>
                  <a:lnTo>
                    <a:pt x="1511560" y="2655536"/>
                  </a:lnTo>
                  <a:lnTo>
                    <a:pt x="1512982" y="2659113"/>
                  </a:lnTo>
                  <a:lnTo>
                    <a:pt x="1514405" y="2657694"/>
                  </a:lnTo>
                  <a:lnTo>
                    <a:pt x="1515116" y="2659113"/>
                  </a:lnTo>
                  <a:lnTo>
                    <a:pt x="1516538" y="2659113"/>
                  </a:lnTo>
                  <a:lnTo>
                    <a:pt x="1517961" y="2659113"/>
                  </a:lnTo>
                  <a:lnTo>
                    <a:pt x="1518672" y="2658403"/>
                  </a:lnTo>
                  <a:lnTo>
                    <a:pt x="1520114" y="2658403"/>
                  </a:lnTo>
                  <a:lnTo>
                    <a:pt x="1521536" y="2659823"/>
                  </a:lnTo>
                  <a:lnTo>
                    <a:pt x="1522958" y="2657694"/>
                  </a:lnTo>
                  <a:lnTo>
                    <a:pt x="1523670" y="2658403"/>
                  </a:lnTo>
                  <a:lnTo>
                    <a:pt x="1525092" y="2658403"/>
                  </a:lnTo>
                  <a:lnTo>
                    <a:pt x="1526515" y="2658403"/>
                  </a:lnTo>
                  <a:lnTo>
                    <a:pt x="1527226" y="2656955"/>
                  </a:lnTo>
                  <a:lnTo>
                    <a:pt x="1528648" y="2659113"/>
                  </a:lnTo>
                  <a:lnTo>
                    <a:pt x="1530071" y="2660533"/>
                  </a:lnTo>
                  <a:lnTo>
                    <a:pt x="1531493" y="2658403"/>
                  </a:lnTo>
                  <a:lnTo>
                    <a:pt x="1532204" y="2656955"/>
                  </a:lnTo>
                  <a:lnTo>
                    <a:pt x="1533627" y="2658403"/>
                  </a:lnTo>
                  <a:lnTo>
                    <a:pt x="1535049" y="2659823"/>
                  </a:lnTo>
                  <a:lnTo>
                    <a:pt x="1535760" y="2658403"/>
                  </a:lnTo>
                  <a:lnTo>
                    <a:pt x="1537183" y="2658403"/>
                  </a:lnTo>
                  <a:lnTo>
                    <a:pt x="1538605" y="2659113"/>
                  </a:lnTo>
                  <a:lnTo>
                    <a:pt x="1539316" y="2658403"/>
                  </a:lnTo>
                  <a:lnTo>
                    <a:pt x="1540739" y="2659113"/>
                  </a:lnTo>
                  <a:lnTo>
                    <a:pt x="1542161" y="2660533"/>
                  </a:lnTo>
                  <a:lnTo>
                    <a:pt x="1543584" y="2660533"/>
                  </a:lnTo>
                  <a:lnTo>
                    <a:pt x="1544295" y="2656955"/>
                  </a:lnTo>
                  <a:lnTo>
                    <a:pt x="1545717" y="2659823"/>
                  </a:lnTo>
                  <a:lnTo>
                    <a:pt x="1547140" y="2658403"/>
                  </a:lnTo>
                  <a:lnTo>
                    <a:pt x="1547851" y="2659113"/>
                  </a:lnTo>
                  <a:lnTo>
                    <a:pt x="1549274" y="2659113"/>
                  </a:lnTo>
                  <a:lnTo>
                    <a:pt x="1550696" y="2659113"/>
                  </a:lnTo>
                  <a:lnTo>
                    <a:pt x="1552118" y="2659823"/>
                  </a:lnTo>
                  <a:lnTo>
                    <a:pt x="1552830" y="2660533"/>
                  </a:lnTo>
                  <a:lnTo>
                    <a:pt x="1554252" y="2659113"/>
                  </a:lnTo>
                  <a:lnTo>
                    <a:pt x="1555675" y="2659113"/>
                  </a:lnTo>
                  <a:lnTo>
                    <a:pt x="1556386" y="2659113"/>
                  </a:lnTo>
                  <a:lnTo>
                    <a:pt x="1557808" y="2657694"/>
                  </a:lnTo>
                  <a:lnTo>
                    <a:pt x="1559231" y="2659823"/>
                  </a:lnTo>
                  <a:lnTo>
                    <a:pt x="1560653" y="2659113"/>
                  </a:lnTo>
                  <a:lnTo>
                    <a:pt x="1561364" y="2659113"/>
                  </a:lnTo>
                  <a:lnTo>
                    <a:pt x="1562787" y="2661243"/>
                  </a:lnTo>
                  <a:lnTo>
                    <a:pt x="1564209" y="2658403"/>
                  </a:lnTo>
                  <a:lnTo>
                    <a:pt x="1564920" y="2657694"/>
                  </a:lnTo>
                  <a:lnTo>
                    <a:pt x="1566343" y="2661243"/>
                  </a:lnTo>
                  <a:lnTo>
                    <a:pt x="1567765" y="2660533"/>
                  </a:lnTo>
                  <a:lnTo>
                    <a:pt x="1568476" y="2661243"/>
                  </a:lnTo>
                  <a:lnTo>
                    <a:pt x="1569899" y="2659823"/>
                  </a:lnTo>
                  <a:lnTo>
                    <a:pt x="1571321" y="2661953"/>
                  </a:lnTo>
                  <a:lnTo>
                    <a:pt x="1572744" y="2659823"/>
                  </a:lnTo>
                  <a:lnTo>
                    <a:pt x="1573455" y="2659113"/>
                  </a:lnTo>
                  <a:lnTo>
                    <a:pt x="1574877" y="2658403"/>
                  </a:lnTo>
                  <a:lnTo>
                    <a:pt x="1576300" y="2659113"/>
                  </a:lnTo>
                  <a:lnTo>
                    <a:pt x="1577011" y="2659823"/>
                  </a:lnTo>
                  <a:lnTo>
                    <a:pt x="1578434" y="2659823"/>
                  </a:lnTo>
                  <a:lnTo>
                    <a:pt x="1579856" y="2661243"/>
                  </a:lnTo>
                  <a:lnTo>
                    <a:pt x="1581278" y="2659823"/>
                  </a:lnTo>
                  <a:lnTo>
                    <a:pt x="1581990" y="2659823"/>
                  </a:lnTo>
                  <a:lnTo>
                    <a:pt x="1583412" y="2659823"/>
                  </a:lnTo>
                  <a:lnTo>
                    <a:pt x="1584835" y="2657694"/>
                  </a:lnTo>
                  <a:lnTo>
                    <a:pt x="1585546" y="2661243"/>
                  </a:lnTo>
                  <a:lnTo>
                    <a:pt x="1586968" y="2659823"/>
                  </a:lnTo>
                  <a:lnTo>
                    <a:pt x="1588391" y="2659823"/>
                  </a:lnTo>
                  <a:lnTo>
                    <a:pt x="1589813" y="2660533"/>
                  </a:lnTo>
                  <a:lnTo>
                    <a:pt x="1590524" y="2660533"/>
                  </a:lnTo>
                  <a:lnTo>
                    <a:pt x="1591947" y="2663373"/>
                  </a:lnTo>
                  <a:lnTo>
                    <a:pt x="1593369" y="2659823"/>
                  </a:lnTo>
                  <a:lnTo>
                    <a:pt x="1594080" y="2659823"/>
                  </a:lnTo>
                  <a:lnTo>
                    <a:pt x="1595503" y="2661953"/>
                  </a:lnTo>
                  <a:lnTo>
                    <a:pt x="1596925" y="2661953"/>
                  </a:lnTo>
                  <a:lnTo>
                    <a:pt x="1597637" y="2661953"/>
                  </a:lnTo>
                  <a:lnTo>
                    <a:pt x="1599059" y="2661243"/>
                  </a:lnTo>
                  <a:lnTo>
                    <a:pt x="1600481" y="2661953"/>
                  </a:lnTo>
                  <a:lnTo>
                    <a:pt x="1601904" y="2659823"/>
                  </a:lnTo>
                  <a:lnTo>
                    <a:pt x="1602615" y="2659823"/>
                  </a:lnTo>
                  <a:lnTo>
                    <a:pt x="1604037" y="2661243"/>
                  </a:lnTo>
                  <a:lnTo>
                    <a:pt x="1605460" y="2660533"/>
                  </a:lnTo>
                  <a:lnTo>
                    <a:pt x="1606171" y="2661243"/>
                  </a:lnTo>
                  <a:lnTo>
                    <a:pt x="1607594" y="2661243"/>
                  </a:lnTo>
                  <a:lnTo>
                    <a:pt x="1609016" y="2660533"/>
                  </a:lnTo>
                  <a:lnTo>
                    <a:pt x="1610438" y="2661953"/>
                  </a:lnTo>
                  <a:lnTo>
                    <a:pt x="1611150" y="2661243"/>
                  </a:lnTo>
                  <a:lnTo>
                    <a:pt x="1612572" y="2659113"/>
                  </a:lnTo>
                  <a:lnTo>
                    <a:pt x="1613995" y="2662663"/>
                  </a:lnTo>
                  <a:lnTo>
                    <a:pt x="1614706" y="2660533"/>
                  </a:lnTo>
                  <a:lnTo>
                    <a:pt x="1616128" y="2661243"/>
                  </a:lnTo>
                  <a:lnTo>
                    <a:pt x="1617551" y="2658403"/>
                  </a:lnTo>
                  <a:lnTo>
                    <a:pt x="1618973" y="2659113"/>
                  </a:lnTo>
                  <a:lnTo>
                    <a:pt x="1619684" y="2659823"/>
                  </a:lnTo>
                  <a:lnTo>
                    <a:pt x="1621107" y="2659113"/>
                  </a:lnTo>
                  <a:lnTo>
                    <a:pt x="1622529" y="2658403"/>
                  </a:lnTo>
                  <a:lnTo>
                    <a:pt x="1623240" y="2656955"/>
                  </a:lnTo>
                  <a:lnTo>
                    <a:pt x="1624663" y="2659823"/>
                  </a:lnTo>
                  <a:lnTo>
                    <a:pt x="1626085" y="2656245"/>
                  </a:lnTo>
                  <a:lnTo>
                    <a:pt x="1626797" y="2658403"/>
                  </a:lnTo>
                  <a:lnTo>
                    <a:pt x="1628219" y="2656955"/>
                  </a:lnTo>
                  <a:lnTo>
                    <a:pt x="1629641" y="2657694"/>
                  </a:lnTo>
                  <a:lnTo>
                    <a:pt x="1631064" y="2657694"/>
                  </a:lnTo>
                  <a:lnTo>
                    <a:pt x="1631775" y="2657694"/>
                  </a:lnTo>
                  <a:lnTo>
                    <a:pt x="1633198" y="2658403"/>
                  </a:lnTo>
                  <a:lnTo>
                    <a:pt x="1634620" y="2657694"/>
                  </a:lnTo>
                  <a:lnTo>
                    <a:pt x="1635331" y="2658403"/>
                  </a:lnTo>
                  <a:lnTo>
                    <a:pt x="1636754" y="2656245"/>
                  </a:lnTo>
                  <a:lnTo>
                    <a:pt x="1638176" y="2659113"/>
                  </a:lnTo>
                  <a:lnTo>
                    <a:pt x="1639598" y="2660533"/>
                  </a:lnTo>
                  <a:lnTo>
                    <a:pt x="1640310" y="2659113"/>
                  </a:lnTo>
                  <a:lnTo>
                    <a:pt x="1641732" y="2659823"/>
                  </a:lnTo>
                  <a:lnTo>
                    <a:pt x="1643155" y="2655536"/>
                  </a:lnTo>
                  <a:lnTo>
                    <a:pt x="1643866" y="2658403"/>
                  </a:lnTo>
                  <a:lnTo>
                    <a:pt x="1645288" y="2661243"/>
                  </a:lnTo>
                  <a:lnTo>
                    <a:pt x="1646711" y="2661953"/>
                  </a:lnTo>
                  <a:lnTo>
                    <a:pt x="1648133" y="2658403"/>
                  </a:lnTo>
                  <a:lnTo>
                    <a:pt x="1648844" y="2659823"/>
                  </a:lnTo>
                  <a:lnTo>
                    <a:pt x="1650267" y="2660533"/>
                  </a:lnTo>
                  <a:lnTo>
                    <a:pt x="1651689" y="2659113"/>
                  </a:lnTo>
                  <a:lnTo>
                    <a:pt x="1652400" y="2659823"/>
                  </a:lnTo>
                  <a:lnTo>
                    <a:pt x="1653823" y="2659113"/>
                  </a:lnTo>
                  <a:lnTo>
                    <a:pt x="1655245" y="2660533"/>
                  </a:lnTo>
                  <a:lnTo>
                    <a:pt x="1655957" y="2658403"/>
                  </a:lnTo>
                  <a:lnTo>
                    <a:pt x="1657379" y="2659113"/>
                  </a:lnTo>
                  <a:lnTo>
                    <a:pt x="1658801" y="2658403"/>
                  </a:lnTo>
                  <a:lnTo>
                    <a:pt x="1660224" y="2657694"/>
                  </a:lnTo>
                  <a:lnTo>
                    <a:pt x="1660935" y="2660533"/>
                  </a:lnTo>
                  <a:lnTo>
                    <a:pt x="1662358" y="2659113"/>
                  </a:lnTo>
                  <a:lnTo>
                    <a:pt x="1663780" y="2661243"/>
                  </a:lnTo>
                  <a:lnTo>
                    <a:pt x="1664491" y="2656955"/>
                  </a:lnTo>
                  <a:lnTo>
                    <a:pt x="1665914" y="2658403"/>
                  </a:lnTo>
                  <a:lnTo>
                    <a:pt x="1667336" y="2657694"/>
                  </a:lnTo>
                  <a:lnTo>
                    <a:pt x="1668758" y="2659113"/>
                  </a:lnTo>
                  <a:lnTo>
                    <a:pt x="1669470" y="2660533"/>
                  </a:lnTo>
                  <a:lnTo>
                    <a:pt x="1670892" y="2658403"/>
                  </a:lnTo>
                  <a:lnTo>
                    <a:pt x="1672315" y="2658403"/>
                  </a:lnTo>
                  <a:lnTo>
                    <a:pt x="1673026" y="2657694"/>
                  </a:lnTo>
                  <a:lnTo>
                    <a:pt x="1674448" y="2659113"/>
                  </a:lnTo>
                  <a:lnTo>
                    <a:pt x="1675871" y="2656955"/>
                  </a:lnTo>
                  <a:lnTo>
                    <a:pt x="1677293" y="2656955"/>
                  </a:lnTo>
                  <a:lnTo>
                    <a:pt x="1678004" y="2654826"/>
                  </a:lnTo>
                  <a:lnTo>
                    <a:pt x="1679446" y="2653406"/>
                  </a:lnTo>
                  <a:lnTo>
                    <a:pt x="1680868" y="2649856"/>
                  </a:lnTo>
                  <a:lnTo>
                    <a:pt x="1681579" y="2652696"/>
                  </a:lnTo>
                  <a:lnTo>
                    <a:pt x="1683002" y="2647727"/>
                  </a:lnTo>
                  <a:lnTo>
                    <a:pt x="1684424" y="2642758"/>
                  </a:lnTo>
                  <a:lnTo>
                    <a:pt x="1685136" y="2639208"/>
                  </a:lnTo>
                  <a:lnTo>
                    <a:pt x="1686558" y="2632109"/>
                  </a:lnTo>
                  <a:lnTo>
                    <a:pt x="1687980" y="2628560"/>
                  </a:lnTo>
                  <a:lnTo>
                    <a:pt x="1689403" y="2621461"/>
                  </a:lnTo>
                  <a:lnTo>
                    <a:pt x="1690114" y="2613652"/>
                  </a:lnTo>
                  <a:lnTo>
                    <a:pt x="1691537" y="2616492"/>
                  </a:lnTo>
                  <a:lnTo>
                    <a:pt x="1692959" y="2604424"/>
                  </a:lnTo>
                  <a:lnTo>
                    <a:pt x="1693670" y="2587387"/>
                  </a:lnTo>
                  <a:lnTo>
                    <a:pt x="1695093" y="2542645"/>
                  </a:lnTo>
                  <a:lnTo>
                    <a:pt x="1696515" y="2436134"/>
                  </a:lnTo>
                  <a:lnTo>
                    <a:pt x="1697937" y="2177689"/>
                  </a:lnTo>
                  <a:lnTo>
                    <a:pt x="1698649" y="1812032"/>
                  </a:lnTo>
                </a:path>
                <a:path w="4337685" h="2677795">
                  <a:moveTo>
                    <a:pt x="1698649" y="1812032"/>
                  </a:moveTo>
                  <a:lnTo>
                    <a:pt x="1700071" y="1535101"/>
                  </a:lnTo>
                  <a:lnTo>
                    <a:pt x="1701494" y="1545040"/>
                  </a:lnTo>
                  <a:lnTo>
                    <a:pt x="1702205" y="1792865"/>
                  </a:lnTo>
                  <a:lnTo>
                    <a:pt x="1703627" y="1973904"/>
                  </a:lnTo>
                  <a:lnTo>
                    <a:pt x="1705050" y="2055570"/>
                  </a:lnTo>
                  <a:lnTo>
                    <a:pt x="1705761" y="2030724"/>
                  </a:lnTo>
                  <a:lnTo>
                    <a:pt x="1707183" y="2087514"/>
                  </a:lnTo>
                  <a:lnTo>
                    <a:pt x="1708606" y="2251545"/>
                  </a:lnTo>
                  <a:lnTo>
                    <a:pt x="1710028" y="2420516"/>
                  </a:lnTo>
                  <a:lnTo>
                    <a:pt x="1710739" y="2541225"/>
                  </a:lnTo>
                  <a:lnTo>
                    <a:pt x="1712162" y="2600165"/>
                  </a:lnTo>
                  <a:lnTo>
                    <a:pt x="1713584" y="2622881"/>
                  </a:lnTo>
                  <a:lnTo>
                    <a:pt x="1714296" y="2630690"/>
                  </a:lnTo>
                  <a:lnTo>
                    <a:pt x="1715718" y="2639918"/>
                  </a:lnTo>
                  <a:lnTo>
                    <a:pt x="1717140" y="2642048"/>
                  </a:lnTo>
                  <a:lnTo>
                    <a:pt x="1718563" y="2646307"/>
                  </a:lnTo>
                  <a:lnTo>
                    <a:pt x="1719274" y="2649856"/>
                  </a:lnTo>
                  <a:lnTo>
                    <a:pt x="1720697" y="2651276"/>
                  </a:lnTo>
                  <a:lnTo>
                    <a:pt x="1722119" y="2653406"/>
                  </a:lnTo>
                  <a:lnTo>
                    <a:pt x="1722830" y="2656245"/>
                  </a:lnTo>
                  <a:lnTo>
                    <a:pt x="1724253" y="2658403"/>
                  </a:lnTo>
                  <a:lnTo>
                    <a:pt x="1725675" y="2656245"/>
                  </a:lnTo>
                  <a:lnTo>
                    <a:pt x="1727097" y="2656245"/>
                  </a:lnTo>
                  <a:lnTo>
                    <a:pt x="1727809" y="2656245"/>
                  </a:lnTo>
                  <a:lnTo>
                    <a:pt x="1729231" y="2659113"/>
                  </a:lnTo>
                  <a:lnTo>
                    <a:pt x="1730654" y="2658403"/>
                  </a:lnTo>
                  <a:lnTo>
                    <a:pt x="1731365" y="2659113"/>
                  </a:lnTo>
                  <a:lnTo>
                    <a:pt x="1732787" y="2661243"/>
                  </a:lnTo>
                  <a:lnTo>
                    <a:pt x="1734210" y="2659113"/>
                  </a:lnTo>
                  <a:lnTo>
                    <a:pt x="1734921" y="2659113"/>
                  </a:lnTo>
                  <a:lnTo>
                    <a:pt x="1736343" y="2659113"/>
                  </a:lnTo>
                  <a:lnTo>
                    <a:pt x="1737766" y="2659823"/>
                  </a:lnTo>
                  <a:lnTo>
                    <a:pt x="1739188" y="2659823"/>
                  </a:lnTo>
                  <a:lnTo>
                    <a:pt x="1739899" y="2661243"/>
                  </a:lnTo>
                  <a:lnTo>
                    <a:pt x="1741322" y="2659823"/>
                  </a:lnTo>
                  <a:lnTo>
                    <a:pt x="1742744" y="2659113"/>
                  </a:lnTo>
                  <a:lnTo>
                    <a:pt x="1743456" y="2660533"/>
                  </a:lnTo>
                  <a:lnTo>
                    <a:pt x="1744878" y="2659823"/>
                  </a:lnTo>
                  <a:lnTo>
                    <a:pt x="1746300" y="2662663"/>
                  </a:lnTo>
                  <a:lnTo>
                    <a:pt x="1747723" y="2661953"/>
                  </a:lnTo>
                  <a:lnTo>
                    <a:pt x="1748434" y="2660533"/>
                  </a:lnTo>
                  <a:lnTo>
                    <a:pt x="1749857" y="2661243"/>
                  </a:lnTo>
                  <a:lnTo>
                    <a:pt x="1751279" y="2661953"/>
                  </a:lnTo>
                  <a:lnTo>
                    <a:pt x="1751990" y="2661243"/>
                  </a:lnTo>
                  <a:lnTo>
                    <a:pt x="1753413" y="2660533"/>
                  </a:lnTo>
                  <a:lnTo>
                    <a:pt x="1754835" y="2659823"/>
                  </a:lnTo>
                  <a:lnTo>
                    <a:pt x="1756258" y="2661243"/>
                  </a:lnTo>
                  <a:lnTo>
                    <a:pt x="1756969" y="2659823"/>
                  </a:lnTo>
                  <a:lnTo>
                    <a:pt x="1758391" y="2662663"/>
                  </a:lnTo>
                  <a:lnTo>
                    <a:pt x="1759814" y="2661953"/>
                  </a:lnTo>
                  <a:lnTo>
                    <a:pt x="1760525" y="2660533"/>
                  </a:lnTo>
                  <a:lnTo>
                    <a:pt x="1761947" y="2661953"/>
                  </a:lnTo>
                  <a:lnTo>
                    <a:pt x="1763370" y="2661243"/>
                  </a:lnTo>
                  <a:lnTo>
                    <a:pt x="1764081" y="2663373"/>
                  </a:lnTo>
                  <a:lnTo>
                    <a:pt x="1765503" y="2663373"/>
                  </a:lnTo>
                  <a:lnTo>
                    <a:pt x="1766926" y="2660533"/>
                  </a:lnTo>
                  <a:lnTo>
                    <a:pt x="1768348" y="2660533"/>
                  </a:lnTo>
                  <a:lnTo>
                    <a:pt x="1769059" y="2663373"/>
                  </a:lnTo>
                  <a:lnTo>
                    <a:pt x="1770482" y="2661243"/>
                  </a:lnTo>
                  <a:lnTo>
                    <a:pt x="1771904" y="2663373"/>
                  </a:lnTo>
                  <a:lnTo>
                    <a:pt x="1772616" y="2661953"/>
                  </a:lnTo>
                  <a:lnTo>
                    <a:pt x="1774038" y="2662663"/>
                  </a:lnTo>
                  <a:lnTo>
                    <a:pt x="1775460" y="2661243"/>
                  </a:lnTo>
                  <a:lnTo>
                    <a:pt x="1776883" y="2661953"/>
                  </a:lnTo>
                  <a:lnTo>
                    <a:pt x="1777594" y="2661953"/>
                  </a:lnTo>
                  <a:lnTo>
                    <a:pt x="1779017" y="2661243"/>
                  </a:lnTo>
                  <a:lnTo>
                    <a:pt x="1780439" y="2662663"/>
                  </a:lnTo>
                  <a:lnTo>
                    <a:pt x="1781150" y="2662663"/>
                  </a:lnTo>
                  <a:lnTo>
                    <a:pt x="1782573" y="2662663"/>
                  </a:lnTo>
                  <a:lnTo>
                    <a:pt x="1783995" y="2664792"/>
                  </a:lnTo>
                  <a:lnTo>
                    <a:pt x="1785418" y="2665502"/>
                  </a:lnTo>
                  <a:lnTo>
                    <a:pt x="1786129" y="2661953"/>
                  </a:lnTo>
                  <a:lnTo>
                    <a:pt x="1787551" y="2664792"/>
                  </a:lnTo>
                  <a:lnTo>
                    <a:pt x="1788974" y="2661243"/>
                  </a:lnTo>
                  <a:lnTo>
                    <a:pt x="1789685" y="2662663"/>
                  </a:lnTo>
                  <a:lnTo>
                    <a:pt x="1791107" y="2662663"/>
                  </a:lnTo>
                  <a:lnTo>
                    <a:pt x="1792530" y="2662663"/>
                  </a:lnTo>
                  <a:lnTo>
                    <a:pt x="1793241" y="2662663"/>
                  </a:lnTo>
                  <a:lnTo>
                    <a:pt x="1794663" y="2663373"/>
                  </a:lnTo>
                  <a:lnTo>
                    <a:pt x="1796086" y="2664083"/>
                  </a:lnTo>
                  <a:lnTo>
                    <a:pt x="1797508" y="2663373"/>
                  </a:lnTo>
                  <a:lnTo>
                    <a:pt x="1798219" y="2663373"/>
                  </a:lnTo>
                  <a:lnTo>
                    <a:pt x="1799642" y="2664083"/>
                  </a:lnTo>
                  <a:lnTo>
                    <a:pt x="1801064" y="2665502"/>
                  </a:lnTo>
                  <a:lnTo>
                    <a:pt x="1801776" y="2663373"/>
                  </a:lnTo>
                  <a:lnTo>
                    <a:pt x="1803198" y="2661243"/>
                  </a:lnTo>
                  <a:lnTo>
                    <a:pt x="1804620" y="2660533"/>
                  </a:lnTo>
                  <a:lnTo>
                    <a:pt x="1806043" y="2659823"/>
                  </a:lnTo>
                  <a:lnTo>
                    <a:pt x="1806754" y="2662663"/>
                  </a:lnTo>
                  <a:lnTo>
                    <a:pt x="1808177" y="2663373"/>
                  </a:lnTo>
                  <a:lnTo>
                    <a:pt x="1809599" y="2663373"/>
                  </a:lnTo>
                  <a:lnTo>
                    <a:pt x="1810310" y="2665502"/>
                  </a:lnTo>
                  <a:lnTo>
                    <a:pt x="1811733" y="2661953"/>
                  </a:lnTo>
                  <a:lnTo>
                    <a:pt x="1813155" y="2664083"/>
                  </a:lnTo>
                  <a:lnTo>
                    <a:pt x="1814578" y="2663373"/>
                  </a:lnTo>
                  <a:lnTo>
                    <a:pt x="1815289" y="2664792"/>
                  </a:lnTo>
                  <a:lnTo>
                    <a:pt x="1816711" y="2664083"/>
                  </a:lnTo>
                  <a:lnTo>
                    <a:pt x="1818134" y="2666212"/>
                  </a:lnTo>
                  <a:lnTo>
                    <a:pt x="1818845" y="2663373"/>
                  </a:lnTo>
                  <a:lnTo>
                    <a:pt x="1820267" y="2665502"/>
                  </a:lnTo>
                  <a:lnTo>
                    <a:pt x="1821690" y="2661953"/>
                  </a:lnTo>
                  <a:lnTo>
                    <a:pt x="1822401" y="2664083"/>
                  </a:lnTo>
                  <a:lnTo>
                    <a:pt x="1823823" y="2664792"/>
                  </a:lnTo>
                  <a:lnTo>
                    <a:pt x="1825246" y="2664792"/>
                  </a:lnTo>
                  <a:lnTo>
                    <a:pt x="1826668" y="2664083"/>
                  </a:lnTo>
                  <a:lnTo>
                    <a:pt x="1827380" y="2664792"/>
                  </a:lnTo>
                  <a:lnTo>
                    <a:pt x="1828802" y="2664792"/>
                  </a:lnTo>
                  <a:lnTo>
                    <a:pt x="1830224" y="2664792"/>
                  </a:lnTo>
                  <a:lnTo>
                    <a:pt x="1830936" y="2665502"/>
                  </a:lnTo>
                  <a:lnTo>
                    <a:pt x="1832358" y="2664792"/>
                  </a:lnTo>
                  <a:lnTo>
                    <a:pt x="1833780" y="2664083"/>
                  </a:lnTo>
                  <a:lnTo>
                    <a:pt x="1835203" y="2663373"/>
                  </a:lnTo>
                  <a:lnTo>
                    <a:pt x="1835914" y="2664792"/>
                  </a:lnTo>
                  <a:lnTo>
                    <a:pt x="1837337" y="2664083"/>
                  </a:lnTo>
                  <a:lnTo>
                    <a:pt x="1838759" y="2662663"/>
                  </a:lnTo>
                  <a:lnTo>
                    <a:pt x="1839499" y="2662663"/>
                  </a:lnTo>
                  <a:lnTo>
                    <a:pt x="1840921" y="2664792"/>
                  </a:lnTo>
                  <a:lnTo>
                    <a:pt x="1842344" y="2664083"/>
                  </a:lnTo>
                  <a:lnTo>
                    <a:pt x="1843766" y="2664083"/>
                  </a:lnTo>
                  <a:lnTo>
                    <a:pt x="1844477" y="2664792"/>
                  </a:lnTo>
                  <a:lnTo>
                    <a:pt x="1845900" y="2665502"/>
                  </a:lnTo>
                  <a:lnTo>
                    <a:pt x="1847322" y="2663373"/>
                  </a:lnTo>
                  <a:lnTo>
                    <a:pt x="1848033" y="2664792"/>
                  </a:lnTo>
                  <a:lnTo>
                    <a:pt x="1849456" y="2664792"/>
                  </a:lnTo>
                  <a:lnTo>
                    <a:pt x="1850878" y="2664083"/>
                  </a:lnTo>
                  <a:lnTo>
                    <a:pt x="1851589" y="2664792"/>
                  </a:lnTo>
                  <a:lnTo>
                    <a:pt x="1853012" y="2664792"/>
                  </a:lnTo>
                  <a:lnTo>
                    <a:pt x="1854434" y="2664792"/>
                  </a:lnTo>
                  <a:lnTo>
                    <a:pt x="1855857" y="2662663"/>
                  </a:lnTo>
                  <a:lnTo>
                    <a:pt x="1856568" y="2664792"/>
                  </a:lnTo>
                  <a:lnTo>
                    <a:pt x="1857990" y="2664792"/>
                  </a:lnTo>
                  <a:lnTo>
                    <a:pt x="1859413" y="2666922"/>
                  </a:lnTo>
                  <a:lnTo>
                    <a:pt x="1860124" y="2664083"/>
                  </a:lnTo>
                  <a:lnTo>
                    <a:pt x="1861547" y="2663373"/>
                  </a:lnTo>
                  <a:lnTo>
                    <a:pt x="1862969" y="2666922"/>
                  </a:lnTo>
                  <a:lnTo>
                    <a:pt x="1864391" y="2663373"/>
                  </a:lnTo>
                  <a:lnTo>
                    <a:pt x="1865103" y="2663373"/>
                  </a:lnTo>
                  <a:lnTo>
                    <a:pt x="1866525" y="2664792"/>
                  </a:lnTo>
                  <a:lnTo>
                    <a:pt x="1867947" y="2665502"/>
                  </a:lnTo>
                  <a:lnTo>
                    <a:pt x="1868659" y="2664083"/>
                  </a:lnTo>
                  <a:lnTo>
                    <a:pt x="1870081" y="2664083"/>
                  </a:lnTo>
                  <a:lnTo>
                    <a:pt x="1871504" y="2664083"/>
                  </a:lnTo>
                  <a:lnTo>
                    <a:pt x="1872215" y="2663373"/>
                  </a:lnTo>
                  <a:lnTo>
                    <a:pt x="1873637" y="2666922"/>
                  </a:lnTo>
                  <a:lnTo>
                    <a:pt x="1875060" y="2666212"/>
                  </a:lnTo>
                  <a:lnTo>
                    <a:pt x="1876482" y="2663373"/>
                  </a:lnTo>
                  <a:lnTo>
                    <a:pt x="1877193" y="2664083"/>
                  </a:lnTo>
                  <a:lnTo>
                    <a:pt x="1878616" y="2666212"/>
                  </a:lnTo>
                  <a:lnTo>
                    <a:pt x="1880038" y="2666212"/>
                  </a:lnTo>
                  <a:lnTo>
                    <a:pt x="1880749" y="2664083"/>
                  </a:lnTo>
                  <a:lnTo>
                    <a:pt x="1882172" y="2664792"/>
                  </a:lnTo>
                  <a:lnTo>
                    <a:pt x="1883594" y="2665502"/>
                  </a:lnTo>
                  <a:lnTo>
                    <a:pt x="1885017" y="2664792"/>
                  </a:lnTo>
                  <a:lnTo>
                    <a:pt x="1885728" y="2664792"/>
                  </a:lnTo>
                  <a:lnTo>
                    <a:pt x="1887150" y="2662663"/>
                  </a:lnTo>
                  <a:lnTo>
                    <a:pt x="1888573" y="2664792"/>
                  </a:lnTo>
                  <a:lnTo>
                    <a:pt x="1889284" y="2665502"/>
                  </a:lnTo>
                  <a:lnTo>
                    <a:pt x="1890707" y="2664083"/>
                  </a:lnTo>
                  <a:lnTo>
                    <a:pt x="1892129" y="2666212"/>
                  </a:lnTo>
                  <a:lnTo>
                    <a:pt x="1893551" y="2664792"/>
                  </a:lnTo>
                  <a:lnTo>
                    <a:pt x="1894263" y="2662663"/>
                  </a:lnTo>
                  <a:lnTo>
                    <a:pt x="1895685" y="2664792"/>
                  </a:lnTo>
                  <a:lnTo>
                    <a:pt x="1897108" y="2665502"/>
                  </a:lnTo>
                  <a:lnTo>
                    <a:pt x="1897819" y="2664792"/>
                  </a:lnTo>
                  <a:lnTo>
                    <a:pt x="1899241" y="2664083"/>
                  </a:lnTo>
                  <a:lnTo>
                    <a:pt x="1900664" y="2665502"/>
                  </a:lnTo>
                  <a:lnTo>
                    <a:pt x="1901375" y="2664792"/>
                  </a:lnTo>
                  <a:lnTo>
                    <a:pt x="1902797" y="2666212"/>
                  </a:lnTo>
                  <a:lnTo>
                    <a:pt x="1904220" y="2664083"/>
                  </a:lnTo>
                  <a:lnTo>
                    <a:pt x="1905642" y="2666212"/>
                  </a:lnTo>
                  <a:lnTo>
                    <a:pt x="1906353" y="2666922"/>
                  </a:lnTo>
                  <a:lnTo>
                    <a:pt x="1907776" y="2665502"/>
                  </a:lnTo>
                  <a:lnTo>
                    <a:pt x="1909198" y="2667632"/>
                  </a:lnTo>
                  <a:lnTo>
                    <a:pt x="1909909" y="2666922"/>
                  </a:lnTo>
                  <a:lnTo>
                    <a:pt x="1911332" y="2665502"/>
                  </a:lnTo>
                  <a:lnTo>
                    <a:pt x="1912754" y="2665502"/>
                  </a:lnTo>
                  <a:lnTo>
                    <a:pt x="1914177" y="2666922"/>
                  </a:lnTo>
                  <a:lnTo>
                    <a:pt x="1914888" y="2664083"/>
                  </a:lnTo>
                  <a:lnTo>
                    <a:pt x="1916310" y="2666922"/>
                  </a:lnTo>
                  <a:lnTo>
                    <a:pt x="1917733" y="2665502"/>
                  </a:lnTo>
                  <a:lnTo>
                    <a:pt x="1918444" y="2666212"/>
                  </a:lnTo>
                  <a:lnTo>
                    <a:pt x="1919867" y="2666212"/>
                  </a:lnTo>
                  <a:lnTo>
                    <a:pt x="1921289" y="2665502"/>
                  </a:lnTo>
                  <a:lnTo>
                    <a:pt x="1922711" y="2665502"/>
                  </a:lnTo>
                  <a:lnTo>
                    <a:pt x="1923423" y="2664792"/>
                  </a:lnTo>
                  <a:lnTo>
                    <a:pt x="1924845" y="2664792"/>
                  </a:lnTo>
                  <a:lnTo>
                    <a:pt x="1926268" y="2668342"/>
                  </a:lnTo>
                  <a:lnTo>
                    <a:pt x="1926979" y="2666922"/>
                  </a:lnTo>
                  <a:lnTo>
                    <a:pt x="1928401" y="2665502"/>
                  </a:lnTo>
                  <a:lnTo>
                    <a:pt x="1929824" y="2666212"/>
                  </a:lnTo>
                  <a:lnTo>
                    <a:pt x="1930535" y="2665502"/>
                  </a:lnTo>
                  <a:lnTo>
                    <a:pt x="1931957" y="2666212"/>
                  </a:lnTo>
                  <a:lnTo>
                    <a:pt x="1933380" y="2664792"/>
                  </a:lnTo>
                  <a:lnTo>
                    <a:pt x="1934802" y="2666922"/>
                  </a:lnTo>
                  <a:lnTo>
                    <a:pt x="1935513" y="2667632"/>
                  </a:lnTo>
                  <a:lnTo>
                    <a:pt x="1936936" y="2666212"/>
                  </a:lnTo>
                  <a:lnTo>
                    <a:pt x="1938358" y="2664792"/>
                  </a:lnTo>
                  <a:lnTo>
                    <a:pt x="1939069" y="2666212"/>
                  </a:lnTo>
                  <a:lnTo>
                    <a:pt x="1940492" y="2666212"/>
                  </a:lnTo>
                  <a:lnTo>
                    <a:pt x="1941914" y="2666212"/>
                  </a:lnTo>
                  <a:lnTo>
                    <a:pt x="1943337" y="2664083"/>
                  </a:lnTo>
                  <a:lnTo>
                    <a:pt x="1944048" y="2665502"/>
                  </a:lnTo>
                  <a:lnTo>
                    <a:pt x="1945470" y="2666212"/>
                  </a:lnTo>
                  <a:lnTo>
                    <a:pt x="1946893" y="2665502"/>
                  </a:lnTo>
                  <a:lnTo>
                    <a:pt x="1947604" y="2666212"/>
                  </a:lnTo>
                  <a:lnTo>
                    <a:pt x="1949027" y="2665502"/>
                  </a:lnTo>
                  <a:lnTo>
                    <a:pt x="1950449" y="2667632"/>
                  </a:lnTo>
                  <a:lnTo>
                    <a:pt x="1951871" y="2667632"/>
                  </a:lnTo>
                  <a:lnTo>
                    <a:pt x="1952583" y="2665502"/>
                  </a:lnTo>
                  <a:lnTo>
                    <a:pt x="1954005" y="2666212"/>
                  </a:lnTo>
                  <a:lnTo>
                    <a:pt x="1955428" y="2666212"/>
                  </a:lnTo>
                  <a:lnTo>
                    <a:pt x="1956139" y="2666212"/>
                  </a:lnTo>
                  <a:lnTo>
                    <a:pt x="1957561" y="2666922"/>
                  </a:lnTo>
                  <a:lnTo>
                    <a:pt x="1958984" y="2666922"/>
                  </a:lnTo>
                  <a:lnTo>
                    <a:pt x="1959695" y="2667632"/>
                  </a:lnTo>
                  <a:lnTo>
                    <a:pt x="1961117" y="2666922"/>
                  </a:lnTo>
                  <a:lnTo>
                    <a:pt x="1962540" y="2666212"/>
                  </a:lnTo>
                  <a:lnTo>
                    <a:pt x="1963962" y="2666922"/>
                  </a:lnTo>
                  <a:lnTo>
                    <a:pt x="1964673" y="2664083"/>
                  </a:lnTo>
                  <a:lnTo>
                    <a:pt x="1966096" y="2664792"/>
                  </a:lnTo>
                  <a:lnTo>
                    <a:pt x="1967518" y="2666922"/>
                  </a:lnTo>
                  <a:lnTo>
                    <a:pt x="1968229" y="2666212"/>
                  </a:lnTo>
                  <a:lnTo>
                    <a:pt x="1969652" y="2666922"/>
                  </a:lnTo>
                  <a:lnTo>
                    <a:pt x="1971074" y="2668342"/>
                  </a:lnTo>
                  <a:lnTo>
                    <a:pt x="1972497" y="2667632"/>
                  </a:lnTo>
                  <a:lnTo>
                    <a:pt x="1973208" y="2665502"/>
                  </a:lnTo>
                  <a:lnTo>
                    <a:pt x="1974630" y="2666212"/>
                  </a:lnTo>
                  <a:lnTo>
                    <a:pt x="1976053" y="2664792"/>
                  </a:lnTo>
                  <a:lnTo>
                    <a:pt x="1976764" y="2666212"/>
                  </a:lnTo>
                  <a:lnTo>
                    <a:pt x="1978187" y="2664792"/>
                  </a:lnTo>
                  <a:lnTo>
                    <a:pt x="1979609" y="2665502"/>
                  </a:lnTo>
                  <a:lnTo>
                    <a:pt x="1981031" y="2666212"/>
                  </a:lnTo>
                  <a:lnTo>
                    <a:pt x="1981743" y="2665502"/>
                  </a:lnTo>
                  <a:lnTo>
                    <a:pt x="1983165" y="2665502"/>
                  </a:lnTo>
                  <a:lnTo>
                    <a:pt x="1984588" y="2665502"/>
                  </a:lnTo>
                  <a:lnTo>
                    <a:pt x="1985299" y="2665502"/>
                  </a:lnTo>
                  <a:lnTo>
                    <a:pt x="1986721" y="2665502"/>
                  </a:lnTo>
                  <a:lnTo>
                    <a:pt x="1988144" y="2666212"/>
                  </a:lnTo>
                  <a:lnTo>
                    <a:pt x="1988855" y="2666212"/>
                  </a:lnTo>
                  <a:lnTo>
                    <a:pt x="1990277" y="2663373"/>
                  </a:lnTo>
                  <a:lnTo>
                    <a:pt x="1991700" y="2666212"/>
                  </a:lnTo>
                  <a:lnTo>
                    <a:pt x="1993122" y="2664083"/>
                  </a:lnTo>
                  <a:lnTo>
                    <a:pt x="1993833" y="2666212"/>
                  </a:lnTo>
                  <a:lnTo>
                    <a:pt x="1995256" y="2666922"/>
                  </a:lnTo>
                  <a:lnTo>
                    <a:pt x="1996678" y="2664792"/>
                  </a:lnTo>
                  <a:lnTo>
                    <a:pt x="1997390" y="2665502"/>
                  </a:lnTo>
                  <a:lnTo>
                    <a:pt x="1998812" y="2665502"/>
                  </a:lnTo>
                  <a:lnTo>
                    <a:pt x="2000253" y="2666212"/>
                  </a:lnTo>
                  <a:lnTo>
                    <a:pt x="2001676" y="2666212"/>
                  </a:lnTo>
                  <a:lnTo>
                    <a:pt x="2002387" y="2665502"/>
                  </a:lnTo>
                  <a:lnTo>
                    <a:pt x="2003809" y="2664792"/>
                  </a:lnTo>
                  <a:lnTo>
                    <a:pt x="2005232" y="2668342"/>
                  </a:lnTo>
                  <a:lnTo>
                    <a:pt x="2005943" y="2664792"/>
                  </a:lnTo>
                  <a:lnTo>
                    <a:pt x="2007366" y="2666212"/>
                  </a:lnTo>
                  <a:lnTo>
                    <a:pt x="2008788" y="2664792"/>
                  </a:lnTo>
                  <a:lnTo>
                    <a:pt x="2010210" y="2666212"/>
                  </a:lnTo>
                  <a:lnTo>
                    <a:pt x="2010922" y="2666212"/>
                  </a:lnTo>
                  <a:lnTo>
                    <a:pt x="2012344" y="2666922"/>
                  </a:lnTo>
                  <a:lnTo>
                    <a:pt x="2013767" y="2665502"/>
                  </a:lnTo>
                  <a:lnTo>
                    <a:pt x="2014478" y="2665502"/>
                  </a:lnTo>
                  <a:lnTo>
                    <a:pt x="2015900" y="2666922"/>
                  </a:lnTo>
                  <a:lnTo>
                    <a:pt x="2017323" y="2666922"/>
                  </a:lnTo>
                  <a:lnTo>
                    <a:pt x="2018034" y="2666922"/>
                  </a:lnTo>
                  <a:lnTo>
                    <a:pt x="2019456" y="2664792"/>
                  </a:lnTo>
                  <a:lnTo>
                    <a:pt x="2020879" y="2664792"/>
                  </a:lnTo>
                  <a:lnTo>
                    <a:pt x="2022301" y="2669052"/>
                  </a:lnTo>
                  <a:lnTo>
                    <a:pt x="2023012" y="2665502"/>
                  </a:lnTo>
                  <a:lnTo>
                    <a:pt x="2024435" y="2666212"/>
                  </a:lnTo>
                  <a:lnTo>
                    <a:pt x="2025857" y="2667632"/>
                  </a:lnTo>
                  <a:lnTo>
                    <a:pt x="2026568" y="2665502"/>
                  </a:lnTo>
                  <a:lnTo>
                    <a:pt x="2027991" y="2665502"/>
                  </a:lnTo>
                  <a:lnTo>
                    <a:pt x="2029413" y="2666212"/>
                  </a:lnTo>
                  <a:lnTo>
                    <a:pt x="2030836" y="2666922"/>
                  </a:lnTo>
                  <a:lnTo>
                    <a:pt x="2031547" y="2666922"/>
                  </a:lnTo>
                  <a:lnTo>
                    <a:pt x="2032969" y="2664083"/>
                  </a:lnTo>
                  <a:lnTo>
                    <a:pt x="2034392" y="2666212"/>
                  </a:lnTo>
                  <a:lnTo>
                    <a:pt x="2035103" y="2664083"/>
                  </a:lnTo>
                  <a:lnTo>
                    <a:pt x="2036526" y="2666212"/>
                  </a:lnTo>
                  <a:lnTo>
                    <a:pt x="2037948" y="2666212"/>
                  </a:lnTo>
                  <a:lnTo>
                    <a:pt x="2039370" y="2666922"/>
                  </a:lnTo>
                  <a:lnTo>
                    <a:pt x="2040082" y="2665502"/>
                  </a:lnTo>
                  <a:lnTo>
                    <a:pt x="2041504" y="2664083"/>
                  </a:lnTo>
                  <a:lnTo>
                    <a:pt x="2042927" y="2666212"/>
                  </a:lnTo>
                  <a:lnTo>
                    <a:pt x="2043638" y="2666212"/>
                  </a:lnTo>
                  <a:lnTo>
                    <a:pt x="2045060" y="2666212"/>
                  </a:lnTo>
                  <a:lnTo>
                    <a:pt x="2046483" y="2665502"/>
                  </a:lnTo>
                  <a:lnTo>
                    <a:pt x="2047194" y="2666212"/>
                  </a:lnTo>
                  <a:lnTo>
                    <a:pt x="2048616" y="2665502"/>
                  </a:lnTo>
                  <a:lnTo>
                    <a:pt x="2050039" y="2664792"/>
                  </a:lnTo>
                  <a:lnTo>
                    <a:pt x="2051461" y="2664083"/>
                  </a:lnTo>
                  <a:lnTo>
                    <a:pt x="2052172" y="2664792"/>
                  </a:lnTo>
                  <a:lnTo>
                    <a:pt x="2053595" y="2664792"/>
                  </a:lnTo>
                  <a:lnTo>
                    <a:pt x="2055017" y="2665502"/>
                  </a:lnTo>
                  <a:lnTo>
                    <a:pt x="2055729" y="2662663"/>
                  </a:lnTo>
                  <a:lnTo>
                    <a:pt x="2057151" y="2661243"/>
                  </a:lnTo>
                  <a:lnTo>
                    <a:pt x="2058573" y="2659113"/>
                  </a:lnTo>
                  <a:lnTo>
                    <a:pt x="2059996" y="2656955"/>
                  </a:lnTo>
                  <a:lnTo>
                    <a:pt x="2060707" y="2654116"/>
                  </a:lnTo>
                  <a:lnTo>
                    <a:pt x="2062129" y="2651986"/>
                  </a:lnTo>
                  <a:lnTo>
                    <a:pt x="2063552" y="2649147"/>
                  </a:lnTo>
                  <a:lnTo>
                    <a:pt x="2064263" y="2644177"/>
                  </a:lnTo>
                  <a:lnTo>
                    <a:pt x="2065686" y="2646307"/>
                  </a:lnTo>
                  <a:lnTo>
                    <a:pt x="2067108" y="2642758"/>
                  </a:lnTo>
                  <a:lnTo>
                    <a:pt x="2067819" y="2641338"/>
                  </a:lnTo>
                  <a:lnTo>
                    <a:pt x="2069242" y="2635659"/>
                  </a:lnTo>
                  <a:lnTo>
                    <a:pt x="2070664" y="2621461"/>
                  </a:lnTo>
                  <a:lnTo>
                    <a:pt x="2072087" y="2577448"/>
                  </a:lnTo>
                  <a:lnTo>
                    <a:pt x="2072798" y="2479465"/>
                  </a:lnTo>
                  <a:lnTo>
                    <a:pt x="2074220" y="2282070"/>
                  </a:lnTo>
                  <a:lnTo>
                    <a:pt x="2075643" y="2125867"/>
                  </a:lnTo>
                  <a:lnTo>
                    <a:pt x="2076354" y="2077576"/>
                  </a:lnTo>
                  <a:lnTo>
                    <a:pt x="2077776" y="2161361"/>
                  </a:lnTo>
                  <a:lnTo>
                    <a:pt x="2079199" y="2365145"/>
                  </a:lnTo>
                  <a:lnTo>
                    <a:pt x="2080621" y="2447520"/>
                  </a:lnTo>
                  <a:lnTo>
                    <a:pt x="2081332" y="2417677"/>
                  </a:lnTo>
                  <a:lnTo>
                    <a:pt x="2082755" y="2371534"/>
                  </a:lnTo>
                  <a:lnTo>
                    <a:pt x="2084177" y="2367985"/>
                  </a:lnTo>
                  <a:lnTo>
                    <a:pt x="2084889" y="2438973"/>
                  </a:lnTo>
                  <a:lnTo>
                    <a:pt x="2086311" y="2539805"/>
                  </a:lnTo>
                  <a:lnTo>
                    <a:pt x="2087733" y="2607973"/>
                  </a:lnTo>
                  <a:lnTo>
                    <a:pt x="2089867" y="2647017"/>
                  </a:lnTo>
                  <a:lnTo>
                    <a:pt x="2092712" y="2654826"/>
                  </a:lnTo>
                  <a:lnTo>
                    <a:pt x="2093423" y="2656955"/>
                  </a:lnTo>
                  <a:lnTo>
                    <a:pt x="2094846" y="2659113"/>
                  </a:lnTo>
                  <a:lnTo>
                    <a:pt x="2096268" y="2661243"/>
                  </a:lnTo>
                  <a:lnTo>
                    <a:pt x="2096979" y="2661953"/>
                  </a:lnTo>
                  <a:lnTo>
                    <a:pt x="2098402" y="2664083"/>
                  </a:lnTo>
                  <a:lnTo>
                    <a:pt x="2099824" y="2664083"/>
                  </a:lnTo>
                  <a:lnTo>
                    <a:pt x="2101247" y="2664083"/>
                  </a:lnTo>
                  <a:lnTo>
                    <a:pt x="2101958" y="2662663"/>
                  </a:lnTo>
                  <a:lnTo>
                    <a:pt x="2103380" y="2664083"/>
                  </a:lnTo>
                  <a:lnTo>
                    <a:pt x="2104803" y="2661243"/>
                  </a:lnTo>
                  <a:lnTo>
                    <a:pt x="2105514" y="2661953"/>
                  </a:lnTo>
                  <a:lnTo>
                    <a:pt x="2106936" y="2662663"/>
                  </a:lnTo>
                  <a:lnTo>
                    <a:pt x="2108359" y="2663373"/>
                  </a:lnTo>
                  <a:lnTo>
                    <a:pt x="2109781" y="2664792"/>
                  </a:lnTo>
                  <a:lnTo>
                    <a:pt x="2110492" y="2665502"/>
                  </a:lnTo>
                  <a:lnTo>
                    <a:pt x="2111915" y="2666212"/>
                  </a:lnTo>
                  <a:lnTo>
                    <a:pt x="2113337" y="2666212"/>
                  </a:lnTo>
                  <a:lnTo>
                    <a:pt x="2114049" y="2666212"/>
                  </a:lnTo>
                  <a:lnTo>
                    <a:pt x="2115471" y="2666922"/>
                  </a:lnTo>
                  <a:lnTo>
                    <a:pt x="2116893" y="2667632"/>
                  </a:lnTo>
                  <a:lnTo>
                    <a:pt x="2118316" y="2666922"/>
                  </a:lnTo>
                  <a:lnTo>
                    <a:pt x="2119027" y="2667632"/>
                  </a:lnTo>
                  <a:lnTo>
                    <a:pt x="2120450" y="2664792"/>
                  </a:lnTo>
                  <a:lnTo>
                    <a:pt x="2121872" y="2668342"/>
                  </a:lnTo>
                  <a:lnTo>
                    <a:pt x="2122583" y="2666212"/>
                  </a:lnTo>
                  <a:lnTo>
                    <a:pt x="2124006" y="2669052"/>
                  </a:lnTo>
                  <a:lnTo>
                    <a:pt x="2125428" y="2666922"/>
                  </a:lnTo>
                  <a:lnTo>
                    <a:pt x="2126139" y="2668342"/>
                  </a:lnTo>
                  <a:lnTo>
                    <a:pt x="2127562" y="2669052"/>
                  </a:lnTo>
                  <a:lnTo>
                    <a:pt x="2128984" y="2668342"/>
                  </a:lnTo>
                  <a:lnTo>
                    <a:pt x="2130407" y="2667632"/>
                  </a:lnTo>
                  <a:lnTo>
                    <a:pt x="2131118" y="2666212"/>
                  </a:lnTo>
                  <a:lnTo>
                    <a:pt x="2132540" y="2667632"/>
                  </a:lnTo>
                  <a:lnTo>
                    <a:pt x="2133963" y="2667632"/>
                  </a:lnTo>
                  <a:lnTo>
                    <a:pt x="2134674" y="2667632"/>
                  </a:lnTo>
                  <a:lnTo>
                    <a:pt x="2136096" y="2666922"/>
                  </a:lnTo>
                  <a:lnTo>
                    <a:pt x="2137519" y="2665502"/>
                  </a:lnTo>
                  <a:lnTo>
                    <a:pt x="2138941" y="2670472"/>
                  </a:lnTo>
                  <a:lnTo>
                    <a:pt x="2139652" y="2669052"/>
                  </a:lnTo>
                  <a:lnTo>
                    <a:pt x="2141075" y="2670472"/>
                  </a:lnTo>
                  <a:lnTo>
                    <a:pt x="2142497" y="2666922"/>
                  </a:lnTo>
                  <a:lnTo>
                    <a:pt x="2143209" y="2667632"/>
                  </a:lnTo>
                  <a:lnTo>
                    <a:pt x="2144631" y="2667632"/>
                  </a:lnTo>
                  <a:lnTo>
                    <a:pt x="2146053" y="2667632"/>
                  </a:lnTo>
                  <a:lnTo>
                    <a:pt x="2147476" y="2668342"/>
                  </a:lnTo>
                  <a:lnTo>
                    <a:pt x="2148187" y="2668342"/>
                  </a:lnTo>
                  <a:lnTo>
                    <a:pt x="2149610" y="2669052"/>
                  </a:lnTo>
                  <a:lnTo>
                    <a:pt x="2151032" y="2665502"/>
                  </a:lnTo>
                  <a:lnTo>
                    <a:pt x="2151743" y="2667632"/>
                  </a:lnTo>
                  <a:lnTo>
                    <a:pt x="2153166" y="2667632"/>
                  </a:lnTo>
                  <a:lnTo>
                    <a:pt x="2154588" y="2669052"/>
                  </a:lnTo>
                  <a:lnTo>
                    <a:pt x="2155299" y="2666922"/>
                  </a:lnTo>
                  <a:lnTo>
                    <a:pt x="2156722" y="2669762"/>
                  </a:lnTo>
                  <a:lnTo>
                    <a:pt x="2158144" y="2668342"/>
                  </a:lnTo>
                  <a:lnTo>
                    <a:pt x="2159595" y="2666922"/>
                  </a:lnTo>
                  <a:lnTo>
                    <a:pt x="2160306" y="2666922"/>
                  </a:lnTo>
                  <a:lnTo>
                    <a:pt x="2161729" y="2667632"/>
                  </a:lnTo>
                  <a:lnTo>
                    <a:pt x="2163151" y="2666922"/>
                  </a:lnTo>
                  <a:lnTo>
                    <a:pt x="2163862" y="2669052"/>
                  </a:lnTo>
                  <a:lnTo>
                    <a:pt x="2165285" y="2668342"/>
                  </a:lnTo>
                  <a:lnTo>
                    <a:pt x="2166707" y="2669052"/>
                  </a:lnTo>
                  <a:lnTo>
                    <a:pt x="2168130" y="2667632"/>
                  </a:lnTo>
                  <a:lnTo>
                    <a:pt x="2168841" y="2670472"/>
                  </a:lnTo>
                  <a:lnTo>
                    <a:pt x="2170263" y="2667632"/>
                  </a:lnTo>
                  <a:lnTo>
                    <a:pt x="2171686" y="2667632"/>
                  </a:lnTo>
                  <a:lnTo>
                    <a:pt x="2172397" y="2669762"/>
                  </a:lnTo>
                  <a:lnTo>
                    <a:pt x="2173819" y="2667632"/>
                  </a:lnTo>
                  <a:lnTo>
                    <a:pt x="2175242" y="2668342"/>
                  </a:lnTo>
                  <a:lnTo>
                    <a:pt x="2176664" y="2668342"/>
                  </a:lnTo>
                  <a:lnTo>
                    <a:pt x="2177376" y="2668342"/>
                  </a:lnTo>
                  <a:lnTo>
                    <a:pt x="2178798" y="2668342"/>
                  </a:lnTo>
                  <a:lnTo>
                    <a:pt x="2180220" y="2667632"/>
                  </a:lnTo>
                  <a:lnTo>
                    <a:pt x="2180932" y="2669762"/>
                  </a:lnTo>
                  <a:lnTo>
                    <a:pt x="2182354" y="2667632"/>
                  </a:lnTo>
                  <a:lnTo>
                    <a:pt x="2183777" y="2669052"/>
                  </a:lnTo>
                  <a:lnTo>
                    <a:pt x="2184488" y="2668342"/>
                  </a:lnTo>
                  <a:lnTo>
                    <a:pt x="2185910" y="2666922"/>
                  </a:lnTo>
                  <a:lnTo>
                    <a:pt x="2187333" y="2667632"/>
                  </a:lnTo>
                  <a:lnTo>
                    <a:pt x="2188755" y="2668342"/>
                  </a:lnTo>
                  <a:lnTo>
                    <a:pt x="2189466" y="2668342"/>
                  </a:lnTo>
                  <a:lnTo>
                    <a:pt x="2190889" y="2669762"/>
                  </a:lnTo>
                  <a:lnTo>
                    <a:pt x="2192311" y="2669762"/>
                  </a:lnTo>
                  <a:lnTo>
                    <a:pt x="2193022" y="2669052"/>
                  </a:lnTo>
                  <a:lnTo>
                    <a:pt x="2194445" y="2669052"/>
                  </a:lnTo>
                  <a:lnTo>
                    <a:pt x="2195867" y="2668342"/>
                  </a:lnTo>
                  <a:lnTo>
                    <a:pt x="2197290" y="2669052"/>
                  </a:lnTo>
                  <a:lnTo>
                    <a:pt x="2198001" y="2669762"/>
                  </a:lnTo>
                  <a:lnTo>
                    <a:pt x="2199423" y="2667632"/>
                  </a:lnTo>
                  <a:lnTo>
                    <a:pt x="2200846" y="2669762"/>
                  </a:lnTo>
                  <a:lnTo>
                    <a:pt x="2201557" y="2668342"/>
                  </a:lnTo>
                  <a:lnTo>
                    <a:pt x="2202979" y="2668342"/>
                  </a:lnTo>
                  <a:lnTo>
                    <a:pt x="2204402" y="2668342"/>
                  </a:lnTo>
                  <a:lnTo>
                    <a:pt x="2205824" y="2669052"/>
                  </a:lnTo>
                  <a:lnTo>
                    <a:pt x="2206536" y="2670472"/>
                  </a:lnTo>
                  <a:lnTo>
                    <a:pt x="2207958" y="2668342"/>
                  </a:lnTo>
                  <a:lnTo>
                    <a:pt x="2209380" y="2666922"/>
                  </a:lnTo>
                  <a:lnTo>
                    <a:pt x="2210092" y="2667632"/>
                  </a:lnTo>
                  <a:lnTo>
                    <a:pt x="2211514" y="2669762"/>
                  </a:lnTo>
                  <a:lnTo>
                    <a:pt x="2212937" y="2669762"/>
                  </a:lnTo>
                  <a:lnTo>
                    <a:pt x="2213648" y="2669762"/>
                  </a:lnTo>
                  <a:lnTo>
                    <a:pt x="2215070" y="2668342"/>
                  </a:lnTo>
                  <a:lnTo>
                    <a:pt x="2216493" y="2668342"/>
                  </a:lnTo>
                  <a:lnTo>
                    <a:pt x="2217915" y="2670472"/>
                  </a:lnTo>
                  <a:lnTo>
                    <a:pt x="2218626" y="2669762"/>
                  </a:lnTo>
                  <a:lnTo>
                    <a:pt x="2220049" y="2669052"/>
                  </a:lnTo>
                  <a:lnTo>
                    <a:pt x="2221471" y="2669762"/>
                  </a:lnTo>
                  <a:lnTo>
                    <a:pt x="2222182" y="2668342"/>
                  </a:lnTo>
                  <a:lnTo>
                    <a:pt x="2223605" y="2667632"/>
                  </a:lnTo>
                  <a:lnTo>
                    <a:pt x="2225027" y="2668342"/>
                  </a:lnTo>
                  <a:lnTo>
                    <a:pt x="2226450" y="2669052"/>
                  </a:lnTo>
                  <a:lnTo>
                    <a:pt x="2227161" y="2668342"/>
                  </a:lnTo>
                  <a:lnTo>
                    <a:pt x="2228583" y="2669052"/>
                  </a:lnTo>
                  <a:lnTo>
                    <a:pt x="2230006" y="2669762"/>
                  </a:lnTo>
                  <a:lnTo>
                    <a:pt x="2230717" y="2669052"/>
                  </a:lnTo>
                  <a:lnTo>
                    <a:pt x="2232139" y="2669762"/>
                  </a:lnTo>
                  <a:lnTo>
                    <a:pt x="2233562" y="2669052"/>
                  </a:lnTo>
                  <a:lnTo>
                    <a:pt x="2234273" y="2668342"/>
                  </a:lnTo>
                  <a:lnTo>
                    <a:pt x="2235696" y="2669762"/>
                  </a:lnTo>
                  <a:lnTo>
                    <a:pt x="2237118" y="2669052"/>
                  </a:lnTo>
                  <a:lnTo>
                    <a:pt x="2238540" y="2668342"/>
                  </a:lnTo>
                  <a:lnTo>
                    <a:pt x="2239252" y="2668342"/>
                  </a:lnTo>
                  <a:lnTo>
                    <a:pt x="2240674" y="2671891"/>
                  </a:lnTo>
                  <a:lnTo>
                    <a:pt x="2242097" y="2669762"/>
                  </a:lnTo>
                  <a:lnTo>
                    <a:pt x="2242808" y="2667632"/>
                  </a:lnTo>
                  <a:lnTo>
                    <a:pt x="2244230" y="2669762"/>
                  </a:lnTo>
                  <a:lnTo>
                    <a:pt x="2245653" y="2669052"/>
                  </a:lnTo>
                  <a:lnTo>
                    <a:pt x="2247075" y="2668342"/>
                  </a:lnTo>
                  <a:lnTo>
                    <a:pt x="2247786" y="2669052"/>
                  </a:lnTo>
                  <a:lnTo>
                    <a:pt x="2249209" y="2669052"/>
                  </a:lnTo>
                  <a:lnTo>
                    <a:pt x="2250631" y="2670472"/>
                  </a:lnTo>
                  <a:lnTo>
                    <a:pt x="2251342" y="2668342"/>
                  </a:lnTo>
                  <a:lnTo>
                    <a:pt x="2252765" y="2669052"/>
                  </a:lnTo>
                  <a:lnTo>
                    <a:pt x="2254187" y="2670472"/>
                  </a:lnTo>
                  <a:lnTo>
                    <a:pt x="2255610" y="2671891"/>
                  </a:lnTo>
                  <a:lnTo>
                    <a:pt x="2256321" y="2670472"/>
                  </a:lnTo>
                  <a:lnTo>
                    <a:pt x="2257743" y="2670472"/>
                  </a:lnTo>
                  <a:lnTo>
                    <a:pt x="2259166" y="2669762"/>
                  </a:lnTo>
                  <a:lnTo>
                    <a:pt x="2259877" y="2666212"/>
                  </a:lnTo>
                  <a:lnTo>
                    <a:pt x="2261300" y="2669052"/>
                  </a:lnTo>
                  <a:lnTo>
                    <a:pt x="2262722" y="2669052"/>
                  </a:lnTo>
                  <a:lnTo>
                    <a:pt x="2263433" y="2670472"/>
                  </a:lnTo>
                  <a:lnTo>
                    <a:pt x="2264856" y="2670472"/>
                  </a:lnTo>
                  <a:lnTo>
                    <a:pt x="2266278" y="2669052"/>
                  </a:lnTo>
                  <a:lnTo>
                    <a:pt x="2267700" y="2669052"/>
                  </a:lnTo>
                  <a:lnTo>
                    <a:pt x="2268412" y="2669762"/>
                  </a:lnTo>
                  <a:lnTo>
                    <a:pt x="2269834" y="2668342"/>
                  </a:lnTo>
                  <a:lnTo>
                    <a:pt x="2271257" y="2668342"/>
                  </a:lnTo>
                  <a:lnTo>
                    <a:pt x="2271968" y="2671181"/>
                  </a:lnTo>
                  <a:lnTo>
                    <a:pt x="2273390" y="2669762"/>
                  </a:lnTo>
                  <a:lnTo>
                    <a:pt x="2274813" y="2669052"/>
                  </a:lnTo>
                  <a:lnTo>
                    <a:pt x="2276235" y="2671181"/>
                  </a:lnTo>
                  <a:lnTo>
                    <a:pt x="2276946" y="2669762"/>
                  </a:lnTo>
                  <a:lnTo>
                    <a:pt x="2278369" y="2669052"/>
                  </a:lnTo>
                  <a:lnTo>
                    <a:pt x="2279791" y="2667632"/>
                  </a:lnTo>
                  <a:lnTo>
                    <a:pt x="2280502" y="2669052"/>
                  </a:lnTo>
                  <a:lnTo>
                    <a:pt x="2281925" y="2669762"/>
                  </a:lnTo>
                  <a:lnTo>
                    <a:pt x="2283347" y="2669052"/>
                  </a:lnTo>
                  <a:lnTo>
                    <a:pt x="2284770" y="2669052"/>
                  </a:lnTo>
                  <a:lnTo>
                    <a:pt x="2285481" y="2670472"/>
                  </a:lnTo>
                  <a:lnTo>
                    <a:pt x="2286903" y="2670472"/>
                  </a:lnTo>
                  <a:lnTo>
                    <a:pt x="2288326" y="2669762"/>
                  </a:lnTo>
                  <a:lnTo>
                    <a:pt x="2289037" y="2671181"/>
                  </a:lnTo>
                  <a:lnTo>
                    <a:pt x="2290460" y="2669052"/>
                  </a:lnTo>
                  <a:lnTo>
                    <a:pt x="2291882" y="2668342"/>
                  </a:lnTo>
                  <a:lnTo>
                    <a:pt x="2292593" y="2668342"/>
                  </a:lnTo>
                  <a:lnTo>
                    <a:pt x="2294016" y="2669052"/>
                  </a:lnTo>
                  <a:lnTo>
                    <a:pt x="2295438" y="2669052"/>
                  </a:lnTo>
                  <a:lnTo>
                    <a:pt x="2296861" y="2670472"/>
                  </a:lnTo>
                  <a:lnTo>
                    <a:pt x="2297572" y="2669762"/>
                  </a:lnTo>
                  <a:lnTo>
                    <a:pt x="2298994" y="2669762"/>
                  </a:lnTo>
                  <a:lnTo>
                    <a:pt x="2300417" y="2670472"/>
                  </a:lnTo>
                  <a:lnTo>
                    <a:pt x="2301128" y="2669052"/>
                  </a:lnTo>
                  <a:lnTo>
                    <a:pt x="2302550" y="2669052"/>
                  </a:lnTo>
                  <a:lnTo>
                    <a:pt x="2303973" y="2668342"/>
                  </a:lnTo>
                  <a:lnTo>
                    <a:pt x="2305395" y="2668342"/>
                  </a:lnTo>
                  <a:lnTo>
                    <a:pt x="2306106" y="2667632"/>
                  </a:lnTo>
                  <a:lnTo>
                    <a:pt x="2307529" y="2669052"/>
                  </a:lnTo>
                  <a:lnTo>
                    <a:pt x="2308951" y="2667632"/>
                  </a:lnTo>
                  <a:lnTo>
                    <a:pt x="2309662" y="2667632"/>
                  </a:lnTo>
                  <a:lnTo>
                    <a:pt x="2311085" y="2667632"/>
                  </a:lnTo>
                  <a:lnTo>
                    <a:pt x="2312507" y="2669052"/>
                  </a:lnTo>
                  <a:lnTo>
                    <a:pt x="2313930" y="2666922"/>
                  </a:lnTo>
                  <a:lnTo>
                    <a:pt x="2314641" y="2668342"/>
                  </a:lnTo>
                  <a:lnTo>
                    <a:pt x="2316063" y="2666922"/>
                  </a:lnTo>
                  <a:lnTo>
                    <a:pt x="2317486" y="2667632"/>
                  </a:lnTo>
                  <a:lnTo>
                    <a:pt x="2318197" y="2667632"/>
                  </a:lnTo>
                  <a:lnTo>
                    <a:pt x="2319639" y="2667632"/>
                  </a:lnTo>
                  <a:lnTo>
                    <a:pt x="2321061" y="2667632"/>
                  </a:lnTo>
                  <a:lnTo>
                    <a:pt x="2321772" y="2666922"/>
                  </a:lnTo>
                  <a:lnTo>
                    <a:pt x="2323195" y="2665502"/>
                  </a:lnTo>
                  <a:lnTo>
                    <a:pt x="2324617" y="2668342"/>
                  </a:lnTo>
                  <a:lnTo>
                    <a:pt x="2326039" y="2669052"/>
                  </a:lnTo>
                  <a:lnTo>
                    <a:pt x="2326751" y="2666922"/>
                  </a:lnTo>
                  <a:lnTo>
                    <a:pt x="2328173" y="2668342"/>
                  </a:lnTo>
                  <a:lnTo>
                    <a:pt x="2329596" y="2669762"/>
                  </a:lnTo>
                  <a:lnTo>
                    <a:pt x="2330307" y="2669052"/>
                  </a:lnTo>
                  <a:lnTo>
                    <a:pt x="2331729" y="2666212"/>
                  </a:lnTo>
                  <a:lnTo>
                    <a:pt x="2333152" y="2669052"/>
                  </a:lnTo>
                  <a:lnTo>
                    <a:pt x="2334574" y="2668342"/>
                  </a:lnTo>
                  <a:lnTo>
                    <a:pt x="2335285" y="2666922"/>
                  </a:lnTo>
                  <a:lnTo>
                    <a:pt x="2336708" y="2666212"/>
                  </a:lnTo>
                  <a:lnTo>
                    <a:pt x="2338130" y="2667632"/>
                  </a:lnTo>
                  <a:lnTo>
                    <a:pt x="2338841" y="2667632"/>
                  </a:lnTo>
                  <a:lnTo>
                    <a:pt x="2340264" y="2666212"/>
                  </a:lnTo>
                  <a:lnTo>
                    <a:pt x="2341686" y="2667632"/>
                  </a:lnTo>
                  <a:lnTo>
                    <a:pt x="2343109" y="2666922"/>
                  </a:lnTo>
                  <a:lnTo>
                    <a:pt x="2343820" y="2666212"/>
                  </a:lnTo>
                  <a:lnTo>
                    <a:pt x="2345242" y="2666922"/>
                  </a:lnTo>
                  <a:lnTo>
                    <a:pt x="2346665" y="2666922"/>
                  </a:lnTo>
                  <a:lnTo>
                    <a:pt x="2347376" y="2668342"/>
                  </a:lnTo>
                  <a:lnTo>
                    <a:pt x="2348799" y="2667632"/>
                  </a:lnTo>
                  <a:lnTo>
                    <a:pt x="2350221" y="2668342"/>
                  </a:lnTo>
                  <a:lnTo>
                    <a:pt x="2350932" y="2669052"/>
                  </a:lnTo>
                  <a:lnTo>
                    <a:pt x="2352355" y="2669762"/>
                  </a:lnTo>
                  <a:lnTo>
                    <a:pt x="2353777" y="2668342"/>
                  </a:lnTo>
                  <a:lnTo>
                    <a:pt x="2355200" y="2666212"/>
                  </a:lnTo>
                  <a:lnTo>
                    <a:pt x="2355911" y="2668342"/>
                  </a:lnTo>
                  <a:lnTo>
                    <a:pt x="2357333" y="2668342"/>
                  </a:lnTo>
                  <a:lnTo>
                    <a:pt x="2358756" y="2669052"/>
                  </a:lnTo>
                  <a:lnTo>
                    <a:pt x="2359467" y="2668342"/>
                  </a:lnTo>
                  <a:lnTo>
                    <a:pt x="2360889" y="2666922"/>
                  </a:lnTo>
                  <a:lnTo>
                    <a:pt x="2362312" y="2666922"/>
                  </a:lnTo>
                  <a:lnTo>
                    <a:pt x="2363734" y="2667632"/>
                  </a:lnTo>
                  <a:lnTo>
                    <a:pt x="2364445" y="2667632"/>
                  </a:lnTo>
                  <a:lnTo>
                    <a:pt x="2365868" y="2667632"/>
                  </a:lnTo>
                  <a:lnTo>
                    <a:pt x="2367290" y="2668342"/>
                  </a:lnTo>
                  <a:lnTo>
                    <a:pt x="2368001" y="2667632"/>
                  </a:lnTo>
                  <a:lnTo>
                    <a:pt x="2369424" y="2666922"/>
                  </a:lnTo>
                  <a:lnTo>
                    <a:pt x="2370846" y="2666212"/>
                  </a:lnTo>
                  <a:lnTo>
                    <a:pt x="2372269" y="2666922"/>
                  </a:lnTo>
                  <a:lnTo>
                    <a:pt x="2372980" y="2666922"/>
                  </a:lnTo>
                  <a:lnTo>
                    <a:pt x="2374402" y="2666922"/>
                  </a:lnTo>
                  <a:lnTo>
                    <a:pt x="2375825" y="2668342"/>
                  </a:lnTo>
                  <a:lnTo>
                    <a:pt x="2376536" y="2666922"/>
                  </a:lnTo>
                  <a:lnTo>
                    <a:pt x="2377959" y="2666212"/>
                  </a:lnTo>
                  <a:lnTo>
                    <a:pt x="2379381" y="2665502"/>
                  </a:lnTo>
                  <a:lnTo>
                    <a:pt x="2380092" y="2663373"/>
                  </a:lnTo>
                  <a:lnTo>
                    <a:pt x="2381515" y="2664083"/>
                  </a:lnTo>
                  <a:lnTo>
                    <a:pt x="2382937" y="2664083"/>
                  </a:lnTo>
                  <a:lnTo>
                    <a:pt x="2384360" y="2666212"/>
                  </a:lnTo>
                  <a:lnTo>
                    <a:pt x="2385071" y="2666212"/>
                  </a:lnTo>
                  <a:lnTo>
                    <a:pt x="2386493" y="2665502"/>
                  </a:lnTo>
                  <a:lnTo>
                    <a:pt x="2387916" y="2665502"/>
                  </a:lnTo>
                  <a:lnTo>
                    <a:pt x="2388627" y="2665502"/>
                  </a:lnTo>
                  <a:lnTo>
                    <a:pt x="2390049" y="2664792"/>
                  </a:lnTo>
                  <a:lnTo>
                    <a:pt x="2391472" y="2662663"/>
                  </a:lnTo>
                  <a:lnTo>
                    <a:pt x="2392894" y="2661243"/>
                  </a:lnTo>
                  <a:lnTo>
                    <a:pt x="2393605" y="2659113"/>
                  </a:lnTo>
                  <a:lnTo>
                    <a:pt x="2395028" y="2656245"/>
                  </a:lnTo>
                  <a:lnTo>
                    <a:pt x="2396450" y="2650566"/>
                  </a:lnTo>
                  <a:lnTo>
                    <a:pt x="2397161" y="2648437"/>
                  </a:lnTo>
                  <a:lnTo>
                    <a:pt x="2398584" y="2639208"/>
                  </a:lnTo>
                  <a:lnTo>
                    <a:pt x="2400006" y="2633529"/>
                  </a:lnTo>
                  <a:lnTo>
                    <a:pt x="2400718" y="2631399"/>
                  </a:lnTo>
                  <a:lnTo>
                    <a:pt x="2402140" y="2626430"/>
                  </a:lnTo>
                  <a:lnTo>
                    <a:pt x="2403562" y="2625011"/>
                  </a:lnTo>
                  <a:lnTo>
                    <a:pt x="2404985" y="2624301"/>
                  </a:lnTo>
                  <a:lnTo>
                    <a:pt x="2405696" y="2615782"/>
                  </a:lnTo>
                  <a:lnTo>
                    <a:pt x="2407119" y="2602294"/>
                  </a:lnTo>
                  <a:lnTo>
                    <a:pt x="2409252" y="2500762"/>
                  </a:lnTo>
                  <a:lnTo>
                    <a:pt x="2410675" y="2300527"/>
                  </a:lnTo>
                  <a:lnTo>
                    <a:pt x="2412097" y="1904336"/>
                  </a:lnTo>
                  <a:lnTo>
                    <a:pt x="2413520" y="1452736"/>
                  </a:lnTo>
                  <a:lnTo>
                    <a:pt x="2414231" y="1282335"/>
                  </a:lnTo>
                  <a:lnTo>
                    <a:pt x="2415653" y="1584821"/>
                  </a:lnTo>
                  <a:lnTo>
                    <a:pt x="2417076" y="1975324"/>
                  </a:lnTo>
                  <a:lnTo>
                    <a:pt x="2417787" y="2258644"/>
                  </a:lnTo>
                  <a:lnTo>
                    <a:pt x="2419209" y="2298397"/>
                  </a:lnTo>
                  <a:lnTo>
                    <a:pt x="2420632" y="2135096"/>
                  </a:lnTo>
                  <a:lnTo>
                    <a:pt x="2422054" y="1965386"/>
                  </a:lnTo>
                  <a:lnTo>
                    <a:pt x="2422765" y="2003010"/>
                  </a:lnTo>
                  <a:lnTo>
                    <a:pt x="2424188" y="2186917"/>
                  </a:lnTo>
                  <a:lnTo>
                    <a:pt x="2425610" y="2383602"/>
                  </a:lnTo>
                  <a:lnTo>
                    <a:pt x="2426322" y="2526318"/>
                  </a:lnTo>
                  <a:lnTo>
                    <a:pt x="2427744" y="2596615"/>
                  </a:lnTo>
                  <a:lnTo>
                    <a:pt x="2429878" y="2634949"/>
                  </a:lnTo>
                  <a:lnTo>
                    <a:pt x="2434145" y="2646307"/>
                  </a:lnTo>
                  <a:lnTo>
                    <a:pt x="2434856" y="2654116"/>
                  </a:lnTo>
                  <a:lnTo>
                    <a:pt x="2436279" y="2657694"/>
                  </a:lnTo>
                  <a:lnTo>
                    <a:pt x="2437701" y="2662663"/>
                  </a:lnTo>
                  <a:lnTo>
                    <a:pt x="2438412" y="2661953"/>
                  </a:lnTo>
                  <a:lnTo>
                    <a:pt x="2439835" y="2663373"/>
                  </a:lnTo>
                  <a:lnTo>
                    <a:pt x="2441257" y="2663373"/>
                  </a:lnTo>
                  <a:lnTo>
                    <a:pt x="2442680" y="2664083"/>
                  </a:lnTo>
                  <a:lnTo>
                    <a:pt x="2443391" y="2663373"/>
                  </a:lnTo>
                  <a:lnTo>
                    <a:pt x="2444813" y="2664083"/>
                  </a:lnTo>
                  <a:lnTo>
                    <a:pt x="2446236" y="2665502"/>
                  </a:lnTo>
                  <a:lnTo>
                    <a:pt x="2446947" y="2666212"/>
                  </a:lnTo>
                  <a:lnTo>
                    <a:pt x="2448369" y="2666212"/>
                  </a:lnTo>
                  <a:lnTo>
                    <a:pt x="2449792" y="2664792"/>
                  </a:lnTo>
                  <a:lnTo>
                    <a:pt x="2451214" y="2666212"/>
                  </a:lnTo>
                  <a:lnTo>
                    <a:pt x="2451925" y="2666922"/>
                  </a:lnTo>
                  <a:lnTo>
                    <a:pt x="2453348" y="2667632"/>
                  </a:lnTo>
                  <a:lnTo>
                    <a:pt x="2454770" y="2666212"/>
                  </a:lnTo>
                  <a:lnTo>
                    <a:pt x="2455482" y="2665502"/>
                  </a:lnTo>
                  <a:lnTo>
                    <a:pt x="2456904" y="2666212"/>
                  </a:lnTo>
                  <a:lnTo>
                    <a:pt x="2458326" y="2668342"/>
                  </a:lnTo>
                  <a:lnTo>
                    <a:pt x="2459038" y="2669762"/>
                  </a:lnTo>
                  <a:lnTo>
                    <a:pt x="2460460" y="2667632"/>
                  </a:lnTo>
                  <a:lnTo>
                    <a:pt x="2461882" y="2667632"/>
                  </a:lnTo>
                  <a:lnTo>
                    <a:pt x="2463305" y="2667632"/>
                  </a:lnTo>
                  <a:lnTo>
                    <a:pt x="2464016" y="2668342"/>
                  </a:lnTo>
                  <a:lnTo>
                    <a:pt x="2465439" y="2666922"/>
                  </a:lnTo>
                  <a:lnTo>
                    <a:pt x="2466861" y="2668342"/>
                  </a:lnTo>
                  <a:lnTo>
                    <a:pt x="2467572" y="2669052"/>
                  </a:lnTo>
                  <a:lnTo>
                    <a:pt x="2468995" y="2668342"/>
                  </a:lnTo>
                  <a:lnTo>
                    <a:pt x="2470417" y="2668342"/>
                  </a:lnTo>
                  <a:lnTo>
                    <a:pt x="2471840" y="2666922"/>
                  </a:lnTo>
                  <a:lnTo>
                    <a:pt x="2472551" y="2667632"/>
                  </a:lnTo>
                  <a:lnTo>
                    <a:pt x="2473973" y="2669052"/>
                  </a:lnTo>
                  <a:lnTo>
                    <a:pt x="2475396" y="2668342"/>
                  </a:lnTo>
                  <a:lnTo>
                    <a:pt x="2476107" y="2669052"/>
                  </a:lnTo>
                  <a:lnTo>
                    <a:pt x="2477529" y="2669052"/>
                  </a:lnTo>
                  <a:lnTo>
                    <a:pt x="2478952" y="2668342"/>
                  </a:lnTo>
                  <a:lnTo>
                    <a:pt x="2480403" y="2670472"/>
                  </a:lnTo>
                  <a:lnTo>
                    <a:pt x="2481114" y="2668342"/>
                  </a:lnTo>
                  <a:lnTo>
                    <a:pt x="2482536" y="2669052"/>
                  </a:lnTo>
                  <a:lnTo>
                    <a:pt x="2483959" y="2670472"/>
                  </a:lnTo>
                  <a:lnTo>
                    <a:pt x="2484670" y="2670472"/>
                  </a:lnTo>
                  <a:lnTo>
                    <a:pt x="2486092" y="2669762"/>
                  </a:lnTo>
                  <a:lnTo>
                    <a:pt x="2487515" y="2670472"/>
                  </a:lnTo>
                  <a:lnTo>
                    <a:pt x="2488226" y="2669762"/>
                  </a:lnTo>
                  <a:lnTo>
                    <a:pt x="2489649" y="2669762"/>
                  </a:lnTo>
                  <a:lnTo>
                    <a:pt x="2491071" y="2670472"/>
                  </a:lnTo>
                  <a:lnTo>
                    <a:pt x="2492493" y="2669762"/>
                  </a:lnTo>
                  <a:lnTo>
                    <a:pt x="2493205" y="2669052"/>
                  </a:lnTo>
                  <a:lnTo>
                    <a:pt x="2494627" y="2669762"/>
                  </a:lnTo>
                  <a:lnTo>
                    <a:pt x="2496050" y="2669762"/>
                  </a:lnTo>
                  <a:lnTo>
                    <a:pt x="2496761" y="2670472"/>
                  </a:lnTo>
                  <a:lnTo>
                    <a:pt x="2498183" y="2669762"/>
                  </a:lnTo>
                  <a:lnTo>
                    <a:pt x="2499606" y="2670472"/>
                  </a:lnTo>
                  <a:lnTo>
                    <a:pt x="2501028" y="2671181"/>
                  </a:lnTo>
                  <a:lnTo>
                    <a:pt x="2501739" y="2669762"/>
                  </a:lnTo>
                  <a:lnTo>
                    <a:pt x="2503162" y="2670472"/>
                  </a:lnTo>
                  <a:lnTo>
                    <a:pt x="2504584" y="2670472"/>
                  </a:lnTo>
                  <a:lnTo>
                    <a:pt x="2505295" y="2669052"/>
                  </a:lnTo>
                  <a:lnTo>
                    <a:pt x="2506718" y="2670472"/>
                  </a:lnTo>
                  <a:lnTo>
                    <a:pt x="2508140" y="2670472"/>
                  </a:lnTo>
                  <a:lnTo>
                    <a:pt x="2509563" y="2670472"/>
                  </a:lnTo>
                  <a:lnTo>
                    <a:pt x="2510274" y="2671181"/>
                  </a:lnTo>
                  <a:lnTo>
                    <a:pt x="2511696" y="2671181"/>
                  </a:lnTo>
                  <a:lnTo>
                    <a:pt x="2513119" y="2668342"/>
                  </a:lnTo>
                  <a:lnTo>
                    <a:pt x="2513830" y="2670472"/>
                  </a:lnTo>
                  <a:lnTo>
                    <a:pt x="2515252" y="2669762"/>
                  </a:lnTo>
                  <a:lnTo>
                    <a:pt x="2516675" y="2669762"/>
                  </a:lnTo>
                  <a:lnTo>
                    <a:pt x="2517386" y="2670472"/>
                  </a:lnTo>
                  <a:lnTo>
                    <a:pt x="2518809" y="2670472"/>
                  </a:lnTo>
                  <a:lnTo>
                    <a:pt x="2520231" y="2669762"/>
                  </a:lnTo>
                  <a:lnTo>
                    <a:pt x="2521653" y="2671891"/>
                  </a:lnTo>
                  <a:lnTo>
                    <a:pt x="2522365" y="2669762"/>
                  </a:lnTo>
                  <a:lnTo>
                    <a:pt x="2523787" y="2670472"/>
                  </a:lnTo>
                  <a:lnTo>
                    <a:pt x="2525210" y="2670472"/>
                  </a:lnTo>
                  <a:lnTo>
                    <a:pt x="2525921" y="2670472"/>
                  </a:lnTo>
                  <a:lnTo>
                    <a:pt x="2527343" y="2670472"/>
                  </a:lnTo>
                  <a:lnTo>
                    <a:pt x="2528766" y="2670472"/>
                  </a:lnTo>
                  <a:lnTo>
                    <a:pt x="2530188" y="2671181"/>
                  </a:lnTo>
                  <a:lnTo>
                    <a:pt x="2530899" y="2671181"/>
                  </a:lnTo>
                  <a:lnTo>
                    <a:pt x="2532322" y="2669762"/>
                  </a:lnTo>
                  <a:lnTo>
                    <a:pt x="2533744" y="2670472"/>
                  </a:lnTo>
                  <a:lnTo>
                    <a:pt x="2534455" y="2670472"/>
                  </a:lnTo>
                  <a:lnTo>
                    <a:pt x="2535878" y="2669762"/>
                  </a:lnTo>
                  <a:lnTo>
                    <a:pt x="2537300" y="2672601"/>
                  </a:lnTo>
                  <a:lnTo>
                    <a:pt x="2538723" y="2671891"/>
                  </a:lnTo>
                  <a:lnTo>
                    <a:pt x="2539434" y="2669762"/>
                  </a:lnTo>
                  <a:lnTo>
                    <a:pt x="2540856" y="2671891"/>
                  </a:lnTo>
                  <a:lnTo>
                    <a:pt x="2542279" y="2670472"/>
                  </a:lnTo>
                  <a:lnTo>
                    <a:pt x="2542990" y="2671181"/>
                  </a:lnTo>
                  <a:lnTo>
                    <a:pt x="2544412" y="2670472"/>
                  </a:lnTo>
                  <a:lnTo>
                    <a:pt x="2545835" y="2669762"/>
                  </a:lnTo>
                  <a:lnTo>
                    <a:pt x="2546546" y="2669762"/>
                  </a:lnTo>
                  <a:lnTo>
                    <a:pt x="2547969" y="2670472"/>
                  </a:lnTo>
                </a:path>
                <a:path w="4337685" h="2677795">
                  <a:moveTo>
                    <a:pt x="2547969" y="2670472"/>
                  </a:moveTo>
                  <a:lnTo>
                    <a:pt x="2549391" y="2670472"/>
                  </a:lnTo>
                  <a:lnTo>
                    <a:pt x="2550813" y="2669052"/>
                  </a:lnTo>
                  <a:lnTo>
                    <a:pt x="2551525" y="2670472"/>
                  </a:lnTo>
                  <a:lnTo>
                    <a:pt x="2552947" y="2671181"/>
                  </a:lnTo>
                  <a:lnTo>
                    <a:pt x="2554370" y="2670472"/>
                  </a:lnTo>
                  <a:lnTo>
                    <a:pt x="2555081" y="2671891"/>
                  </a:lnTo>
                  <a:lnTo>
                    <a:pt x="2556503" y="2670472"/>
                  </a:lnTo>
                  <a:lnTo>
                    <a:pt x="2557926" y="2669052"/>
                  </a:lnTo>
                  <a:lnTo>
                    <a:pt x="2559348" y="2671891"/>
                  </a:lnTo>
                  <a:lnTo>
                    <a:pt x="2560059" y="2670472"/>
                  </a:lnTo>
                  <a:lnTo>
                    <a:pt x="2561482" y="2669762"/>
                  </a:lnTo>
                  <a:lnTo>
                    <a:pt x="2562904" y="2671891"/>
                  </a:lnTo>
                  <a:lnTo>
                    <a:pt x="2563615" y="2670472"/>
                  </a:lnTo>
                  <a:lnTo>
                    <a:pt x="2565038" y="2669762"/>
                  </a:lnTo>
                  <a:lnTo>
                    <a:pt x="2566460" y="2671181"/>
                  </a:lnTo>
                  <a:lnTo>
                    <a:pt x="2567171" y="2673311"/>
                  </a:lnTo>
                  <a:lnTo>
                    <a:pt x="2568594" y="2671181"/>
                  </a:lnTo>
                  <a:lnTo>
                    <a:pt x="2570016" y="2671891"/>
                  </a:lnTo>
                  <a:lnTo>
                    <a:pt x="2571439" y="2670472"/>
                  </a:lnTo>
                  <a:lnTo>
                    <a:pt x="2572150" y="2669762"/>
                  </a:lnTo>
                  <a:lnTo>
                    <a:pt x="2573572" y="2671891"/>
                  </a:lnTo>
                  <a:lnTo>
                    <a:pt x="2574995" y="2671891"/>
                  </a:lnTo>
                  <a:lnTo>
                    <a:pt x="2575706" y="2671891"/>
                  </a:lnTo>
                  <a:lnTo>
                    <a:pt x="2577129" y="2672601"/>
                  </a:lnTo>
                  <a:lnTo>
                    <a:pt x="2578551" y="2671181"/>
                  </a:lnTo>
                  <a:lnTo>
                    <a:pt x="2579973" y="2670472"/>
                  </a:lnTo>
                  <a:lnTo>
                    <a:pt x="2580685" y="2672601"/>
                  </a:lnTo>
                  <a:lnTo>
                    <a:pt x="2582107" y="2671891"/>
                  </a:lnTo>
                  <a:lnTo>
                    <a:pt x="2583530" y="2669052"/>
                  </a:lnTo>
                  <a:lnTo>
                    <a:pt x="2584241" y="2669762"/>
                  </a:lnTo>
                  <a:lnTo>
                    <a:pt x="2585663" y="2671181"/>
                  </a:lnTo>
                  <a:lnTo>
                    <a:pt x="2587086" y="2670472"/>
                  </a:lnTo>
                  <a:lnTo>
                    <a:pt x="2588508" y="2671181"/>
                  </a:lnTo>
                  <a:lnTo>
                    <a:pt x="2589219" y="2671891"/>
                  </a:lnTo>
                  <a:lnTo>
                    <a:pt x="2590642" y="2670472"/>
                  </a:lnTo>
                  <a:lnTo>
                    <a:pt x="2592064" y="2670472"/>
                  </a:lnTo>
                  <a:lnTo>
                    <a:pt x="2592775" y="2671181"/>
                  </a:lnTo>
                  <a:lnTo>
                    <a:pt x="2594198" y="2670472"/>
                  </a:lnTo>
                  <a:lnTo>
                    <a:pt x="2595620" y="2672601"/>
                  </a:lnTo>
                  <a:lnTo>
                    <a:pt x="2596332" y="2671891"/>
                  </a:lnTo>
                  <a:lnTo>
                    <a:pt x="2597754" y="2671181"/>
                  </a:lnTo>
                  <a:lnTo>
                    <a:pt x="2599176" y="2669762"/>
                  </a:lnTo>
                  <a:lnTo>
                    <a:pt x="2600599" y="2670472"/>
                  </a:lnTo>
                  <a:lnTo>
                    <a:pt x="2601310" y="2671181"/>
                  </a:lnTo>
                  <a:lnTo>
                    <a:pt x="2602732" y="2671181"/>
                  </a:lnTo>
                  <a:lnTo>
                    <a:pt x="2604155" y="2670472"/>
                  </a:lnTo>
                  <a:lnTo>
                    <a:pt x="2604866" y="2670472"/>
                  </a:lnTo>
                  <a:lnTo>
                    <a:pt x="2606289" y="2669052"/>
                  </a:lnTo>
                  <a:lnTo>
                    <a:pt x="2607711" y="2670472"/>
                  </a:lnTo>
                  <a:lnTo>
                    <a:pt x="2609133" y="2669762"/>
                  </a:lnTo>
                  <a:lnTo>
                    <a:pt x="2609845" y="2671181"/>
                  </a:lnTo>
                  <a:lnTo>
                    <a:pt x="2611267" y="2671181"/>
                  </a:lnTo>
                  <a:lnTo>
                    <a:pt x="2612690" y="2670472"/>
                  </a:lnTo>
                  <a:lnTo>
                    <a:pt x="2613401" y="2670472"/>
                  </a:lnTo>
                  <a:lnTo>
                    <a:pt x="2614823" y="2671891"/>
                  </a:lnTo>
                  <a:lnTo>
                    <a:pt x="2616246" y="2671891"/>
                  </a:lnTo>
                  <a:lnTo>
                    <a:pt x="2617668" y="2670472"/>
                  </a:lnTo>
                  <a:lnTo>
                    <a:pt x="2618379" y="2670472"/>
                  </a:lnTo>
                  <a:lnTo>
                    <a:pt x="2619802" y="2670472"/>
                  </a:lnTo>
                  <a:lnTo>
                    <a:pt x="2621224" y="2671891"/>
                  </a:lnTo>
                  <a:lnTo>
                    <a:pt x="2621935" y="2669762"/>
                  </a:lnTo>
                  <a:lnTo>
                    <a:pt x="2623358" y="2669762"/>
                  </a:lnTo>
                  <a:lnTo>
                    <a:pt x="2624780" y="2670472"/>
                  </a:lnTo>
                  <a:lnTo>
                    <a:pt x="2625492" y="2670472"/>
                  </a:lnTo>
                  <a:lnTo>
                    <a:pt x="2626914" y="2671181"/>
                  </a:lnTo>
                  <a:lnTo>
                    <a:pt x="2628336" y="2670472"/>
                  </a:lnTo>
                  <a:lnTo>
                    <a:pt x="2629759" y="2671181"/>
                  </a:lnTo>
                  <a:lnTo>
                    <a:pt x="2630470" y="2670472"/>
                  </a:lnTo>
                  <a:lnTo>
                    <a:pt x="2631893" y="2671181"/>
                  </a:lnTo>
                  <a:lnTo>
                    <a:pt x="2633315" y="2670472"/>
                  </a:lnTo>
                  <a:lnTo>
                    <a:pt x="2634026" y="2671181"/>
                  </a:lnTo>
                  <a:lnTo>
                    <a:pt x="2635449" y="2669762"/>
                  </a:lnTo>
                  <a:lnTo>
                    <a:pt x="2636871" y="2669052"/>
                  </a:lnTo>
                  <a:lnTo>
                    <a:pt x="2638293" y="2670472"/>
                  </a:lnTo>
                  <a:lnTo>
                    <a:pt x="2639005" y="2671181"/>
                  </a:lnTo>
                  <a:lnTo>
                    <a:pt x="2640446" y="2671181"/>
                  </a:lnTo>
                  <a:lnTo>
                    <a:pt x="2641869" y="2669762"/>
                  </a:lnTo>
                  <a:lnTo>
                    <a:pt x="2642580" y="2670472"/>
                  </a:lnTo>
                  <a:lnTo>
                    <a:pt x="2644002" y="2669762"/>
                  </a:lnTo>
                  <a:lnTo>
                    <a:pt x="2645425" y="2670472"/>
                  </a:lnTo>
                  <a:lnTo>
                    <a:pt x="2646847" y="2669052"/>
                  </a:lnTo>
                  <a:lnTo>
                    <a:pt x="2647558" y="2671891"/>
                  </a:lnTo>
                  <a:lnTo>
                    <a:pt x="2648981" y="2669762"/>
                  </a:lnTo>
                  <a:lnTo>
                    <a:pt x="2650403" y="2671181"/>
                  </a:lnTo>
                  <a:lnTo>
                    <a:pt x="2651114" y="2671181"/>
                  </a:lnTo>
                  <a:lnTo>
                    <a:pt x="2652537" y="2668342"/>
                  </a:lnTo>
                  <a:lnTo>
                    <a:pt x="2653959" y="2670472"/>
                  </a:lnTo>
                  <a:lnTo>
                    <a:pt x="2654671" y="2669762"/>
                  </a:lnTo>
                  <a:lnTo>
                    <a:pt x="2656093" y="2669052"/>
                  </a:lnTo>
                  <a:lnTo>
                    <a:pt x="2657515" y="2670472"/>
                  </a:lnTo>
                  <a:lnTo>
                    <a:pt x="2658938" y="2671181"/>
                  </a:lnTo>
                  <a:lnTo>
                    <a:pt x="2659649" y="2672601"/>
                  </a:lnTo>
                  <a:lnTo>
                    <a:pt x="2661071" y="2671891"/>
                  </a:lnTo>
                  <a:lnTo>
                    <a:pt x="2662494" y="2670472"/>
                  </a:lnTo>
                  <a:lnTo>
                    <a:pt x="2663205" y="2671891"/>
                  </a:lnTo>
                  <a:lnTo>
                    <a:pt x="2664628" y="2670472"/>
                  </a:lnTo>
                  <a:lnTo>
                    <a:pt x="2666050" y="2671891"/>
                  </a:lnTo>
                  <a:lnTo>
                    <a:pt x="2667472" y="2671891"/>
                  </a:lnTo>
                  <a:lnTo>
                    <a:pt x="2668184" y="2671181"/>
                  </a:lnTo>
                  <a:lnTo>
                    <a:pt x="2669606" y="2671181"/>
                  </a:lnTo>
                  <a:lnTo>
                    <a:pt x="2671029" y="2670472"/>
                  </a:lnTo>
                  <a:lnTo>
                    <a:pt x="2671740" y="2671181"/>
                  </a:lnTo>
                  <a:lnTo>
                    <a:pt x="2673162" y="2670472"/>
                  </a:lnTo>
                  <a:lnTo>
                    <a:pt x="2674585" y="2670472"/>
                  </a:lnTo>
                  <a:lnTo>
                    <a:pt x="2676007" y="2670472"/>
                  </a:lnTo>
                  <a:lnTo>
                    <a:pt x="2676718" y="2669762"/>
                  </a:lnTo>
                  <a:lnTo>
                    <a:pt x="2678141" y="2669762"/>
                  </a:lnTo>
                  <a:lnTo>
                    <a:pt x="2679563" y="2670472"/>
                  </a:lnTo>
                  <a:lnTo>
                    <a:pt x="2680274" y="2670472"/>
                  </a:lnTo>
                  <a:lnTo>
                    <a:pt x="2681697" y="2670472"/>
                  </a:lnTo>
                  <a:lnTo>
                    <a:pt x="2683119" y="2669762"/>
                  </a:lnTo>
                  <a:lnTo>
                    <a:pt x="2683831" y="2670472"/>
                  </a:lnTo>
                  <a:lnTo>
                    <a:pt x="2685253" y="2670472"/>
                  </a:lnTo>
                  <a:lnTo>
                    <a:pt x="2686675" y="2670472"/>
                  </a:lnTo>
                  <a:lnTo>
                    <a:pt x="2688098" y="2669762"/>
                  </a:lnTo>
                  <a:lnTo>
                    <a:pt x="2688809" y="2669052"/>
                  </a:lnTo>
                  <a:lnTo>
                    <a:pt x="2690232" y="2669052"/>
                  </a:lnTo>
                  <a:lnTo>
                    <a:pt x="2691654" y="2670472"/>
                  </a:lnTo>
                  <a:lnTo>
                    <a:pt x="2692365" y="2669762"/>
                  </a:lnTo>
                  <a:lnTo>
                    <a:pt x="2693788" y="2670472"/>
                  </a:lnTo>
                  <a:lnTo>
                    <a:pt x="2695210" y="2670472"/>
                  </a:lnTo>
                  <a:lnTo>
                    <a:pt x="2696632" y="2670472"/>
                  </a:lnTo>
                  <a:lnTo>
                    <a:pt x="2697344" y="2670472"/>
                  </a:lnTo>
                  <a:lnTo>
                    <a:pt x="2698766" y="2668342"/>
                  </a:lnTo>
                  <a:lnTo>
                    <a:pt x="2700189" y="2670472"/>
                  </a:lnTo>
                  <a:lnTo>
                    <a:pt x="2700900" y="2670472"/>
                  </a:lnTo>
                  <a:lnTo>
                    <a:pt x="2702322" y="2668342"/>
                  </a:lnTo>
                  <a:lnTo>
                    <a:pt x="2703745" y="2669762"/>
                  </a:lnTo>
                  <a:lnTo>
                    <a:pt x="2705167" y="2667632"/>
                  </a:lnTo>
                  <a:lnTo>
                    <a:pt x="2705878" y="2666212"/>
                  </a:lnTo>
                  <a:lnTo>
                    <a:pt x="2707301" y="2661953"/>
                  </a:lnTo>
                  <a:lnTo>
                    <a:pt x="2708723" y="2658403"/>
                  </a:lnTo>
                  <a:lnTo>
                    <a:pt x="2709434" y="2656955"/>
                  </a:lnTo>
                  <a:lnTo>
                    <a:pt x="2710857" y="2654116"/>
                  </a:lnTo>
                  <a:lnTo>
                    <a:pt x="2712279" y="2652696"/>
                  </a:lnTo>
                  <a:lnTo>
                    <a:pt x="2712991" y="2654116"/>
                  </a:lnTo>
                  <a:lnTo>
                    <a:pt x="2714413" y="2652696"/>
                  </a:lnTo>
                  <a:lnTo>
                    <a:pt x="2715835" y="2649147"/>
                  </a:lnTo>
                  <a:lnTo>
                    <a:pt x="2717258" y="2645597"/>
                  </a:lnTo>
                  <a:lnTo>
                    <a:pt x="2717969" y="2640628"/>
                  </a:lnTo>
                  <a:lnTo>
                    <a:pt x="2721525" y="2560411"/>
                  </a:lnTo>
                  <a:lnTo>
                    <a:pt x="2722948" y="2435424"/>
                  </a:lnTo>
                  <a:lnTo>
                    <a:pt x="2724370" y="2216022"/>
                  </a:lnTo>
                  <a:lnTo>
                    <a:pt x="2725793" y="2044211"/>
                  </a:lnTo>
                  <a:lnTo>
                    <a:pt x="2726504" y="2022915"/>
                  </a:lnTo>
                  <a:lnTo>
                    <a:pt x="2727926" y="2113070"/>
                  </a:lnTo>
                  <a:lnTo>
                    <a:pt x="2729349" y="2318984"/>
                  </a:lnTo>
                  <a:lnTo>
                    <a:pt x="2730060" y="2486564"/>
                  </a:lnTo>
                  <a:lnTo>
                    <a:pt x="2731482" y="2524188"/>
                  </a:lnTo>
                  <a:lnTo>
                    <a:pt x="2732905" y="2460298"/>
                  </a:lnTo>
                  <a:lnTo>
                    <a:pt x="2733616" y="2373664"/>
                  </a:lnTo>
                  <a:lnTo>
                    <a:pt x="2735038" y="2327503"/>
                  </a:lnTo>
                  <a:lnTo>
                    <a:pt x="2736461" y="2356627"/>
                  </a:lnTo>
                  <a:lnTo>
                    <a:pt x="2737883" y="2448230"/>
                  </a:lnTo>
                  <a:lnTo>
                    <a:pt x="2738594" y="2550473"/>
                  </a:lnTo>
                  <a:lnTo>
                    <a:pt x="2740017" y="2615782"/>
                  </a:lnTo>
                  <a:lnTo>
                    <a:pt x="2741439" y="2638498"/>
                  </a:lnTo>
                  <a:lnTo>
                    <a:pt x="2742151" y="2647727"/>
                  </a:lnTo>
                  <a:lnTo>
                    <a:pt x="2743573" y="2655536"/>
                  </a:lnTo>
                  <a:lnTo>
                    <a:pt x="2744995" y="2658403"/>
                  </a:lnTo>
                  <a:lnTo>
                    <a:pt x="2746418" y="2657694"/>
                  </a:lnTo>
                  <a:lnTo>
                    <a:pt x="2747129" y="2662663"/>
                  </a:lnTo>
                  <a:lnTo>
                    <a:pt x="2748552" y="2664792"/>
                  </a:lnTo>
                  <a:lnTo>
                    <a:pt x="2749974" y="2665502"/>
                  </a:lnTo>
                  <a:lnTo>
                    <a:pt x="2750685" y="2666922"/>
                  </a:lnTo>
                  <a:lnTo>
                    <a:pt x="2752108" y="2666922"/>
                  </a:lnTo>
                  <a:lnTo>
                    <a:pt x="2753530" y="2669052"/>
                  </a:lnTo>
                  <a:lnTo>
                    <a:pt x="2754953" y="2668342"/>
                  </a:lnTo>
                  <a:lnTo>
                    <a:pt x="2755664" y="2669052"/>
                  </a:lnTo>
                  <a:lnTo>
                    <a:pt x="2757086" y="2669052"/>
                  </a:lnTo>
                  <a:lnTo>
                    <a:pt x="2758509" y="2668342"/>
                  </a:lnTo>
                  <a:lnTo>
                    <a:pt x="2759220" y="2669762"/>
                  </a:lnTo>
                  <a:lnTo>
                    <a:pt x="2760642" y="2670472"/>
                  </a:lnTo>
                  <a:lnTo>
                    <a:pt x="2762065" y="2669762"/>
                  </a:lnTo>
                  <a:lnTo>
                    <a:pt x="2762776" y="2670472"/>
                  </a:lnTo>
                  <a:lnTo>
                    <a:pt x="2764198" y="2669052"/>
                  </a:lnTo>
                  <a:lnTo>
                    <a:pt x="2765621" y="2671891"/>
                  </a:lnTo>
                  <a:lnTo>
                    <a:pt x="2767043" y="2669762"/>
                  </a:lnTo>
                  <a:lnTo>
                    <a:pt x="2767754" y="2670472"/>
                  </a:lnTo>
                  <a:lnTo>
                    <a:pt x="2769177" y="2669052"/>
                  </a:lnTo>
                  <a:lnTo>
                    <a:pt x="2770599" y="2671181"/>
                  </a:lnTo>
                  <a:lnTo>
                    <a:pt x="2771311" y="2670472"/>
                  </a:lnTo>
                  <a:lnTo>
                    <a:pt x="2772733" y="2671891"/>
                  </a:lnTo>
                  <a:lnTo>
                    <a:pt x="2774155" y="2672601"/>
                  </a:lnTo>
                  <a:lnTo>
                    <a:pt x="2775578" y="2671891"/>
                  </a:lnTo>
                  <a:lnTo>
                    <a:pt x="2776289" y="2670472"/>
                  </a:lnTo>
                  <a:lnTo>
                    <a:pt x="2777712" y="2671181"/>
                  </a:lnTo>
                  <a:lnTo>
                    <a:pt x="2779134" y="2671891"/>
                  </a:lnTo>
                  <a:lnTo>
                    <a:pt x="2779845" y="2671891"/>
                  </a:lnTo>
                  <a:lnTo>
                    <a:pt x="2781268" y="2672601"/>
                  </a:lnTo>
                  <a:lnTo>
                    <a:pt x="2782690" y="2670472"/>
                  </a:lnTo>
                  <a:lnTo>
                    <a:pt x="2784113" y="2672601"/>
                  </a:lnTo>
                  <a:lnTo>
                    <a:pt x="2784824" y="2672601"/>
                  </a:lnTo>
                  <a:lnTo>
                    <a:pt x="2786246" y="2670472"/>
                  </a:lnTo>
                  <a:lnTo>
                    <a:pt x="2787669" y="2671891"/>
                  </a:lnTo>
                  <a:lnTo>
                    <a:pt x="2788380" y="2672601"/>
                  </a:lnTo>
                  <a:lnTo>
                    <a:pt x="2789802" y="2670472"/>
                  </a:lnTo>
                  <a:lnTo>
                    <a:pt x="2791225" y="2670472"/>
                  </a:lnTo>
                  <a:lnTo>
                    <a:pt x="2791936" y="2671891"/>
                  </a:lnTo>
                  <a:lnTo>
                    <a:pt x="2793358" y="2670472"/>
                  </a:lnTo>
                  <a:lnTo>
                    <a:pt x="2794781" y="2671181"/>
                  </a:lnTo>
                  <a:lnTo>
                    <a:pt x="2796203" y="2671891"/>
                  </a:lnTo>
                  <a:lnTo>
                    <a:pt x="2796914" y="2671181"/>
                  </a:lnTo>
                  <a:lnTo>
                    <a:pt x="2798337" y="2672601"/>
                  </a:lnTo>
                  <a:lnTo>
                    <a:pt x="2799788" y="2671181"/>
                  </a:lnTo>
                  <a:lnTo>
                    <a:pt x="2800499" y="2672601"/>
                  </a:lnTo>
                  <a:lnTo>
                    <a:pt x="2801921" y="2672601"/>
                  </a:lnTo>
                  <a:lnTo>
                    <a:pt x="2803344" y="2673311"/>
                  </a:lnTo>
                  <a:lnTo>
                    <a:pt x="2804766" y="2671181"/>
                  </a:lnTo>
                  <a:lnTo>
                    <a:pt x="2805478" y="2672601"/>
                  </a:lnTo>
                  <a:lnTo>
                    <a:pt x="2806900" y="2672601"/>
                  </a:lnTo>
                  <a:lnTo>
                    <a:pt x="2808322" y="2673311"/>
                  </a:lnTo>
                  <a:lnTo>
                    <a:pt x="2809034" y="2674731"/>
                  </a:lnTo>
                  <a:lnTo>
                    <a:pt x="2810456" y="2671181"/>
                  </a:lnTo>
                  <a:lnTo>
                    <a:pt x="2811879" y="2671891"/>
                  </a:lnTo>
                  <a:lnTo>
                    <a:pt x="2813301" y="2673311"/>
                  </a:lnTo>
                  <a:lnTo>
                    <a:pt x="2814012" y="2672601"/>
                  </a:lnTo>
                  <a:lnTo>
                    <a:pt x="2815435" y="2671891"/>
                  </a:lnTo>
                  <a:lnTo>
                    <a:pt x="2816857" y="2672601"/>
                  </a:lnTo>
                  <a:lnTo>
                    <a:pt x="2817568" y="2672601"/>
                  </a:lnTo>
                  <a:lnTo>
                    <a:pt x="2818991" y="2671891"/>
                  </a:lnTo>
                  <a:lnTo>
                    <a:pt x="2820413" y="2672601"/>
                  </a:lnTo>
                  <a:lnTo>
                    <a:pt x="2821124" y="2671891"/>
                  </a:lnTo>
                  <a:lnTo>
                    <a:pt x="2822547" y="2671181"/>
                  </a:lnTo>
                  <a:lnTo>
                    <a:pt x="2823969" y="2672601"/>
                  </a:lnTo>
                  <a:lnTo>
                    <a:pt x="2825392" y="2671891"/>
                  </a:lnTo>
                  <a:lnTo>
                    <a:pt x="2826103" y="2673311"/>
                  </a:lnTo>
                  <a:lnTo>
                    <a:pt x="2827525" y="2673311"/>
                  </a:lnTo>
                  <a:lnTo>
                    <a:pt x="2828948" y="2672601"/>
                  </a:lnTo>
                  <a:lnTo>
                    <a:pt x="2829659" y="2673311"/>
                  </a:lnTo>
                  <a:lnTo>
                    <a:pt x="2831081" y="2673311"/>
                  </a:lnTo>
                  <a:lnTo>
                    <a:pt x="2832504" y="2672601"/>
                  </a:lnTo>
                  <a:lnTo>
                    <a:pt x="2833926" y="2672601"/>
                  </a:lnTo>
                  <a:lnTo>
                    <a:pt x="2834638" y="2674021"/>
                  </a:lnTo>
                  <a:lnTo>
                    <a:pt x="2836060" y="2672601"/>
                  </a:lnTo>
                  <a:lnTo>
                    <a:pt x="2837482" y="2671181"/>
                  </a:lnTo>
                  <a:lnTo>
                    <a:pt x="2838194" y="2671891"/>
                  </a:lnTo>
                  <a:lnTo>
                    <a:pt x="2839616" y="2673311"/>
                  </a:lnTo>
                  <a:lnTo>
                    <a:pt x="2841039" y="2672601"/>
                  </a:lnTo>
                  <a:lnTo>
                    <a:pt x="2842461" y="2672601"/>
                  </a:lnTo>
                  <a:lnTo>
                    <a:pt x="2843172" y="2672601"/>
                  </a:lnTo>
                  <a:lnTo>
                    <a:pt x="2844595" y="2670472"/>
                  </a:lnTo>
                  <a:lnTo>
                    <a:pt x="2846017" y="2672601"/>
                  </a:lnTo>
                  <a:lnTo>
                    <a:pt x="2846728" y="2670472"/>
                  </a:lnTo>
                  <a:lnTo>
                    <a:pt x="2848151" y="2671891"/>
                  </a:lnTo>
                  <a:lnTo>
                    <a:pt x="2849573" y="2673311"/>
                  </a:lnTo>
                  <a:lnTo>
                    <a:pt x="2850284" y="2674021"/>
                  </a:lnTo>
                  <a:lnTo>
                    <a:pt x="2851707" y="2672601"/>
                  </a:lnTo>
                  <a:lnTo>
                    <a:pt x="2853129" y="2673311"/>
                  </a:lnTo>
                  <a:lnTo>
                    <a:pt x="2854552" y="2672601"/>
                  </a:lnTo>
                  <a:lnTo>
                    <a:pt x="2855263" y="2671891"/>
                  </a:lnTo>
                  <a:lnTo>
                    <a:pt x="2856685" y="2672601"/>
                  </a:lnTo>
                  <a:lnTo>
                    <a:pt x="2858108" y="2671181"/>
                  </a:lnTo>
                  <a:lnTo>
                    <a:pt x="2858819" y="2673311"/>
                  </a:lnTo>
                  <a:lnTo>
                    <a:pt x="2860242" y="2671181"/>
                  </a:lnTo>
                  <a:lnTo>
                    <a:pt x="2861664" y="2673311"/>
                  </a:lnTo>
                  <a:lnTo>
                    <a:pt x="2863086" y="2671891"/>
                  </a:lnTo>
                  <a:lnTo>
                    <a:pt x="2863798" y="2672601"/>
                  </a:lnTo>
                  <a:lnTo>
                    <a:pt x="2865220" y="2671891"/>
                  </a:lnTo>
                  <a:lnTo>
                    <a:pt x="2866642" y="2673311"/>
                  </a:lnTo>
                  <a:lnTo>
                    <a:pt x="2867354" y="2671891"/>
                  </a:lnTo>
                  <a:lnTo>
                    <a:pt x="2868776" y="2671181"/>
                  </a:lnTo>
                  <a:lnTo>
                    <a:pt x="2870199" y="2674021"/>
                  </a:lnTo>
                  <a:lnTo>
                    <a:pt x="2871621" y="2672601"/>
                  </a:lnTo>
                  <a:lnTo>
                    <a:pt x="2872332" y="2673311"/>
                  </a:lnTo>
                  <a:lnTo>
                    <a:pt x="2873755" y="2673311"/>
                  </a:lnTo>
                  <a:lnTo>
                    <a:pt x="2875177" y="2672601"/>
                  </a:lnTo>
                  <a:lnTo>
                    <a:pt x="2875888" y="2672601"/>
                  </a:lnTo>
                  <a:lnTo>
                    <a:pt x="2877311" y="2673311"/>
                  </a:lnTo>
                  <a:lnTo>
                    <a:pt x="2878733" y="2673311"/>
                  </a:lnTo>
                  <a:lnTo>
                    <a:pt x="2879444" y="2671181"/>
                  </a:lnTo>
                  <a:lnTo>
                    <a:pt x="2880867" y="2671891"/>
                  </a:lnTo>
                  <a:lnTo>
                    <a:pt x="2882289" y="2672601"/>
                  </a:lnTo>
                  <a:lnTo>
                    <a:pt x="2883712" y="2672601"/>
                  </a:lnTo>
                  <a:lnTo>
                    <a:pt x="2884423" y="2671891"/>
                  </a:lnTo>
                  <a:lnTo>
                    <a:pt x="2885845" y="2672601"/>
                  </a:lnTo>
                  <a:lnTo>
                    <a:pt x="2887268" y="2672601"/>
                  </a:lnTo>
                  <a:lnTo>
                    <a:pt x="2887979" y="2673311"/>
                  </a:lnTo>
                  <a:lnTo>
                    <a:pt x="2889402" y="2673311"/>
                  </a:lnTo>
                  <a:lnTo>
                    <a:pt x="2890824" y="2674731"/>
                  </a:lnTo>
                  <a:lnTo>
                    <a:pt x="2892246" y="2671891"/>
                  </a:lnTo>
                  <a:lnTo>
                    <a:pt x="2892958" y="2672601"/>
                  </a:lnTo>
                  <a:lnTo>
                    <a:pt x="2894380" y="2674021"/>
                  </a:lnTo>
                  <a:lnTo>
                    <a:pt x="2895803" y="2673311"/>
                  </a:lnTo>
                  <a:lnTo>
                    <a:pt x="2896514" y="2673311"/>
                  </a:lnTo>
                  <a:lnTo>
                    <a:pt x="2897936" y="2672601"/>
                  </a:lnTo>
                  <a:lnTo>
                    <a:pt x="2899359" y="2672601"/>
                  </a:lnTo>
                  <a:lnTo>
                    <a:pt x="2900781" y="2670472"/>
                  </a:lnTo>
                  <a:lnTo>
                    <a:pt x="2901492" y="2672601"/>
                  </a:lnTo>
                  <a:lnTo>
                    <a:pt x="2902915" y="2674021"/>
                  </a:lnTo>
                  <a:lnTo>
                    <a:pt x="2904337" y="2674021"/>
                  </a:lnTo>
                  <a:lnTo>
                    <a:pt x="2905048" y="2674731"/>
                  </a:lnTo>
                  <a:lnTo>
                    <a:pt x="2906471" y="2672601"/>
                  </a:lnTo>
                  <a:lnTo>
                    <a:pt x="2907893" y="2672601"/>
                  </a:lnTo>
                  <a:lnTo>
                    <a:pt x="2908604" y="2672601"/>
                  </a:lnTo>
                  <a:lnTo>
                    <a:pt x="2910027" y="2673311"/>
                  </a:lnTo>
                  <a:lnTo>
                    <a:pt x="2911449" y="2671891"/>
                  </a:lnTo>
                  <a:lnTo>
                    <a:pt x="2912872" y="2672601"/>
                  </a:lnTo>
                  <a:lnTo>
                    <a:pt x="2913583" y="2672601"/>
                  </a:lnTo>
                  <a:lnTo>
                    <a:pt x="2915005" y="2671181"/>
                  </a:lnTo>
                  <a:lnTo>
                    <a:pt x="2916428" y="2674021"/>
                  </a:lnTo>
                  <a:lnTo>
                    <a:pt x="2917139" y="2673311"/>
                  </a:lnTo>
                  <a:lnTo>
                    <a:pt x="2918562" y="2674731"/>
                  </a:lnTo>
                  <a:lnTo>
                    <a:pt x="2919984" y="2673311"/>
                  </a:lnTo>
                  <a:lnTo>
                    <a:pt x="2921406" y="2673311"/>
                  </a:lnTo>
                  <a:lnTo>
                    <a:pt x="2922118" y="2672601"/>
                  </a:lnTo>
                  <a:lnTo>
                    <a:pt x="2923540" y="2671891"/>
                  </a:lnTo>
                  <a:lnTo>
                    <a:pt x="2924963" y="2673311"/>
                  </a:lnTo>
                  <a:lnTo>
                    <a:pt x="2925674" y="2672601"/>
                  </a:lnTo>
                  <a:lnTo>
                    <a:pt x="2927096" y="2674021"/>
                  </a:lnTo>
                  <a:lnTo>
                    <a:pt x="2928519" y="2673311"/>
                  </a:lnTo>
                  <a:lnTo>
                    <a:pt x="2929230" y="2673311"/>
                  </a:lnTo>
                  <a:lnTo>
                    <a:pt x="2930652" y="2671891"/>
                  </a:lnTo>
                  <a:lnTo>
                    <a:pt x="2932075" y="2674731"/>
                  </a:lnTo>
                  <a:lnTo>
                    <a:pt x="2933497" y="2674021"/>
                  </a:lnTo>
                  <a:lnTo>
                    <a:pt x="2934208" y="2674021"/>
                  </a:lnTo>
                  <a:lnTo>
                    <a:pt x="2935631" y="2674731"/>
                  </a:lnTo>
                  <a:lnTo>
                    <a:pt x="2937053" y="2674731"/>
                  </a:lnTo>
                  <a:lnTo>
                    <a:pt x="2937764" y="2674021"/>
                  </a:lnTo>
                  <a:lnTo>
                    <a:pt x="2939187" y="2672601"/>
                  </a:lnTo>
                  <a:lnTo>
                    <a:pt x="2940609" y="2674731"/>
                  </a:lnTo>
                  <a:lnTo>
                    <a:pt x="2942032" y="2672601"/>
                  </a:lnTo>
                  <a:lnTo>
                    <a:pt x="2942743" y="2674021"/>
                  </a:lnTo>
                  <a:lnTo>
                    <a:pt x="2944165" y="2673311"/>
                  </a:lnTo>
                  <a:lnTo>
                    <a:pt x="2945588" y="2672601"/>
                  </a:lnTo>
                  <a:lnTo>
                    <a:pt x="2946299" y="2673311"/>
                  </a:lnTo>
                  <a:lnTo>
                    <a:pt x="2947722" y="2672601"/>
                  </a:lnTo>
                  <a:lnTo>
                    <a:pt x="2949144" y="2673311"/>
                  </a:lnTo>
                  <a:lnTo>
                    <a:pt x="2950566" y="2674021"/>
                  </a:lnTo>
                  <a:lnTo>
                    <a:pt x="2951278" y="2672601"/>
                  </a:lnTo>
                  <a:lnTo>
                    <a:pt x="2952700" y="2674021"/>
                  </a:lnTo>
                  <a:lnTo>
                    <a:pt x="2954123" y="2673311"/>
                  </a:lnTo>
                  <a:lnTo>
                    <a:pt x="2954834" y="2671181"/>
                  </a:lnTo>
                  <a:lnTo>
                    <a:pt x="2956256" y="2672601"/>
                  </a:lnTo>
                  <a:lnTo>
                    <a:pt x="2957679" y="2672601"/>
                  </a:lnTo>
                  <a:lnTo>
                    <a:pt x="2958390" y="2672601"/>
                  </a:lnTo>
                  <a:lnTo>
                    <a:pt x="2959841" y="2673311"/>
                  </a:lnTo>
                  <a:lnTo>
                    <a:pt x="2961263" y="2673311"/>
                  </a:lnTo>
                  <a:lnTo>
                    <a:pt x="2962686" y="2671891"/>
                  </a:lnTo>
                  <a:lnTo>
                    <a:pt x="2963397" y="2672601"/>
                  </a:lnTo>
                  <a:lnTo>
                    <a:pt x="2964819" y="2673311"/>
                  </a:lnTo>
                  <a:lnTo>
                    <a:pt x="2966242" y="2674021"/>
                  </a:lnTo>
                  <a:lnTo>
                    <a:pt x="2966953" y="2671891"/>
                  </a:lnTo>
                  <a:lnTo>
                    <a:pt x="2968375" y="2673311"/>
                  </a:lnTo>
                  <a:lnTo>
                    <a:pt x="2969798" y="2674021"/>
                  </a:lnTo>
                  <a:lnTo>
                    <a:pt x="2971220" y="2673311"/>
                  </a:lnTo>
                  <a:lnTo>
                    <a:pt x="2971931" y="2673311"/>
                  </a:lnTo>
                  <a:lnTo>
                    <a:pt x="2973354" y="2674021"/>
                  </a:lnTo>
                  <a:lnTo>
                    <a:pt x="2974776" y="2672601"/>
                  </a:lnTo>
                  <a:lnTo>
                    <a:pt x="2975488" y="2672601"/>
                  </a:lnTo>
                  <a:lnTo>
                    <a:pt x="2976910" y="2674021"/>
                  </a:lnTo>
                  <a:lnTo>
                    <a:pt x="2978332" y="2672601"/>
                  </a:lnTo>
                  <a:lnTo>
                    <a:pt x="2979755" y="2672601"/>
                  </a:lnTo>
                  <a:lnTo>
                    <a:pt x="2980466" y="2672601"/>
                  </a:lnTo>
                  <a:lnTo>
                    <a:pt x="2981889" y="2673311"/>
                  </a:lnTo>
                  <a:lnTo>
                    <a:pt x="2983311" y="2673311"/>
                  </a:lnTo>
                  <a:lnTo>
                    <a:pt x="2984022" y="2673311"/>
                  </a:lnTo>
                  <a:lnTo>
                    <a:pt x="2985445" y="2674021"/>
                  </a:lnTo>
                  <a:lnTo>
                    <a:pt x="2986867" y="2672601"/>
                  </a:lnTo>
                  <a:lnTo>
                    <a:pt x="2987578" y="2674021"/>
                  </a:lnTo>
                  <a:lnTo>
                    <a:pt x="2989001" y="2673311"/>
                  </a:lnTo>
                  <a:lnTo>
                    <a:pt x="2990423" y="2674021"/>
                  </a:lnTo>
                  <a:lnTo>
                    <a:pt x="2991846" y="2671891"/>
                  </a:lnTo>
                  <a:lnTo>
                    <a:pt x="2992557" y="2674021"/>
                  </a:lnTo>
                  <a:lnTo>
                    <a:pt x="2993979" y="2674731"/>
                  </a:lnTo>
                  <a:lnTo>
                    <a:pt x="2995402" y="2672601"/>
                  </a:lnTo>
                  <a:lnTo>
                    <a:pt x="2996113" y="2674731"/>
                  </a:lnTo>
                  <a:lnTo>
                    <a:pt x="2997535" y="2673311"/>
                  </a:lnTo>
                  <a:lnTo>
                    <a:pt x="2998958" y="2672601"/>
                  </a:lnTo>
                  <a:lnTo>
                    <a:pt x="3000380" y="2673311"/>
                  </a:lnTo>
                  <a:lnTo>
                    <a:pt x="3001092" y="2674021"/>
                  </a:lnTo>
                  <a:lnTo>
                    <a:pt x="3002514" y="2673311"/>
                  </a:lnTo>
                  <a:lnTo>
                    <a:pt x="3003936" y="2673311"/>
                  </a:lnTo>
                  <a:lnTo>
                    <a:pt x="3004648" y="2674731"/>
                  </a:lnTo>
                  <a:lnTo>
                    <a:pt x="3006070" y="2674021"/>
                  </a:lnTo>
                  <a:lnTo>
                    <a:pt x="3007492" y="2673311"/>
                  </a:lnTo>
                  <a:lnTo>
                    <a:pt x="3008915" y="2673311"/>
                  </a:lnTo>
                  <a:lnTo>
                    <a:pt x="3009626" y="2673311"/>
                  </a:lnTo>
                  <a:lnTo>
                    <a:pt x="3011049" y="2673311"/>
                  </a:lnTo>
                  <a:lnTo>
                    <a:pt x="3012471" y="2675441"/>
                  </a:lnTo>
                  <a:lnTo>
                    <a:pt x="3013182" y="2674731"/>
                  </a:lnTo>
                  <a:lnTo>
                    <a:pt x="3014605" y="2675441"/>
                  </a:lnTo>
                  <a:lnTo>
                    <a:pt x="3016027" y="2673311"/>
                  </a:lnTo>
                  <a:lnTo>
                    <a:pt x="3016738" y="2673311"/>
                  </a:lnTo>
                  <a:lnTo>
                    <a:pt x="3018161" y="2674021"/>
                  </a:lnTo>
                  <a:lnTo>
                    <a:pt x="3019583" y="2671891"/>
                  </a:lnTo>
                  <a:lnTo>
                    <a:pt x="3021006" y="2673311"/>
                  </a:lnTo>
                  <a:lnTo>
                    <a:pt x="3021717" y="2672601"/>
                  </a:lnTo>
                  <a:lnTo>
                    <a:pt x="3023139" y="2674021"/>
                  </a:lnTo>
                  <a:lnTo>
                    <a:pt x="3024562" y="2674731"/>
                  </a:lnTo>
                  <a:lnTo>
                    <a:pt x="3025273" y="2674021"/>
                  </a:lnTo>
                  <a:lnTo>
                    <a:pt x="3026695" y="2674021"/>
                  </a:lnTo>
                  <a:lnTo>
                    <a:pt x="3028118" y="2673311"/>
                  </a:lnTo>
                  <a:lnTo>
                    <a:pt x="3029540" y="2674021"/>
                  </a:lnTo>
                  <a:lnTo>
                    <a:pt x="3030252" y="2674021"/>
                  </a:lnTo>
                  <a:lnTo>
                    <a:pt x="3031674" y="2674731"/>
                  </a:lnTo>
                  <a:lnTo>
                    <a:pt x="3033096" y="2674731"/>
                  </a:lnTo>
                  <a:lnTo>
                    <a:pt x="3033808" y="2674731"/>
                  </a:lnTo>
                  <a:lnTo>
                    <a:pt x="3035230" y="2674731"/>
                  </a:lnTo>
                  <a:lnTo>
                    <a:pt x="3036653" y="2675441"/>
                  </a:lnTo>
                  <a:lnTo>
                    <a:pt x="3038075" y="2674731"/>
                  </a:lnTo>
                  <a:lnTo>
                    <a:pt x="3038786" y="2674021"/>
                  </a:lnTo>
                  <a:lnTo>
                    <a:pt x="3040209" y="2673311"/>
                  </a:lnTo>
                  <a:lnTo>
                    <a:pt x="3041631" y="2674731"/>
                  </a:lnTo>
                  <a:lnTo>
                    <a:pt x="3042342" y="2673311"/>
                  </a:lnTo>
                  <a:lnTo>
                    <a:pt x="3043765" y="2672601"/>
                  </a:lnTo>
                  <a:lnTo>
                    <a:pt x="3045187" y="2674021"/>
                  </a:lnTo>
                  <a:lnTo>
                    <a:pt x="3045898" y="2672601"/>
                  </a:lnTo>
                  <a:lnTo>
                    <a:pt x="3047321" y="2674021"/>
                  </a:lnTo>
                  <a:lnTo>
                    <a:pt x="3048743" y="2674731"/>
                  </a:lnTo>
                  <a:lnTo>
                    <a:pt x="3050166" y="2673311"/>
                  </a:lnTo>
                  <a:lnTo>
                    <a:pt x="3050877" y="2673311"/>
                  </a:lnTo>
                  <a:lnTo>
                    <a:pt x="3052299" y="2673311"/>
                  </a:lnTo>
                  <a:lnTo>
                    <a:pt x="3053722" y="2674021"/>
                  </a:lnTo>
                  <a:lnTo>
                    <a:pt x="3054433" y="2674021"/>
                  </a:lnTo>
                  <a:lnTo>
                    <a:pt x="3055855" y="2675441"/>
                  </a:lnTo>
                  <a:lnTo>
                    <a:pt x="3057278" y="2673311"/>
                  </a:lnTo>
                  <a:lnTo>
                    <a:pt x="3058700" y="2674731"/>
                  </a:lnTo>
                  <a:lnTo>
                    <a:pt x="3059412" y="2672601"/>
                  </a:lnTo>
                  <a:lnTo>
                    <a:pt x="3060834" y="2674021"/>
                  </a:lnTo>
                  <a:lnTo>
                    <a:pt x="3062256" y="2672601"/>
                  </a:lnTo>
                  <a:lnTo>
                    <a:pt x="3062968" y="2673311"/>
                  </a:lnTo>
                  <a:lnTo>
                    <a:pt x="3064390" y="2675441"/>
                  </a:lnTo>
                  <a:lnTo>
                    <a:pt x="3065813" y="2674731"/>
                  </a:lnTo>
                  <a:lnTo>
                    <a:pt x="3067235" y="2674021"/>
                  </a:lnTo>
                  <a:lnTo>
                    <a:pt x="3067946" y="2673311"/>
                  </a:lnTo>
                  <a:lnTo>
                    <a:pt x="3069369" y="2671891"/>
                  </a:lnTo>
                  <a:lnTo>
                    <a:pt x="3070791" y="2674021"/>
                  </a:lnTo>
                  <a:lnTo>
                    <a:pt x="3071502" y="2673311"/>
                  </a:lnTo>
                  <a:lnTo>
                    <a:pt x="3072925" y="2675441"/>
                  </a:lnTo>
                  <a:lnTo>
                    <a:pt x="3074347" y="2674021"/>
                  </a:lnTo>
                  <a:lnTo>
                    <a:pt x="3075058" y="2674021"/>
                  </a:lnTo>
                  <a:lnTo>
                    <a:pt x="3076481" y="2674731"/>
                  </a:lnTo>
                  <a:lnTo>
                    <a:pt x="3077903" y="2674021"/>
                  </a:lnTo>
                  <a:lnTo>
                    <a:pt x="3079326" y="2673311"/>
                  </a:lnTo>
                  <a:lnTo>
                    <a:pt x="3080037" y="2674731"/>
                  </a:lnTo>
                  <a:lnTo>
                    <a:pt x="3081459" y="2674731"/>
                  </a:lnTo>
                  <a:lnTo>
                    <a:pt x="3082882" y="2675441"/>
                  </a:lnTo>
                  <a:lnTo>
                    <a:pt x="3083593" y="2674021"/>
                  </a:lnTo>
                  <a:lnTo>
                    <a:pt x="3085015" y="2673311"/>
                  </a:lnTo>
                  <a:lnTo>
                    <a:pt x="3086438" y="2671891"/>
                  </a:lnTo>
                  <a:lnTo>
                    <a:pt x="3087860" y="2674731"/>
                  </a:lnTo>
                  <a:lnTo>
                    <a:pt x="3088572" y="2672601"/>
                  </a:lnTo>
                  <a:lnTo>
                    <a:pt x="3089994" y="2674021"/>
                  </a:lnTo>
                  <a:lnTo>
                    <a:pt x="3091416" y="2675441"/>
                  </a:lnTo>
                  <a:lnTo>
                    <a:pt x="3092128" y="2672601"/>
                  </a:lnTo>
                  <a:lnTo>
                    <a:pt x="3093550" y="2674731"/>
                  </a:lnTo>
                  <a:lnTo>
                    <a:pt x="3094973" y="2674021"/>
                  </a:lnTo>
                  <a:lnTo>
                    <a:pt x="3095684" y="2674731"/>
                  </a:lnTo>
                  <a:lnTo>
                    <a:pt x="3097106" y="2673311"/>
                  </a:lnTo>
                  <a:lnTo>
                    <a:pt x="3098529" y="2674731"/>
                  </a:lnTo>
                  <a:lnTo>
                    <a:pt x="3099951" y="2674731"/>
                  </a:lnTo>
                  <a:lnTo>
                    <a:pt x="3100662" y="2674731"/>
                  </a:lnTo>
                  <a:lnTo>
                    <a:pt x="3102085" y="2673311"/>
                  </a:lnTo>
                  <a:lnTo>
                    <a:pt x="3103507" y="2673311"/>
                  </a:lnTo>
                  <a:lnTo>
                    <a:pt x="3104218" y="2674731"/>
                  </a:lnTo>
                  <a:lnTo>
                    <a:pt x="3105641" y="2672601"/>
                  </a:lnTo>
                  <a:lnTo>
                    <a:pt x="3107063" y="2674021"/>
                  </a:lnTo>
                  <a:lnTo>
                    <a:pt x="3108486" y="2672601"/>
                  </a:lnTo>
                  <a:lnTo>
                    <a:pt x="3109197" y="2674731"/>
                  </a:lnTo>
                  <a:lnTo>
                    <a:pt x="3110619" y="2673311"/>
                  </a:lnTo>
                  <a:lnTo>
                    <a:pt x="3112042" y="2675441"/>
                  </a:lnTo>
                  <a:lnTo>
                    <a:pt x="3112753" y="2674021"/>
                  </a:lnTo>
                  <a:lnTo>
                    <a:pt x="3114175" y="2673311"/>
                  </a:lnTo>
                  <a:lnTo>
                    <a:pt x="3115598" y="2671181"/>
                  </a:lnTo>
                  <a:lnTo>
                    <a:pt x="3117020" y="2671891"/>
                  </a:lnTo>
                  <a:lnTo>
                    <a:pt x="3117732" y="2671181"/>
                  </a:lnTo>
                  <a:lnTo>
                    <a:pt x="3119154" y="2671181"/>
                  </a:lnTo>
                  <a:lnTo>
                    <a:pt x="3120595" y="2671181"/>
                  </a:lnTo>
                  <a:lnTo>
                    <a:pt x="3121307" y="2672601"/>
                  </a:lnTo>
                  <a:lnTo>
                    <a:pt x="3122729" y="2674731"/>
                  </a:lnTo>
                  <a:lnTo>
                    <a:pt x="3124152" y="2674731"/>
                  </a:lnTo>
                  <a:lnTo>
                    <a:pt x="3124863" y="2672601"/>
                  </a:lnTo>
                  <a:lnTo>
                    <a:pt x="3126285" y="2673311"/>
                  </a:lnTo>
                  <a:lnTo>
                    <a:pt x="3127708" y="2675441"/>
                  </a:lnTo>
                  <a:lnTo>
                    <a:pt x="3129130" y="2674731"/>
                  </a:lnTo>
                  <a:lnTo>
                    <a:pt x="3129841" y="2674021"/>
                  </a:lnTo>
                  <a:lnTo>
                    <a:pt x="3131264" y="2673311"/>
                  </a:lnTo>
                  <a:lnTo>
                    <a:pt x="3132686" y="2674731"/>
                  </a:lnTo>
                  <a:lnTo>
                    <a:pt x="3133397" y="2672601"/>
                  </a:lnTo>
                  <a:lnTo>
                    <a:pt x="3134820" y="2673311"/>
                  </a:lnTo>
                  <a:lnTo>
                    <a:pt x="3136242" y="2674021"/>
                  </a:lnTo>
                  <a:lnTo>
                    <a:pt x="3137665" y="2673311"/>
                  </a:lnTo>
                  <a:lnTo>
                    <a:pt x="3138376" y="2673311"/>
                  </a:lnTo>
                  <a:lnTo>
                    <a:pt x="3139798" y="2675441"/>
                  </a:lnTo>
                  <a:lnTo>
                    <a:pt x="3141221" y="2674731"/>
                  </a:lnTo>
                  <a:lnTo>
                    <a:pt x="3141932" y="2675441"/>
                  </a:lnTo>
                  <a:lnTo>
                    <a:pt x="3143354" y="2674021"/>
                  </a:lnTo>
                  <a:lnTo>
                    <a:pt x="3144777" y="2673311"/>
                  </a:lnTo>
                  <a:lnTo>
                    <a:pt x="3146199" y="2674731"/>
                  </a:lnTo>
                  <a:lnTo>
                    <a:pt x="3146911" y="2676151"/>
                  </a:lnTo>
                  <a:lnTo>
                    <a:pt x="3148333" y="2674731"/>
                  </a:lnTo>
                  <a:lnTo>
                    <a:pt x="3149755" y="2672601"/>
                  </a:lnTo>
                  <a:lnTo>
                    <a:pt x="3150467" y="2674021"/>
                  </a:lnTo>
                  <a:lnTo>
                    <a:pt x="3151889" y="2672601"/>
                  </a:lnTo>
                  <a:lnTo>
                    <a:pt x="3153312" y="2674021"/>
                  </a:lnTo>
                  <a:lnTo>
                    <a:pt x="3154023" y="2674021"/>
                  </a:lnTo>
                  <a:lnTo>
                    <a:pt x="3155445" y="2674731"/>
                  </a:lnTo>
                  <a:lnTo>
                    <a:pt x="3156868" y="2674731"/>
                  </a:lnTo>
                  <a:lnTo>
                    <a:pt x="3158290" y="2674731"/>
                  </a:lnTo>
                  <a:lnTo>
                    <a:pt x="3159001" y="2674731"/>
                  </a:lnTo>
                  <a:lnTo>
                    <a:pt x="3160424" y="2674021"/>
                  </a:lnTo>
                  <a:lnTo>
                    <a:pt x="3161846" y="2673311"/>
                  </a:lnTo>
                  <a:lnTo>
                    <a:pt x="3162557" y="2671181"/>
                  </a:lnTo>
                  <a:lnTo>
                    <a:pt x="3163980" y="2674021"/>
                  </a:lnTo>
                  <a:lnTo>
                    <a:pt x="3165402" y="2673311"/>
                  </a:lnTo>
                  <a:lnTo>
                    <a:pt x="3166825" y="2674021"/>
                  </a:lnTo>
                  <a:lnTo>
                    <a:pt x="3167536" y="2674021"/>
                  </a:lnTo>
                  <a:lnTo>
                    <a:pt x="3168958" y="2673311"/>
                  </a:lnTo>
                  <a:lnTo>
                    <a:pt x="3170381" y="2675441"/>
                  </a:lnTo>
                  <a:lnTo>
                    <a:pt x="3171092" y="2674731"/>
                  </a:lnTo>
                  <a:lnTo>
                    <a:pt x="3172514" y="2673311"/>
                  </a:lnTo>
                  <a:lnTo>
                    <a:pt x="3173937" y="2673311"/>
                  </a:lnTo>
                  <a:lnTo>
                    <a:pt x="3175359" y="2672601"/>
                  </a:lnTo>
                  <a:lnTo>
                    <a:pt x="3176071" y="2674731"/>
                  </a:lnTo>
                  <a:lnTo>
                    <a:pt x="3177493" y="2673311"/>
                  </a:lnTo>
                  <a:lnTo>
                    <a:pt x="3178915" y="2675441"/>
                  </a:lnTo>
                  <a:lnTo>
                    <a:pt x="3179627" y="2674731"/>
                  </a:lnTo>
                  <a:lnTo>
                    <a:pt x="3181049" y="2674021"/>
                  </a:lnTo>
                  <a:lnTo>
                    <a:pt x="3182472" y="2674021"/>
                  </a:lnTo>
                  <a:lnTo>
                    <a:pt x="3183183" y="2674731"/>
                  </a:lnTo>
                  <a:lnTo>
                    <a:pt x="3184605" y="2674731"/>
                  </a:lnTo>
                  <a:lnTo>
                    <a:pt x="3186028" y="2674021"/>
                  </a:lnTo>
                  <a:lnTo>
                    <a:pt x="3187450" y="2674021"/>
                  </a:lnTo>
                  <a:lnTo>
                    <a:pt x="3188161" y="2673311"/>
                  </a:lnTo>
                  <a:lnTo>
                    <a:pt x="3189584" y="2674021"/>
                  </a:lnTo>
                  <a:lnTo>
                    <a:pt x="3191006" y="2673311"/>
                  </a:lnTo>
                  <a:lnTo>
                    <a:pt x="3191717" y="2671891"/>
                  </a:lnTo>
                  <a:lnTo>
                    <a:pt x="3193140" y="2674021"/>
                  </a:lnTo>
                  <a:lnTo>
                    <a:pt x="3194562" y="2673311"/>
                  </a:lnTo>
                  <a:lnTo>
                    <a:pt x="3195985" y="2673311"/>
                  </a:lnTo>
                  <a:lnTo>
                    <a:pt x="3196696" y="2674021"/>
                  </a:lnTo>
                  <a:lnTo>
                    <a:pt x="3198118" y="2672601"/>
                  </a:lnTo>
                  <a:lnTo>
                    <a:pt x="3199541" y="2674731"/>
                  </a:lnTo>
                  <a:lnTo>
                    <a:pt x="3200252" y="2675441"/>
                  </a:lnTo>
                  <a:lnTo>
                    <a:pt x="3201674" y="2675441"/>
                  </a:lnTo>
                  <a:lnTo>
                    <a:pt x="3203097" y="2674021"/>
                  </a:lnTo>
                  <a:lnTo>
                    <a:pt x="3204519" y="2674731"/>
                  </a:lnTo>
                  <a:lnTo>
                    <a:pt x="3205231" y="2675441"/>
                  </a:lnTo>
                  <a:lnTo>
                    <a:pt x="3206653" y="2673311"/>
                  </a:lnTo>
                  <a:lnTo>
                    <a:pt x="3208075" y="2674021"/>
                  </a:lnTo>
                  <a:lnTo>
                    <a:pt x="3208787" y="2674021"/>
                  </a:lnTo>
                  <a:lnTo>
                    <a:pt x="3210209" y="2674021"/>
                  </a:lnTo>
                  <a:lnTo>
                    <a:pt x="3211632" y="2674731"/>
                  </a:lnTo>
                  <a:lnTo>
                    <a:pt x="3212343" y="2674021"/>
                  </a:lnTo>
                  <a:lnTo>
                    <a:pt x="3213765" y="2674731"/>
                  </a:lnTo>
                  <a:lnTo>
                    <a:pt x="3215188" y="2674021"/>
                  </a:lnTo>
                  <a:lnTo>
                    <a:pt x="3216610" y="2674731"/>
                  </a:lnTo>
                  <a:lnTo>
                    <a:pt x="3217321" y="2674731"/>
                  </a:lnTo>
                  <a:lnTo>
                    <a:pt x="3218744" y="2674731"/>
                  </a:lnTo>
                  <a:lnTo>
                    <a:pt x="3220166" y="2674021"/>
                  </a:lnTo>
                  <a:lnTo>
                    <a:pt x="3220877" y="2674731"/>
                  </a:lnTo>
                  <a:lnTo>
                    <a:pt x="3222300" y="2673311"/>
                  </a:lnTo>
                  <a:lnTo>
                    <a:pt x="3223722" y="2674731"/>
                  </a:lnTo>
                  <a:lnTo>
                    <a:pt x="3225145" y="2673311"/>
                  </a:lnTo>
                  <a:lnTo>
                    <a:pt x="3225856" y="2673311"/>
                  </a:lnTo>
                  <a:lnTo>
                    <a:pt x="3227278" y="2674021"/>
                  </a:lnTo>
                  <a:lnTo>
                    <a:pt x="3228701" y="2675441"/>
                  </a:lnTo>
                  <a:lnTo>
                    <a:pt x="3229412" y="2674731"/>
                  </a:lnTo>
                  <a:lnTo>
                    <a:pt x="3230835" y="2674731"/>
                  </a:lnTo>
                  <a:lnTo>
                    <a:pt x="3232257" y="2674021"/>
                  </a:lnTo>
                  <a:lnTo>
                    <a:pt x="3233679" y="2675441"/>
                  </a:lnTo>
                  <a:lnTo>
                    <a:pt x="3234391" y="2673311"/>
                  </a:lnTo>
                  <a:lnTo>
                    <a:pt x="3235813" y="2674731"/>
                  </a:lnTo>
                  <a:lnTo>
                    <a:pt x="3237235" y="2673311"/>
                  </a:lnTo>
                  <a:lnTo>
                    <a:pt x="3237947" y="2674021"/>
                  </a:lnTo>
                  <a:lnTo>
                    <a:pt x="3239369" y="2674731"/>
                  </a:lnTo>
                  <a:lnTo>
                    <a:pt x="3240792" y="2673311"/>
                  </a:lnTo>
                  <a:lnTo>
                    <a:pt x="3241503" y="2674021"/>
                  </a:lnTo>
                  <a:lnTo>
                    <a:pt x="3242925" y="2674731"/>
                  </a:lnTo>
                  <a:lnTo>
                    <a:pt x="3244348" y="2673311"/>
                  </a:lnTo>
                  <a:lnTo>
                    <a:pt x="3245770" y="2674731"/>
                  </a:lnTo>
                  <a:lnTo>
                    <a:pt x="3246481" y="2674731"/>
                  </a:lnTo>
                  <a:lnTo>
                    <a:pt x="3247904" y="2674021"/>
                  </a:lnTo>
                  <a:lnTo>
                    <a:pt x="3249326" y="2675441"/>
                  </a:lnTo>
                  <a:lnTo>
                    <a:pt x="3250037" y="2672601"/>
                  </a:lnTo>
                  <a:lnTo>
                    <a:pt x="3251460" y="2673311"/>
                  </a:lnTo>
                  <a:lnTo>
                    <a:pt x="3252882" y="2674021"/>
                  </a:lnTo>
                  <a:lnTo>
                    <a:pt x="3254305" y="2673311"/>
                  </a:lnTo>
                  <a:lnTo>
                    <a:pt x="3255016" y="2674021"/>
                  </a:lnTo>
                  <a:lnTo>
                    <a:pt x="3256438" y="2674021"/>
                  </a:lnTo>
                  <a:lnTo>
                    <a:pt x="3257861" y="2673311"/>
                  </a:lnTo>
                  <a:lnTo>
                    <a:pt x="3258572" y="2674731"/>
                  </a:lnTo>
                  <a:lnTo>
                    <a:pt x="3259995" y="2674731"/>
                  </a:lnTo>
                  <a:lnTo>
                    <a:pt x="3261417" y="2674731"/>
                  </a:lnTo>
                  <a:lnTo>
                    <a:pt x="3262128" y="2674021"/>
                  </a:lnTo>
                  <a:lnTo>
                    <a:pt x="3263551" y="2673311"/>
                  </a:lnTo>
                  <a:lnTo>
                    <a:pt x="3264973" y="2674731"/>
                  </a:lnTo>
                  <a:lnTo>
                    <a:pt x="3266396" y="2675441"/>
                  </a:lnTo>
                  <a:lnTo>
                    <a:pt x="3267107" y="2674731"/>
                  </a:lnTo>
                  <a:lnTo>
                    <a:pt x="3268529" y="2674021"/>
                  </a:lnTo>
                  <a:lnTo>
                    <a:pt x="3269952" y="2674021"/>
                  </a:lnTo>
                  <a:lnTo>
                    <a:pt x="3270663" y="2674021"/>
                  </a:lnTo>
                  <a:lnTo>
                    <a:pt x="3272085" y="2672601"/>
                  </a:lnTo>
                  <a:lnTo>
                    <a:pt x="3273508" y="2674731"/>
                  </a:lnTo>
                  <a:lnTo>
                    <a:pt x="3274930" y="2673311"/>
                  </a:lnTo>
                  <a:lnTo>
                    <a:pt x="3275641" y="2672601"/>
                  </a:lnTo>
                  <a:lnTo>
                    <a:pt x="3277064" y="2672601"/>
                  </a:lnTo>
                  <a:lnTo>
                    <a:pt x="3278486" y="2669762"/>
                  </a:lnTo>
                  <a:lnTo>
                    <a:pt x="3279197" y="2669052"/>
                  </a:lnTo>
                  <a:lnTo>
                    <a:pt x="3280639" y="2669052"/>
                  </a:lnTo>
                  <a:lnTo>
                    <a:pt x="3282061" y="2669762"/>
                  </a:lnTo>
                  <a:lnTo>
                    <a:pt x="3283484" y="2668342"/>
                  </a:lnTo>
                  <a:lnTo>
                    <a:pt x="3284195" y="2667632"/>
                  </a:lnTo>
                  <a:lnTo>
                    <a:pt x="3285617" y="2668342"/>
                  </a:lnTo>
                  <a:lnTo>
                    <a:pt x="3287040" y="2668342"/>
                  </a:lnTo>
                  <a:lnTo>
                    <a:pt x="3287751" y="2666922"/>
                  </a:lnTo>
                  <a:lnTo>
                    <a:pt x="3289174" y="2664792"/>
                  </a:lnTo>
                  <a:lnTo>
                    <a:pt x="3290596" y="2662663"/>
                  </a:lnTo>
                  <a:lnTo>
                    <a:pt x="3294152" y="2618622"/>
                  </a:lnTo>
                  <a:lnTo>
                    <a:pt x="3295574" y="2558281"/>
                  </a:lnTo>
                  <a:lnTo>
                    <a:pt x="3296286" y="2468817"/>
                  </a:lnTo>
                  <a:lnTo>
                    <a:pt x="3297708" y="2411288"/>
                  </a:lnTo>
                  <a:lnTo>
                    <a:pt x="3299131" y="2447520"/>
                  </a:lnTo>
                  <a:lnTo>
                    <a:pt x="3299842" y="2516379"/>
                  </a:lnTo>
                  <a:lnTo>
                    <a:pt x="3301264" y="2590226"/>
                  </a:lnTo>
                  <a:lnTo>
                    <a:pt x="3302687" y="2634239"/>
                  </a:lnTo>
                  <a:lnTo>
                    <a:pt x="3304109" y="2639208"/>
                  </a:lnTo>
                  <a:lnTo>
                    <a:pt x="3304820" y="2634239"/>
                  </a:lnTo>
                  <a:lnTo>
                    <a:pt x="3306243" y="2605134"/>
                  </a:lnTo>
                  <a:lnTo>
                    <a:pt x="3307665" y="2561121"/>
                  </a:lnTo>
                  <a:lnTo>
                    <a:pt x="3308376" y="2540515"/>
                  </a:lnTo>
                  <a:lnTo>
                    <a:pt x="3309799" y="2556862"/>
                  </a:lnTo>
                  <a:lnTo>
                    <a:pt x="3311221" y="2597325"/>
                  </a:lnTo>
                  <a:lnTo>
                    <a:pt x="3312644" y="2634239"/>
                  </a:lnTo>
                  <a:lnTo>
                    <a:pt x="3313355" y="2655536"/>
                  </a:lnTo>
                  <a:lnTo>
                    <a:pt x="3314777" y="2661953"/>
                  </a:lnTo>
                  <a:lnTo>
                    <a:pt x="3316200" y="2665502"/>
                  </a:lnTo>
                  <a:lnTo>
                    <a:pt x="3316911" y="2670472"/>
                  </a:lnTo>
                  <a:lnTo>
                    <a:pt x="3318334" y="2669052"/>
                  </a:lnTo>
                  <a:lnTo>
                    <a:pt x="3319756" y="2669762"/>
                  </a:lnTo>
                  <a:lnTo>
                    <a:pt x="3320467" y="2669052"/>
                  </a:lnTo>
                  <a:lnTo>
                    <a:pt x="3321890" y="2671181"/>
                  </a:lnTo>
                  <a:lnTo>
                    <a:pt x="3323312" y="2671891"/>
                  </a:lnTo>
                  <a:lnTo>
                    <a:pt x="3324735" y="2671891"/>
                  </a:lnTo>
                  <a:lnTo>
                    <a:pt x="3325446" y="2672601"/>
                  </a:lnTo>
                  <a:lnTo>
                    <a:pt x="3326868" y="2673311"/>
                  </a:lnTo>
                  <a:lnTo>
                    <a:pt x="3328291" y="2674731"/>
                  </a:lnTo>
                  <a:lnTo>
                    <a:pt x="3329002" y="2673311"/>
                  </a:lnTo>
                  <a:lnTo>
                    <a:pt x="3330424" y="2674021"/>
                  </a:lnTo>
                  <a:lnTo>
                    <a:pt x="3331847" y="2671891"/>
                  </a:lnTo>
                  <a:lnTo>
                    <a:pt x="3333269" y="2673311"/>
                  </a:lnTo>
                  <a:lnTo>
                    <a:pt x="3333980" y="2674021"/>
                  </a:lnTo>
                  <a:lnTo>
                    <a:pt x="3335403" y="2674021"/>
                  </a:lnTo>
                  <a:lnTo>
                    <a:pt x="3336825" y="2673311"/>
                  </a:lnTo>
                  <a:lnTo>
                    <a:pt x="3337536" y="2671891"/>
                  </a:lnTo>
                  <a:lnTo>
                    <a:pt x="3338959" y="2673311"/>
                  </a:lnTo>
                  <a:lnTo>
                    <a:pt x="3340381" y="2674021"/>
                  </a:lnTo>
                  <a:lnTo>
                    <a:pt x="3341804" y="2671891"/>
                  </a:lnTo>
                  <a:lnTo>
                    <a:pt x="3342515" y="2671891"/>
                  </a:lnTo>
                  <a:lnTo>
                    <a:pt x="3343937" y="2673311"/>
                  </a:lnTo>
                  <a:lnTo>
                    <a:pt x="3345360" y="2672601"/>
                  </a:lnTo>
                  <a:lnTo>
                    <a:pt x="3346071" y="2672601"/>
                  </a:lnTo>
                  <a:lnTo>
                    <a:pt x="3347494" y="2674731"/>
                  </a:lnTo>
                  <a:lnTo>
                    <a:pt x="3348916" y="2673311"/>
                  </a:lnTo>
                  <a:lnTo>
                    <a:pt x="3349627" y="2674731"/>
                  </a:lnTo>
                  <a:lnTo>
                    <a:pt x="3351050" y="2674731"/>
                  </a:lnTo>
                  <a:lnTo>
                    <a:pt x="3352472" y="2673311"/>
                  </a:lnTo>
                  <a:lnTo>
                    <a:pt x="3353895" y="2674021"/>
                  </a:lnTo>
                  <a:lnTo>
                    <a:pt x="3354606" y="2674021"/>
                  </a:lnTo>
                  <a:lnTo>
                    <a:pt x="3356028" y="2676151"/>
                  </a:lnTo>
                  <a:lnTo>
                    <a:pt x="3357451" y="2674021"/>
                  </a:lnTo>
                  <a:lnTo>
                    <a:pt x="3358162" y="2674021"/>
                  </a:lnTo>
                  <a:lnTo>
                    <a:pt x="3359584" y="2674021"/>
                  </a:lnTo>
                  <a:lnTo>
                    <a:pt x="3361007" y="2674021"/>
                  </a:lnTo>
                  <a:lnTo>
                    <a:pt x="3362429" y="2674021"/>
                  </a:lnTo>
                  <a:lnTo>
                    <a:pt x="3363140" y="2674731"/>
                  </a:lnTo>
                  <a:lnTo>
                    <a:pt x="3364563" y="2674731"/>
                  </a:lnTo>
                  <a:lnTo>
                    <a:pt x="3365985" y="2675441"/>
                  </a:lnTo>
                  <a:lnTo>
                    <a:pt x="3366696" y="2676151"/>
                  </a:lnTo>
                  <a:lnTo>
                    <a:pt x="3368119" y="2673311"/>
                  </a:lnTo>
                  <a:lnTo>
                    <a:pt x="3369541" y="2674731"/>
                  </a:lnTo>
                  <a:lnTo>
                    <a:pt x="3370964" y="2674021"/>
                  </a:lnTo>
                  <a:lnTo>
                    <a:pt x="3371675" y="2674021"/>
                  </a:lnTo>
                  <a:lnTo>
                    <a:pt x="3373097" y="2676151"/>
                  </a:lnTo>
                  <a:lnTo>
                    <a:pt x="3374520" y="2674731"/>
                  </a:lnTo>
                  <a:lnTo>
                    <a:pt x="3375231" y="2674021"/>
                  </a:lnTo>
                  <a:lnTo>
                    <a:pt x="3376654" y="2676151"/>
                  </a:lnTo>
                  <a:lnTo>
                    <a:pt x="3378076" y="2674731"/>
                  </a:lnTo>
                  <a:lnTo>
                    <a:pt x="3378787" y="2674731"/>
                  </a:lnTo>
                  <a:lnTo>
                    <a:pt x="3380210" y="2674731"/>
                  </a:lnTo>
                  <a:lnTo>
                    <a:pt x="3381632" y="2674731"/>
                  </a:lnTo>
                  <a:lnTo>
                    <a:pt x="3383055" y="2674731"/>
                  </a:lnTo>
                  <a:lnTo>
                    <a:pt x="3383766" y="2674021"/>
                  </a:lnTo>
                  <a:lnTo>
                    <a:pt x="3385188" y="2674731"/>
                  </a:lnTo>
                  <a:lnTo>
                    <a:pt x="3386611" y="2675441"/>
                  </a:lnTo>
                  <a:lnTo>
                    <a:pt x="3387322" y="2674731"/>
                  </a:lnTo>
                  <a:lnTo>
                    <a:pt x="3388744" y="2674021"/>
                  </a:lnTo>
                  <a:lnTo>
                    <a:pt x="3390167" y="2674731"/>
                  </a:lnTo>
                  <a:lnTo>
                    <a:pt x="3391589" y="2674021"/>
                  </a:lnTo>
                  <a:lnTo>
                    <a:pt x="3392300" y="2676151"/>
                  </a:lnTo>
                  <a:lnTo>
                    <a:pt x="3393723" y="2676151"/>
                  </a:lnTo>
                  <a:lnTo>
                    <a:pt x="3395145" y="2673311"/>
                  </a:lnTo>
                  <a:lnTo>
                    <a:pt x="3395856" y="2674021"/>
                  </a:lnTo>
                  <a:lnTo>
                    <a:pt x="3397279" y="2673311"/>
                  </a:lnTo>
                </a:path>
                <a:path w="4337685" h="2677795">
                  <a:moveTo>
                    <a:pt x="3397279" y="2673311"/>
                  </a:moveTo>
                  <a:lnTo>
                    <a:pt x="3398701" y="2674731"/>
                  </a:lnTo>
                  <a:lnTo>
                    <a:pt x="3400124" y="2675441"/>
                  </a:lnTo>
                  <a:lnTo>
                    <a:pt x="3400835" y="2674731"/>
                  </a:lnTo>
                  <a:lnTo>
                    <a:pt x="3402257" y="2675441"/>
                  </a:lnTo>
                  <a:lnTo>
                    <a:pt x="3403680" y="2674731"/>
                  </a:lnTo>
                  <a:lnTo>
                    <a:pt x="3404391" y="2673311"/>
                  </a:lnTo>
                  <a:lnTo>
                    <a:pt x="3405814" y="2673311"/>
                  </a:lnTo>
                  <a:lnTo>
                    <a:pt x="3407236" y="2673311"/>
                  </a:lnTo>
                  <a:lnTo>
                    <a:pt x="3407947" y="2674731"/>
                  </a:lnTo>
                  <a:lnTo>
                    <a:pt x="3409370" y="2675441"/>
                  </a:lnTo>
                  <a:lnTo>
                    <a:pt x="3410792" y="2673311"/>
                  </a:lnTo>
                  <a:lnTo>
                    <a:pt x="3412215" y="2673311"/>
                  </a:lnTo>
                  <a:lnTo>
                    <a:pt x="3412926" y="2674021"/>
                  </a:lnTo>
                  <a:lnTo>
                    <a:pt x="3414348" y="2673311"/>
                  </a:lnTo>
                  <a:lnTo>
                    <a:pt x="3415771" y="2673311"/>
                  </a:lnTo>
                  <a:lnTo>
                    <a:pt x="3416482" y="2673311"/>
                  </a:lnTo>
                  <a:lnTo>
                    <a:pt x="3417904" y="2674731"/>
                  </a:lnTo>
                  <a:lnTo>
                    <a:pt x="3419327" y="2673311"/>
                  </a:lnTo>
                  <a:lnTo>
                    <a:pt x="3420749" y="2671891"/>
                  </a:lnTo>
                  <a:lnTo>
                    <a:pt x="3421460" y="2673311"/>
                  </a:lnTo>
                  <a:lnTo>
                    <a:pt x="3422883" y="2674731"/>
                  </a:lnTo>
                  <a:lnTo>
                    <a:pt x="3424305" y="2674021"/>
                  </a:lnTo>
                  <a:lnTo>
                    <a:pt x="3425017" y="2674731"/>
                  </a:lnTo>
                  <a:lnTo>
                    <a:pt x="3426439" y="2674731"/>
                  </a:lnTo>
                  <a:lnTo>
                    <a:pt x="3427861" y="2674021"/>
                  </a:lnTo>
                  <a:lnTo>
                    <a:pt x="3428573" y="2674731"/>
                  </a:lnTo>
                  <a:lnTo>
                    <a:pt x="3429995" y="2673311"/>
                  </a:lnTo>
                  <a:lnTo>
                    <a:pt x="3431417" y="2673311"/>
                  </a:lnTo>
                  <a:lnTo>
                    <a:pt x="3432840" y="2674731"/>
                  </a:lnTo>
                  <a:lnTo>
                    <a:pt x="3433551" y="2675441"/>
                  </a:lnTo>
                  <a:lnTo>
                    <a:pt x="3434974" y="2673311"/>
                  </a:lnTo>
                  <a:lnTo>
                    <a:pt x="3436396" y="2674021"/>
                  </a:lnTo>
                  <a:lnTo>
                    <a:pt x="3437107" y="2672601"/>
                  </a:lnTo>
                  <a:lnTo>
                    <a:pt x="3438530" y="2673311"/>
                  </a:lnTo>
                  <a:lnTo>
                    <a:pt x="3439981" y="2674021"/>
                  </a:lnTo>
                  <a:lnTo>
                    <a:pt x="3441403" y="2674731"/>
                  </a:lnTo>
                  <a:lnTo>
                    <a:pt x="3442114" y="2674021"/>
                  </a:lnTo>
                  <a:lnTo>
                    <a:pt x="3443537" y="2673311"/>
                  </a:lnTo>
                  <a:lnTo>
                    <a:pt x="3444959" y="2674021"/>
                  </a:lnTo>
                  <a:lnTo>
                    <a:pt x="3445670" y="2674021"/>
                  </a:lnTo>
                  <a:lnTo>
                    <a:pt x="3447093" y="2673311"/>
                  </a:lnTo>
                  <a:lnTo>
                    <a:pt x="3448515" y="2674021"/>
                  </a:lnTo>
                  <a:lnTo>
                    <a:pt x="3449938" y="2674731"/>
                  </a:lnTo>
                  <a:lnTo>
                    <a:pt x="3450649" y="2674021"/>
                  </a:lnTo>
                  <a:lnTo>
                    <a:pt x="3452071" y="2674731"/>
                  </a:lnTo>
                  <a:lnTo>
                    <a:pt x="3453494" y="2672601"/>
                  </a:lnTo>
                  <a:lnTo>
                    <a:pt x="3454205" y="2672601"/>
                  </a:lnTo>
                  <a:lnTo>
                    <a:pt x="3455627" y="2671891"/>
                  </a:lnTo>
                  <a:lnTo>
                    <a:pt x="3457050" y="2675441"/>
                  </a:lnTo>
                  <a:lnTo>
                    <a:pt x="3457761" y="2673311"/>
                  </a:lnTo>
                  <a:lnTo>
                    <a:pt x="3459184" y="2674021"/>
                  </a:lnTo>
                  <a:lnTo>
                    <a:pt x="3460606" y="2674731"/>
                  </a:lnTo>
                  <a:lnTo>
                    <a:pt x="3462028" y="2673311"/>
                  </a:lnTo>
                  <a:lnTo>
                    <a:pt x="3462740" y="2673311"/>
                  </a:lnTo>
                  <a:lnTo>
                    <a:pt x="3464162" y="2674731"/>
                  </a:lnTo>
                  <a:lnTo>
                    <a:pt x="3465584" y="2674021"/>
                  </a:lnTo>
                  <a:lnTo>
                    <a:pt x="3466296" y="2674021"/>
                  </a:lnTo>
                  <a:lnTo>
                    <a:pt x="3467718" y="2674731"/>
                  </a:lnTo>
                  <a:lnTo>
                    <a:pt x="3469141" y="2674731"/>
                  </a:lnTo>
                  <a:lnTo>
                    <a:pt x="3470563" y="2673311"/>
                  </a:lnTo>
                  <a:lnTo>
                    <a:pt x="3471274" y="2674021"/>
                  </a:lnTo>
                  <a:lnTo>
                    <a:pt x="3472697" y="2674021"/>
                  </a:lnTo>
                  <a:lnTo>
                    <a:pt x="3474119" y="2674021"/>
                  </a:lnTo>
                  <a:lnTo>
                    <a:pt x="3474830" y="2674731"/>
                  </a:lnTo>
                  <a:lnTo>
                    <a:pt x="3476253" y="2673311"/>
                  </a:lnTo>
                  <a:lnTo>
                    <a:pt x="3477675" y="2674731"/>
                  </a:lnTo>
                  <a:lnTo>
                    <a:pt x="3479098" y="2674021"/>
                  </a:lnTo>
                  <a:lnTo>
                    <a:pt x="3479809" y="2674021"/>
                  </a:lnTo>
                  <a:lnTo>
                    <a:pt x="3481231" y="2674731"/>
                  </a:lnTo>
                  <a:lnTo>
                    <a:pt x="3482654" y="2674021"/>
                  </a:lnTo>
                  <a:lnTo>
                    <a:pt x="3483365" y="2674021"/>
                  </a:lnTo>
                  <a:lnTo>
                    <a:pt x="3484787" y="2674731"/>
                  </a:lnTo>
                  <a:lnTo>
                    <a:pt x="3486210" y="2673311"/>
                  </a:lnTo>
                  <a:lnTo>
                    <a:pt x="3486921" y="2674021"/>
                  </a:lnTo>
                  <a:lnTo>
                    <a:pt x="3488344" y="2673311"/>
                  </a:lnTo>
                  <a:lnTo>
                    <a:pt x="3489766" y="2673311"/>
                  </a:lnTo>
                  <a:lnTo>
                    <a:pt x="3491188" y="2673311"/>
                  </a:lnTo>
                  <a:lnTo>
                    <a:pt x="3491900" y="2674021"/>
                  </a:lnTo>
                  <a:lnTo>
                    <a:pt x="3493322" y="2675441"/>
                  </a:lnTo>
                  <a:lnTo>
                    <a:pt x="3494745" y="2674021"/>
                  </a:lnTo>
                  <a:lnTo>
                    <a:pt x="3495456" y="2673311"/>
                  </a:lnTo>
                  <a:lnTo>
                    <a:pt x="3496878" y="2674021"/>
                  </a:lnTo>
                  <a:lnTo>
                    <a:pt x="3498301" y="2674021"/>
                  </a:lnTo>
                  <a:lnTo>
                    <a:pt x="3499723" y="2674731"/>
                  </a:lnTo>
                  <a:lnTo>
                    <a:pt x="3500434" y="2673311"/>
                  </a:lnTo>
                  <a:lnTo>
                    <a:pt x="3501857" y="2672601"/>
                  </a:lnTo>
                  <a:lnTo>
                    <a:pt x="3503279" y="2674021"/>
                  </a:lnTo>
                  <a:lnTo>
                    <a:pt x="3503990" y="2673311"/>
                  </a:lnTo>
                  <a:lnTo>
                    <a:pt x="3505413" y="2674731"/>
                  </a:lnTo>
                  <a:lnTo>
                    <a:pt x="3506835" y="2675441"/>
                  </a:lnTo>
                  <a:lnTo>
                    <a:pt x="3508258" y="2674021"/>
                  </a:lnTo>
                  <a:lnTo>
                    <a:pt x="3508969" y="2674021"/>
                  </a:lnTo>
                  <a:lnTo>
                    <a:pt x="3510391" y="2674021"/>
                  </a:lnTo>
                  <a:lnTo>
                    <a:pt x="3511814" y="2672601"/>
                  </a:lnTo>
                  <a:lnTo>
                    <a:pt x="3512525" y="2673311"/>
                  </a:lnTo>
                  <a:lnTo>
                    <a:pt x="3513947" y="2674021"/>
                  </a:lnTo>
                  <a:lnTo>
                    <a:pt x="3515370" y="2674731"/>
                  </a:lnTo>
                  <a:lnTo>
                    <a:pt x="3516081" y="2674021"/>
                  </a:lnTo>
                  <a:lnTo>
                    <a:pt x="3517504" y="2674731"/>
                  </a:lnTo>
                  <a:lnTo>
                    <a:pt x="3518926" y="2674021"/>
                  </a:lnTo>
                  <a:lnTo>
                    <a:pt x="3520348" y="2674021"/>
                  </a:lnTo>
                  <a:lnTo>
                    <a:pt x="3521060" y="2671891"/>
                  </a:lnTo>
                  <a:lnTo>
                    <a:pt x="3522482" y="2671891"/>
                  </a:lnTo>
                  <a:lnTo>
                    <a:pt x="3523905" y="2674021"/>
                  </a:lnTo>
                  <a:lnTo>
                    <a:pt x="3524616" y="2674021"/>
                  </a:lnTo>
                  <a:lnTo>
                    <a:pt x="3526038" y="2674021"/>
                  </a:lnTo>
                  <a:lnTo>
                    <a:pt x="3527461" y="2672601"/>
                  </a:lnTo>
                  <a:lnTo>
                    <a:pt x="3528883" y="2674021"/>
                  </a:lnTo>
                  <a:lnTo>
                    <a:pt x="3529594" y="2674731"/>
                  </a:lnTo>
                  <a:lnTo>
                    <a:pt x="3531017" y="2672601"/>
                  </a:lnTo>
                  <a:lnTo>
                    <a:pt x="3532439" y="2672601"/>
                  </a:lnTo>
                  <a:lnTo>
                    <a:pt x="3533150" y="2673311"/>
                  </a:lnTo>
                  <a:lnTo>
                    <a:pt x="3534573" y="2671181"/>
                  </a:lnTo>
                  <a:lnTo>
                    <a:pt x="3535995" y="2671891"/>
                  </a:lnTo>
                  <a:lnTo>
                    <a:pt x="3537418" y="2673311"/>
                  </a:lnTo>
                  <a:lnTo>
                    <a:pt x="3538129" y="2670472"/>
                  </a:lnTo>
                  <a:lnTo>
                    <a:pt x="3539551" y="2670472"/>
                  </a:lnTo>
                  <a:lnTo>
                    <a:pt x="3540974" y="2669052"/>
                  </a:lnTo>
                  <a:lnTo>
                    <a:pt x="3541685" y="2669762"/>
                  </a:lnTo>
                  <a:lnTo>
                    <a:pt x="3543107" y="2666212"/>
                  </a:lnTo>
                  <a:lnTo>
                    <a:pt x="3544530" y="2666922"/>
                  </a:lnTo>
                  <a:lnTo>
                    <a:pt x="3545241" y="2664792"/>
                  </a:lnTo>
                  <a:lnTo>
                    <a:pt x="3546664" y="2662663"/>
                  </a:lnTo>
                  <a:lnTo>
                    <a:pt x="3548086" y="2660533"/>
                  </a:lnTo>
                  <a:lnTo>
                    <a:pt x="3549508" y="2661243"/>
                  </a:lnTo>
                  <a:lnTo>
                    <a:pt x="3550220" y="2656955"/>
                  </a:lnTo>
                  <a:lnTo>
                    <a:pt x="3551642" y="2656955"/>
                  </a:lnTo>
                  <a:lnTo>
                    <a:pt x="3553065" y="2655536"/>
                  </a:lnTo>
                  <a:lnTo>
                    <a:pt x="3553776" y="2653406"/>
                  </a:lnTo>
                  <a:lnTo>
                    <a:pt x="3555198" y="2651986"/>
                  </a:lnTo>
                  <a:lnTo>
                    <a:pt x="3560177" y="2611523"/>
                  </a:lnTo>
                  <a:lnTo>
                    <a:pt x="3561599" y="2566090"/>
                  </a:lnTo>
                  <a:lnTo>
                    <a:pt x="3562310" y="2461718"/>
                  </a:lnTo>
                  <a:lnTo>
                    <a:pt x="3563733" y="2262903"/>
                  </a:lnTo>
                  <a:lnTo>
                    <a:pt x="3565155" y="2029304"/>
                  </a:lnTo>
                  <a:lnTo>
                    <a:pt x="3566578" y="1954738"/>
                  </a:lnTo>
                  <a:lnTo>
                    <a:pt x="3567289" y="2089644"/>
                  </a:lnTo>
                  <a:lnTo>
                    <a:pt x="3568711" y="2315435"/>
                  </a:lnTo>
                  <a:lnTo>
                    <a:pt x="3570134" y="2485854"/>
                  </a:lnTo>
                  <a:lnTo>
                    <a:pt x="3570845" y="2568930"/>
                  </a:lnTo>
                  <a:lnTo>
                    <a:pt x="3572267" y="2594485"/>
                  </a:lnTo>
                  <a:lnTo>
                    <a:pt x="3573690" y="2580998"/>
                  </a:lnTo>
                  <a:lnTo>
                    <a:pt x="3574401" y="2519219"/>
                  </a:lnTo>
                  <a:lnTo>
                    <a:pt x="3575824" y="2421226"/>
                  </a:lnTo>
                  <a:lnTo>
                    <a:pt x="3577246" y="2326083"/>
                  </a:lnTo>
                  <a:lnTo>
                    <a:pt x="3578668" y="2326083"/>
                  </a:lnTo>
                  <a:lnTo>
                    <a:pt x="3579380" y="2409868"/>
                  </a:lnTo>
                  <a:lnTo>
                    <a:pt x="3580802" y="2522768"/>
                  </a:lnTo>
                  <a:lnTo>
                    <a:pt x="3582225" y="2595195"/>
                  </a:lnTo>
                  <a:lnTo>
                    <a:pt x="3582936" y="2630690"/>
                  </a:lnTo>
                  <a:lnTo>
                    <a:pt x="3584358" y="2648437"/>
                  </a:lnTo>
                  <a:lnTo>
                    <a:pt x="3585781" y="2652696"/>
                  </a:lnTo>
                  <a:lnTo>
                    <a:pt x="3587203" y="2656955"/>
                  </a:lnTo>
                  <a:lnTo>
                    <a:pt x="3587914" y="2659823"/>
                  </a:lnTo>
                  <a:lnTo>
                    <a:pt x="3589337" y="2661953"/>
                  </a:lnTo>
                  <a:lnTo>
                    <a:pt x="3590759" y="2664083"/>
                  </a:lnTo>
                  <a:lnTo>
                    <a:pt x="3591470" y="2666922"/>
                  </a:lnTo>
                  <a:lnTo>
                    <a:pt x="3592893" y="2669762"/>
                  </a:lnTo>
                  <a:lnTo>
                    <a:pt x="3594315" y="2669762"/>
                  </a:lnTo>
                  <a:lnTo>
                    <a:pt x="3595027" y="2671181"/>
                  </a:lnTo>
                  <a:lnTo>
                    <a:pt x="3596449" y="2671891"/>
                  </a:lnTo>
                  <a:lnTo>
                    <a:pt x="3597871" y="2670472"/>
                  </a:lnTo>
                  <a:lnTo>
                    <a:pt x="3599294" y="2671891"/>
                  </a:lnTo>
                  <a:lnTo>
                    <a:pt x="3600024" y="2670472"/>
                  </a:lnTo>
                  <a:lnTo>
                    <a:pt x="3601446" y="2669052"/>
                  </a:lnTo>
                  <a:lnTo>
                    <a:pt x="3602869" y="2670472"/>
                  </a:lnTo>
                  <a:lnTo>
                    <a:pt x="3603580" y="2671891"/>
                  </a:lnTo>
                  <a:lnTo>
                    <a:pt x="3605003" y="2673311"/>
                  </a:lnTo>
                  <a:lnTo>
                    <a:pt x="3606425" y="2671181"/>
                  </a:lnTo>
                  <a:lnTo>
                    <a:pt x="3607847" y="2673311"/>
                  </a:lnTo>
                  <a:lnTo>
                    <a:pt x="3608559" y="2671891"/>
                  </a:lnTo>
                  <a:lnTo>
                    <a:pt x="3609981" y="2672601"/>
                  </a:lnTo>
                  <a:lnTo>
                    <a:pt x="3611404" y="2674021"/>
                  </a:lnTo>
                  <a:lnTo>
                    <a:pt x="3612115" y="2673311"/>
                  </a:lnTo>
                  <a:lnTo>
                    <a:pt x="3613537" y="2671891"/>
                  </a:lnTo>
                  <a:lnTo>
                    <a:pt x="3614960" y="2673311"/>
                  </a:lnTo>
                  <a:lnTo>
                    <a:pt x="3616382" y="2672601"/>
                  </a:lnTo>
                  <a:lnTo>
                    <a:pt x="3617093" y="2672601"/>
                  </a:lnTo>
                  <a:lnTo>
                    <a:pt x="3618516" y="2674021"/>
                  </a:lnTo>
                  <a:lnTo>
                    <a:pt x="3619938" y="2674731"/>
                  </a:lnTo>
                  <a:lnTo>
                    <a:pt x="3620649" y="2673311"/>
                  </a:lnTo>
                  <a:lnTo>
                    <a:pt x="3622072" y="2675441"/>
                  </a:lnTo>
                  <a:lnTo>
                    <a:pt x="3623494" y="2672601"/>
                  </a:lnTo>
                  <a:lnTo>
                    <a:pt x="3624206" y="2674731"/>
                  </a:lnTo>
                  <a:lnTo>
                    <a:pt x="3625628" y="2673311"/>
                  </a:lnTo>
                  <a:lnTo>
                    <a:pt x="3627050" y="2672601"/>
                  </a:lnTo>
                  <a:lnTo>
                    <a:pt x="3628473" y="2674021"/>
                  </a:lnTo>
                  <a:lnTo>
                    <a:pt x="3629184" y="2672601"/>
                  </a:lnTo>
                  <a:lnTo>
                    <a:pt x="3630606" y="2675441"/>
                  </a:lnTo>
                  <a:lnTo>
                    <a:pt x="3632029" y="2673311"/>
                  </a:lnTo>
                  <a:lnTo>
                    <a:pt x="3632740" y="2674021"/>
                  </a:lnTo>
                  <a:lnTo>
                    <a:pt x="3634163" y="2675441"/>
                  </a:lnTo>
                  <a:lnTo>
                    <a:pt x="3635585" y="2675441"/>
                  </a:lnTo>
                  <a:lnTo>
                    <a:pt x="3637007" y="2674021"/>
                  </a:lnTo>
                  <a:lnTo>
                    <a:pt x="3637719" y="2675441"/>
                  </a:lnTo>
                  <a:lnTo>
                    <a:pt x="3639141" y="2674731"/>
                  </a:lnTo>
                  <a:lnTo>
                    <a:pt x="3640564" y="2674021"/>
                  </a:lnTo>
                  <a:lnTo>
                    <a:pt x="3641275" y="2676151"/>
                  </a:lnTo>
                  <a:lnTo>
                    <a:pt x="3642697" y="2673311"/>
                  </a:lnTo>
                  <a:lnTo>
                    <a:pt x="3644120" y="2674731"/>
                  </a:lnTo>
                  <a:lnTo>
                    <a:pt x="3645542" y="2675441"/>
                  </a:lnTo>
                  <a:lnTo>
                    <a:pt x="3646253" y="2672601"/>
                  </a:lnTo>
                  <a:lnTo>
                    <a:pt x="3647676" y="2674731"/>
                  </a:lnTo>
                  <a:lnTo>
                    <a:pt x="3649098" y="2673311"/>
                  </a:lnTo>
                  <a:lnTo>
                    <a:pt x="3649809" y="2674021"/>
                  </a:lnTo>
                  <a:lnTo>
                    <a:pt x="3651232" y="2675441"/>
                  </a:lnTo>
                  <a:lnTo>
                    <a:pt x="3652654" y="2674021"/>
                  </a:lnTo>
                  <a:lnTo>
                    <a:pt x="3653366" y="2674731"/>
                  </a:lnTo>
                  <a:lnTo>
                    <a:pt x="3654788" y="2674021"/>
                  </a:lnTo>
                  <a:lnTo>
                    <a:pt x="3656210" y="2674731"/>
                  </a:lnTo>
                  <a:lnTo>
                    <a:pt x="3657633" y="2674731"/>
                  </a:lnTo>
                  <a:lnTo>
                    <a:pt x="3658344" y="2674731"/>
                  </a:lnTo>
                  <a:lnTo>
                    <a:pt x="3659766" y="2674021"/>
                  </a:lnTo>
                  <a:lnTo>
                    <a:pt x="3661189" y="2676151"/>
                  </a:lnTo>
                  <a:lnTo>
                    <a:pt x="3661900" y="2674021"/>
                  </a:lnTo>
                  <a:lnTo>
                    <a:pt x="3663323" y="2674021"/>
                  </a:lnTo>
                  <a:lnTo>
                    <a:pt x="3664745" y="2673311"/>
                  </a:lnTo>
                  <a:lnTo>
                    <a:pt x="3666167" y="2674731"/>
                  </a:lnTo>
                  <a:lnTo>
                    <a:pt x="3666879" y="2674021"/>
                  </a:lnTo>
                  <a:lnTo>
                    <a:pt x="3668301" y="2674731"/>
                  </a:lnTo>
                  <a:lnTo>
                    <a:pt x="3669724" y="2672601"/>
                  </a:lnTo>
                  <a:lnTo>
                    <a:pt x="3670435" y="2674021"/>
                  </a:lnTo>
                  <a:lnTo>
                    <a:pt x="3671857" y="2674731"/>
                  </a:lnTo>
                  <a:lnTo>
                    <a:pt x="3673280" y="2674021"/>
                  </a:lnTo>
                  <a:lnTo>
                    <a:pt x="3674702" y="2674731"/>
                  </a:lnTo>
                  <a:lnTo>
                    <a:pt x="3675413" y="2674021"/>
                  </a:lnTo>
                  <a:lnTo>
                    <a:pt x="3676836" y="2674021"/>
                  </a:lnTo>
                  <a:lnTo>
                    <a:pt x="3678258" y="2676151"/>
                  </a:lnTo>
                  <a:lnTo>
                    <a:pt x="3678969" y="2674021"/>
                  </a:lnTo>
                  <a:lnTo>
                    <a:pt x="3680392" y="2675441"/>
                  </a:lnTo>
                  <a:lnTo>
                    <a:pt x="3681814" y="2673311"/>
                  </a:lnTo>
                  <a:lnTo>
                    <a:pt x="3682526" y="2674021"/>
                  </a:lnTo>
                  <a:lnTo>
                    <a:pt x="3683948" y="2674731"/>
                  </a:lnTo>
                  <a:lnTo>
                    <a:pt x="3685370" y="2673311"/>
                  </a:lnTo>
                  <a:lnTo>
                    <a:pt x="3686793" y="2675441"/>
                  </a:lnTo>
                  <a:lnTo>
                    <a:pt x="3687504" y="2673311"/>
                  </a:lnTo>
                  <a:lnTo>
                    <a:pt x="3688927" y="2672601"/>
                  </a:lnTo>
                  <a:lnTo>
                    <a:pt x="3690349" y="2674731"/>
                  </a:lnTo>
                  <a:lnTo>
                    <a:pt x="3691060" y="2674021"/>
                  </a:lnTo>
                  <a:lnTo>
                    <a:pt x="3692483" y="2674021"/>
                  </a:lnTo>
                  <a:lnTo>
                    <a:pt x="3693905" y="2674731"/>
                  </a:lnTo>
                  <a:lnTo>
                    <a:pt x="3695327" y="2674021"/>
                  </a:lnTo>
                  <a:lnTo>
                    <a:pt x="3696039" y="2672601"/>
                  </a:lnTo>
                  <a:lnTo>
                    <a:pt x="3697461" y="2673311"/>
                  </a:lnTo>
                  <a:lnTo>
                    <a:pt x="3698884" y="2674731"/>
                  </a:lnTo>
                  <a:lnTo>
                    <a:pt x="3699595" y="2674021"/>
                  </a:lnTo>
                  <a:lnTo>
                    <a:pt x="3701017" y="2674021"/>
                  </a:lnTo>
                  <a:lnTo>
                    <a:pt x="3702440" y="2673311"/>
                  </a:lnTo>
                  <a:lnTo>
                    <a:pt x="3703862" y="2676151"/>
                  </a:lnTo>
                  <a:lnTo>
                    <a:pt x="3704573" y="2675441"/>
                  </a:lnTo>
                  <a:lnTo>
                    <a:pt x="3705996" y="2674021"/>
                  </a:lnTo>
                  <a:lnTo>
                    <a:pt x="3707418" y="2674021"/>
                  </a:lnTo>
                  <a:lnTo>
                    <a:pt x="3708129" y="2672601"/>
                  </a:lnTo>
                  <a:lnTo>
                    <a:pt x="3709552" y="2674731"/>
                  </a:lnTo>
                  <a:lnTo>
                    <a:pt x="3710974" y="2672601"/>
                  </a:lnTo>
                  <a:lnTo>
                    <a:pt x="3711686" y="2671891"/>
                  </a:lnTo>
                  <a:lnTo>
                    <a:pt x="3713108" y="2674021"/>
                  </a:lnTo>
                  <a:lnTo>
                    <a:pt x="3714530" y="2674731"/>
                  </a:lnTo>
                  <a:lnTo>
                    <a:pt x="3715953" y="2674021"/>
                  </a:lnTo>
                  <a:lnTo>
                    <a:pt x="3716664" y="2674021"/>
                  </a:lnTo>
                  <a:lnTo>
                    <a:pt x="3718087" y="2674731"/>
                  </a:lnTo>
                  <a:lnTo>
                    <a:pt x="3719509" y="2674021"/>
                  </a:lnTo>
                  <a:lnTo>
                    <a:pt x="3720220" y="2674021"/>
                  </a:lnTo>
                  <a:lnTo>
                    <a:pt x="3721643" y="2674731"/>
                  </a:lnTo>
                  <a:lnTo>
                    <a:pt x="3723065" y="2674731"/>
                  </a:lnTo>
                  <a:lnTo>
                    <a:pt x="3724488" y="2674731"/>
                  </a:lnTo>
                  <a:lnTo>
                    <a:pt x="3725199" y="2674021"/>
                  </a:lnTo>
                  <a:lnTo>
                    <a:pt x="3726621" y="2674021"/>
                  </a:lnTo>
                  <a:lnTo>
                    <a:pt x="3728044" y="2674021"/>
                  </a:lnTo>
                  <a:lnTo>
                    <a:pt x="3728755" y="2674021"/>
                  </a:lnTo>
                  <a:lnTo>
                    <a:pt x="3730177" y="2676151"/>
                  </a:lnTo>
                  <a:lnTo>
                    <a:pt x="3731600" y="2674731"/>
                  </a:lnTo>
                  <a:lnTo>
                    <a:pt x="3733022" y="2674731"/>
                  </a:lnTo>
                  <a:lnTo>
                    <a:pt x="3733733" y="2673311"/>
                  </a:lnTo>
                  <a:lnTo>
                    <a:pt x="3735156" y="2674021"/>
                  </a:lnTo>
                  <a:lnTo>
                    <a:pt x="3736578" y="2674731"/>
                  </a:lnTo>
                  <a:lnTo>
                    <a:pt x="3737289" y="2674731"/>
                  </a:lnTo>
                  <a:lnTo>
                    <a:pt x="3738712" y="2674731"/>
                  </a:lnTo>
                  <a:lnTo>
                    <a:pt x="3740134" y="2675441"/>
                  </a:lnTo>
                  <a:lnTo>
                    <a:pt x="3740846" y="2675441"/>
                  </a:lnTo>
                  <a:lnTo>
                    <a:pt x="3742268" y="2674021"/>
                  </a:lnTo>
                  <a:lnTo>
                    <a:pt x="3743690" y="2674731"/>
                  </a:lnTo>
                  <a:lnTo>
                    <a:pt x="3745113" y="2674021"/>
                  </a:lnTo>
                  <a:lnTo>
                    <a:pt x="3745824" y="2674021"/>
                  </a:lnTo>
                  <a:lnTo>
                    <a:pt x="3747247" y="2674021"/>
                  </a:lnTo>
                  <a:lnTo>
                    <a:pt x="3748669" y="2674021"/>
                  </a:lnTo>
                  <a:lnTo>
                    <a:pt x="3749380" y="2674731"/>
                  </a:lnTo>
                  <a:lnTo>
                    <a:pt x="3750803" y="2673311"/>
                  </a:lnTo>
                  <a:lnTo>
                    <a:pt x="3752225" y="2674731"/>
                  </a:lnTo>
                  <a:lnTo>
                    <a:pt x="3753648" y="2673311"/>
                  </a:lnTo>
                  <a:lnTo>
                    <a:pt x="3754359" y="2674731"/>
                  </a:lnTo>
                  <a:lnTo>
                    <a:pt x="3755781" y="2674021"/>
                  </a:lnTo>
                  <a:lnTo>
                    <a:pt x="3757204" y="2676860"/>
                  </a:lnTo>
                  <a:lnTo>
                    <a:pt x="3757915" y="2675441"/>
                  </a:lnTo>
                  <a:lnTo>
                    <a:pt x="3759337" y="2673311"/>
                  </a:lnTo>
                  <a:lnTo>
                    <a:pt x="3760788" y="2674731"/>
                  </a:lnTo>
                  <a:lnTo>
                    <a:pt x="3761499" y="2674021"/>
                  </a:lnTo>
                  <a:lnTo>
                    <a:pt x="3762922" y="2674021"/>
                  </a:lnTo>
                  <a:lnTo>
                    <a:pt x="3764344" y="2674731"/>
                  </a:lnTo>
                  <a:lnTo>
                    <a:pt x="3765767" y="2674021"/>
                  </a:lnTo>
                  <a:lnTo>
                    <a:pt x="3766478" y="2675441"/>
                  </a:lnTo>
                  <a:lnTo>
                    <a:pt x="3767900" y="2674731"/>
                  </a:lnTo>
                  <a:lnTo>
                    <a:pt x="3769323" y="2674731"/>
                  </a:lnTo>
                  <a:lnTo>
                    <a:pt x="3770034" y="2674021"/>
                  </a:lnTo>
                  <a:lnTo>
                    <a:pt x="3771456" y="2674021"/>
                  </a:lnTo>
                  <a:lnTo>
                    <a:pt x="3772879" y="2674731"/>
                  </a:lnTo>
                  <a:lnTo>
                    <a:pt x="3774301" y="2673311"/>
                  </a:lnTo>
                  <a:lnTo>
                    <a:pt x="3775013" y="2674021"/>
                  </a:lnTo>
                  <a:lnTo>
                    <a:pt x="3776435" y="2674021"/>
                  </a:lnTo>
                  <a:lnTo>
                    <a:pt x="3777857" y="2673311"/>
                  </a:lnTo>
                  <a:lnTo>
                    <a:pt x="3778569" y="2673311"/>
                  </a:lnTo>
                  <a:lnTo>
                    <a:pt x="3779991" y="2674731"/>
                  </a:lnTo>
                  <a:lnTo>
                    <a:pt x="3781414" y="2674731"/>
                  </a:lnTo>
                  <a:lnTo>
                    <a:pt x="3782836" y="2674731"/>
                  </a:lnTo>
                  <a:lnTo>
                    <a:pt x="3783547" y="2674021"/>
                  </a:lnTo>
                  <a:lnTo>
                    <a:pt x="3784970" y="2674021"/>
                  </a:lnTo>
                  <a:lnTo>
                    <a:pt x="3786392" y="2674021"/>
                  </a:lnTo>
                  <a:lnTo>
                    <a:pt x="3787103" y="2674731"/>
                  </a:lnTo>
                  <a:lnTo>
                    <a:pt x="3788526" y="2674021"/>
                  </a:lnTo>
                  <a:lnTo>
                    <a:pt x="3789948" y="2674021"/>
                  </a:lnTo>
                  <a:lnTo>
                    <a:pt x="3790659" y="2673311"/>
                  </a:lnTo>
                  <a:lnTo>
                    <a:pt x="3792082" y="2673311"/>
                  </a:lnTo>
                  <a:lnTo>
                    <a:pt x="3793504" y="2673311"/>
                  </a:lnTo>
                  <a:lnTo>
                    <a:pt x="3794927" y="2671891"/>
                  </a:lnTo>
                  <a:lnTo>
                    <a:pt x="3795638" y="2673311"/>
                  </a:lnTo>
                  <a:lnTo>
                    <a:pt x="3797060" y="2672601"/>
                  </a:lnTo>
                  <a:lnTo>
                    <a:pt x="3798483" y="2671891"/>
                  </a:lnTo>
                  <a:lnTo>
                    <a:pt x="3799194" y="2669762"/>
                  </a:lnTo>
                  <a:lnTo>
                    <a:pt x="3800616" y="2671891"/>
                  </a:lnTo>
                  <a:lnTo>
                    <a:pt x="3802039" y="2670472"/>
                  </a:lnTo>
                  <a:lnTo>
                    <a:pt x="3803461" y="2669762"/>
                  </a:lnTo>
                  <a:lnTo>
                    <a:pt x="3804173" y="2669762"/>
                  </a:lnTo>
                  <a:lnTo>
                    <a:pt x="3805595" y="2668342"/>
                  </a:lnTo>
                  <a:lnTo>
                    <a:pt x="3807017" y="2666922"/>
                  </a:lnTo>
                  <a:lnTo>
                    <a:pt x="3807729" y="2664792"/>
                  </a:lnTo>
                  <a:lnTo>
                    <a:pt x="3809151" y="2664792"/>
                  </a:lnTo>
                  <a:lnTo>
                    <a:pt x="3810574" y="2664083"/>
                  </a:lnTo>
                  <a:lnTo>
                    <a:pt x="3811996" y="2664792"/>
                  </a:lnTo>
                  <a:lnTo>
                    <a:pt x="3812707" y="2661243"/>
                  </a:lnTo>
                  <a:lnTo>
                    <a:pt x="3814130" y="2659823"/>
                  </a:lnTo>
                  <a:lnTo>
                    <a:pt x="3815552" y="2658403"/>
                  </a:lnTo>
                  <a:lnTo>
                    <a:pt x="3816263" y="2656245"/>
                  </a:lnTo>
                  <a:lnTo>
                    <a:pt x="3821242" y="2598745"/>
                  </a:lnTo>
                  <a:lnTo>
                    <a:pt x="3822664" y="2527737"/>
                  </a:lnTo>
                  <a:lnTo>
                    <a:pt x="3824087" y="2381473"/>
                  </a:lnTo>
                  <a:lnTo>
                    <a:pt x="3824798" y="2208924"/>
                  </a:lnTo>
                  <a:lnTo>
                    <a:pt x="3826220" y="2158522"/>
                  </a:lnTo>
                  <a:lnTo>
                    <a:pt x="3827643" y="2275681"/>
                  </a:lnTo>
                  <a:lnTo>
                    <a:pt x="3828354" y="2443971"/>
                  </a:lnTo>
                  <a:lnTo>
                    <a:pt x="3829777" y="2553312"/>
                  </a:lnTo>
                  <a:lnTo>
                    <a:pt x="3831199" y="2607973"/>
                  </a:lnTo>
                  <a:lnTo>
                    <a:pt x="3832621" y="2622171"/>
                  </a:lnTo>
                  <a:lnTo>
                    <a:pt x="3833333" y="2622171"/>
                  </a:lnTo>
                  <a:lnTo>
                    <a:pt x="3834755" y="2603714"/>
                  </a:lnTo>
                  <a:lnTo>
                    <a:pt x="3836177" y="2557572"/>
                  </a:lnTo>
                  <a:lnTo>
                    <a:pt x="3836889" y="2477336"/>
                  </a:lnTo>
                  <a:lnTo>
                    <a:pt x="3838311" y="2416967"/>
                  </a:lnTo>
                  <a:lnTo>
                    <a:pt x="3839734" y="2439683"/>
                  </a:lnTo>
                  <a:lnTo>
                    <a:pt x="3841156" y="2519219"/>
                  </a:lnTo>
                  <a:lnTo>
                    <a:pt x="3841867" y="2585967"/>
                  </a:lnTo>
                  <a:lnTo>
                    <a:pt x="3843290" y="2627140"/>
                  </a:lnTo>
                  <a:lnTo>
                    <a:pt x="3844712" y="2647017"/>
                  </a:lnTo>
                  <a:lnTo>
                    <a:pt x="3845423" y="2654826"/>
                  </a:lnTo>
                  <a:lnTo>
                    <a:pt x="3846846" y="2660533"/>
                  </a:lnTo>
                  <a:lnTo>
                    <a:pt x="3848268" y="2660533"/>
                  </a:lnTo>
                  <a:lnTo>
                    <a:pt x="3848979" y="2665502"/>
                  </a:lnTo>
                  <a:lnTo>
                    <a:pt x="3850402" y="2665502"/>
                  </a:lnTo>
                  <a:lnTo>
                    <a:pt x="3851824" y="2667632"/>
                  </a:lnTo>
                  <a:lnTo>
                    <a:pt x="3853247" y="2669762"/>
                  </a:lnTo>
                  <a:lnTo>
                    <a:pt x="3853958" y="2670472"/>
                  </a:lnTo>
                  <a:lnTo>
                    <a:pt x="3855380" y="2671181"/>
                  </a:lnTo>
                  <a:lnTo>
                    <a:pt x="3856803" y="2671181"/>
                  </a:lnTo>
                  <a:lnTo>
                    <a:pt x="3857514" y="2673311"/>
                  </a:lnTo>
                  <a:lnTo>
                    <a:pt x="3858937" y="2672601"/>
                  </a:lnTo>
                  <a:lnTo>
                    <a:pt x="3860359" y="2672601"/>
                  </a:lnTo>
                  <a:lnTo>
                    <a:pt x="3861781" y="2672601"/>
                  </a:lnTo>
                  <a:lnTo>
                    <a:pt x="3862493" y="2673311"/>
                  </a:lnTo>
                  <a:lnTo>
                    <a:pt x="3863915" y="2673311"/>
                  </a:lnTo>
                  <a:lnTo>
                    <a:pt x="3865338" y="2671181"/>
                  </a:lnTo>
                  <a:lnTo>
                    <a:pt x="3866049" y="2674021"/>
                  </a:lnTo>
                  <a:lnTo>
                    <a:pt x="3867471" y="2674021"/>
                  </a:lnTo>
                  <a:lnTo>
                    <a:pt x="3868894" y="2673311"/>
                  </a:lnTo>
                  <a:lnTo>
                    <a:pt x="3870316" y="2673311"/>
                  </a:lnTo>
                  <a:lnTo>
                    <a:pt x="3871027" y="2674021"/>
                  </a:lnTo>
                  <a:lnTo>
                    <a:pt x="3872450" y="2671891"/>
                  </a:lnTo>
                  <a:lnTo>
                    <a:pt x="3873872" y="2674731"/>
                  </a:lnTo>
                  <a:lnTo>
                    <a:pt x="3874583" y="2674021"/>
                  </a:lnTo>
                  <a:lnTo>
                    <a:pt x="3876006" y="2674021"/>
                  </a:lnTo>
                  <a:lnTo>
                    <a:pt x="3877428" y="2673311"/>
                  </a:lnTo>
                  <a:lnTo>
                    <a:pt x="3878139" y="2673311"/>
                  </a:lnTo>
                  <a:lnTo>
                    <a:pt x="3879562" y="2674731"/>
                  </a:lnTo>
                  <a:lnTo>
                    <a:pt x="3880984" y="2675441"/>
                  </a:lnTo>
                  <a:lnTo>
                    <a:pt x="3882407" y="2674731"/>
                  </a:lnTo>
                  <a:lnTo>
                    <a:pt x="3883118" y="2674731"/>
                  </a:lnTo>
                  <a:lnTo>
                    <a:pt x="3884540" y="2675441"/>
                  </a:lnTo>
                  <a:lnTo>
                    <a:pt x="3885963" y="2676151"/>
                  </a:lnTo>
                  <a:lnTo>
                    <a:pt x="3886674" y="2674731"/>
                  </a:lnTo>
                  <a:lnTo>
                    <a:pt x="3888097" y="2674021"/>
                  </a:lnTo>
                  <a:lnTo>
                    <a:pt x="3889519" y="2673311"/>
                  </a:lnTo>
                  <a:lnTo>
                    <a:pt x="3890941" y="2674731"/>
                  </a:lnTo>
                  <a:lnTo>
                    <a:pt x="3891653" y="2672601"/>
                  </a:lnTo>
                  <a:lnTo>
                    <a:pt x="3893075" y="2674731"/>
                  </a:lnTo>
                  <a:lnTo>
                    <a:pt x="3894498" y="2674021"/>
                  </a:lnTo>
                  <a:lnTo>
                    <a:pt x="3895209" y="2676151"/>
                  </a:lnTo>
                  <a:lnTo>
                    <a:pt x="3896631" y="2674021"/>
                  </a:lnTo>
                  <a:lnTo>
                    <a:pt x="3898054" y="2674021"/>
                  </a:lnTo>
                  <a:lnTo>
                    <a:pt x="3899476" y="2674731"/>
                  </a:lnTo>
                  <a:lnTo>
                    <a:pt x="3900187" y="2674021"/>
                  </a:lnTo>
                  <a:lnTo>
                    <a:pt x="3901610" y="2674021"/>
                  </a:lnTo>
                  <a:lnTo>
                    <a:pt x="3903032" y="2674731"/>
                  </a:lnTo>
                  <a:lnTo>
                    <a:pt x="3903743" y="2675441"/>
                  </a:lnTo>
                  <a:lnTo>
                    <a:pt x="3905166" y="2672601"/>
                  </a:lnTo>
                  <a:lnTo>
                    <a:pt x="3906588" y="2674731"/>
                  </a:lnTo>
                  <a:lnTo>
                    <a:pt x="3907299" y="2674021"/>
                  </a:lnTo>
                  <a:lnTo>
                    <a:pt x="3908722" y="2674021"/>
                  </a:lnTo>
                  <a:lnTo>
                    <a:pt x="3910144" y="2673311"/>
                  </a:lnTo>
                  <a:lnTo>
                    <a:pt x="3911567" y="2676151"/>
                  </a:lnTo>
                  <a:lnTo>
                    <a:pt x="3912278" y="2675441"/>
                  </a:lnTo>
                  <a:lnTo>
                    <a:pt x="3913700" y="2674021"/>
                  </a:lnTo>
                  <a:lnTo>
                    <a:pt x="3915123" y="2672601"/>
                  </a:lnTo>
                  <a:lnTo>
                    <a:pt x="3915834" y="2674731"/>
                  </a:lnTo>
                  <a:lnTo>
                    <a:pt x="3917257" y="2675441"/>
                  </a:lnTo>
                  <a:lnTo>
                    <a:pt x="3918679" y="2674021"/>
                  </a:lnTo>
                  <a:lnTo>
                    <a:pt x="3920130" y="2674731"/>
                  </a:lnTo>
                  <a:lnTo>
                    <a:pt x="3920841" y="2674731"/>
                  </a:lnTo>
                  <a:lnTo>
                    <a:pt x="3922264" y="2675441"/>
                  </a:lnTo>
                  <a:lnTo>
                    <a:pt x="3923686" y="2674731"/>
                  </a:lnTo>
                  <a:lnTo>
                    <a:pt x="3924397" y="2675441"/>
                  </a:lnTo>
                  <a:lnTo>
                    <a:pt x="3925820" y="2674731"/>
                  </a:lnTo>
                  <a:lnTo>
                    <a:pt x="3927242" y="2674731"/>
                  </a:lnTo>
                  <a:lnTo>
                    <a:pt x="3928665" y="2674021"/>
                  </a:lnTo>
                  <a:lnTo>
                    <a:pt x="3929376" y="2674731"/>
                  </a:lnTo>
                  <a:lnTo>
                    <a:pt x="3930798" y="2675441"/>
                  </a:lnTo>
                  <a:lnTo>
                    <a:pt x="3932221" y="2674021"/>
                  </a:lnTo>
                  <a:lnTo>
                    <a:pt x="3932932" y="2675441"/>
                  </a:lnTo>
                  <a:lnTo>
                    <a:pt x="3934354" y="2676860"/>
                  </a:lnTo>
                  <a:lnTo>
                    <a:pt x="3935777" y="2675441"/>
                  </a:lnTo>
                  <a:lnTo>
                    <a:pt x="3936488" y="2674731"/>
                  </a:lnTo>
                  <a:lnTo>
                    <a:pt x="3937910" y="2674731"/>
                  </a:lnTo>
                  <a:lnTo>
                    <a:pt x="3939333" y="2675441"/>
                  </a:lnTo>
                  <a:lnTo>
                    <a:pt x="3940755" y="2673311"/>
                  </a:lnTo>
                  <a:lnTo>
                    <a:pt x="3941466" y="2675441"/>
                  </a:lnTo>
                  <a:lnTo>
                    <a:pt x="3942889" y="2676151"/>
                  </a:lnTo>
                  <a:lnTo>
                    <a:pt x="3944311" y="2674021"/>
                  </a:lnTo>
                  <a:lnTo>
                    <a:pt x="3945023" y="2676860"/>
                  </a:lnTo>
                  <a:lnTo>
                    <a:pt x="3946445" y="2675441"/>
                  </a:lnTo>
                  <a:lnTo>
                    <a:pt x="3947867" y="2675441"/>
                  </a:lnTo>
                  <a:lnTo>
                    <a:pt x="3949290" y="2674731"/>
                  </a:lnTo>
                  <a:lnTo>
                    <a:pt x="3950001" y="2674731"/>
                  </a:lnTo>
                  <a:lnTo>
                    <a:pt x="3951424" y="2673311"/>
                  </a:lnTo>
                  <a:lnTo>
                    <a:pt x="3952846" y="2676151"/>
                  </a:lnTo>
                  <a:lnTo>
                    <a:pt x="3953557" y="2675441"/>
                  </a:lnTo>
                  <a:lnTo>
                    <a:pt x="3954980" y="2674731"/>
                  </a:lnTo>
                  <a:lnTo>
                    <a:pt x="3956402" y="2676151"/>
                  </a:lnTo>
                  <a:lnTo>
                    <a:pt x="3957113" y="2674731"/>
                  </a:lnTo>
                  <a:lnTo>
                    <a:pt x="3958536" y="2675441"/>
                  </a:lnTo>
                  <a:lnTo>
                    <a:pt x="3959958" y="2674731"/>
                  </a:lnTo>
                  <a:lnTo>
                    <a:pt x="3961381" y="2674021"/>
                  </a:lnTo>
                  <a:lnTo>
                    <a:pt x="3962092" y="2676151"/>
                  </a:lnTo>
                  <a:lnTo>
                    <a:pt x="3963514" y="2674021"/>
                  </a:lnTo>
                  <a:lnTo>
                    <a:pt x="3964937" y="2674021"/>
                  </a:lnTo>
                  <a:lnTo>
                    <a:pt x="3965648" y="2674731"/>
                  </a:lnTo>
                  <a:lnTo>
                    <a:pt x="3967070" y="2675441"/>
                  </a:lnTo>
                  <a:lnTo>
                    <a:pt x="3968493" y="2675441"/>
                  </a:lnTo>
                  <a:lnTo>
                    <a:pt x="3969915" y="2676860"/>
                  </a:lnTo>
                  <a:lnTo>
                    <a:pt x="3970626" y="2674731"/>
                  </a:lnTo>
                  <a:lnTo>
                    <a:pt x="3972049" y="2674021"/>
                  </a:lnTo>
                  <a:lnTo>
                    <a:pt x="3973471" y="2674731"/>
                  </a:lnTo>
                  <a:lnTo>
                    <a:pt x="3974183" y="2674731"/>
                  </a:lnTo>
                  <a:lnTo>
                    <a:pt x="3975605" y="2674021"/>
                  </a:lnTo>
                  <a:lnTo>
                    <a:pt x="3977027" y="2674021"/>
                  </a:lnTo>
                  <a:lnTo>
                    <a:pt x="3978450" y="2674021"/>
                  </a:lnTo>
                  <a:lnTo>
                    <a:pt x="3979161" y="2675441"/>
                  </a:lnTo>
                  <a:lnTo>
                    <a:pt x="3980584" y="2674021"/>
                  </a:lnTo>
                  <a:lnTo>
                    <a:pt x="3982006" y="2674021"/>
                  </a:lnTo>
                  <a:lnTo>
                    <a:pt x="3982717" y="2675441"/>
                  </a:lnTo>
                  <a:lnTo>
                    <a:pt x="3984140" y="2674021"/>
                  </a:lnTo>
                  <a:lnTo>
                    <a:pt x="3985562" y="2674021"/>
                  </a:lnTo>
                  <a:lnTo>
                    <a:pt x="3986273" y="2675441"/>
                  </a:lnTo>
                  <a:lnTo>
                    <a:pt x="3987696" y="2676151"/>
                  </a:lnTo>
                  <a:lnTo>
                    <a:pt x="3989118" y="2675441"/>
                  </a:lnTo>
                  <a:lnTo>
                    <a:pt x="3990541" y="2674731"/>
                  </a:lnTo>
                  <a:lnTo>
                    <a:pt x="3991252" y="2675441"/>
                  </a:lnTo>
                  <a:lnTo>
                    <a:pt x="3992674" y="2674021"/>
                  </a:lnTo>
                  <a:lnTo>
                    <a:pt x="3994097" y="2674731"/>
                  </a:lnTo>
                  <a:lnTo>
                    <a:pt x="3994808" y="2676151"/>
                  </a:lnTo>
                  <a:lnTo>
                    <a:pt x="3996230" y="2674731"/>
                  </a:lnTo>
                  <a:lnTo>
                    <a:pt x="3997653" y="2675441"/>
                  </a:lnTo>
                  <a:lnTo>
                    <a:pt x="3999075" y="2674731"/>
                  </a:lnTo>
                  <a:lnTo>
                    <a:pt x="3999787" y="2675441"/>
                  </a:lnTo>
                  <a:lnTo>
                    <a:pt x="4001209" y="2674731"/>
                  </a:lnTo>
                  <a:lnTo>
                    <a:pt x="4002631" y="2676151"/>
                  </a:lnTo>
                  <a:lnTo>
                    <a:pt x="4003343" y="2675441"/>
                  </a:lnTo>
                  <a:lnTo>
                    <a:pt x="4004765" y="2674731"/>
                  </a:lnTo>
                  <a:lnTo>
                    <a:pt x="4006187" y="2675441"/>
                  </a:lnTo>
                  <a:lnTo>
                    <a:pt x="4007610" y="2675441"/>
                  </a:lnTo>
                  <a:lnTo>
                    <a:pt x="4008321" y="2674021"/>
                  </a:lnTo>
                  <a:lnTo>
                    <a:pt x="4009744" y="2675441"/>
                  </a:lnTo>
                  <a:lnTo>
                    <a:pt x="4011166" y="2675441"/>
                  </a:lnTo>
                  <a:lnTo>
                    <a:pt x="4011877" y="2675441"/>
                  </a:lnTo>
                  <a:lnTo>
                    <a:pt x="4013300" y="2675441"/>
                  </a:lnTo>
                  <a:lnTo>
                    <a:pt x="4014722" y="2674021"/>
                  </a:lnTo>
                  <a:lnTo>
                    <a:pt x="4015433" y="2675441"/>
                  </a:lnTo>
                  <a:lnTo>
                    <a:pt x="4016856" y="2676151"/>
                  </a:lnTo>
                  <a:lnTo>
                    <a:pt x="4018278" y="2674731"/>
                  </a:lnTo>
                  <a:lnTo>
                    <a:pt x="4019701" y="2676860"/>
                  </a:lnTo>
                  <a:lnTo>
                    <a:pt x="4020412" y="2674731"/>
                  </a:lnTo>
                  <a:lnTo>
                    <a:pt x="4021834" y="2676860"/>
                  </a:lnTo>
                  <a:lnTo>
                    <a:pt x="4023257" y="2675441"/>
                  </a:lnTo>
                  <a:lnTo>
                    <a:pt x="4023968" y="2675441"/>
                  </a:lnTo>
                  <a:lnTo>
                    <a:pt x="4025390" y="2676151"/>
                  </a:lnTo>
                  <a:lnTo>
                    <a:pt x="4026813" y="2674731"/>
                  </a:lnTo>
                  <a:lnTo>
                    <a:pt x="4028235" y="2674021"/>
                  </a:lnTo>
                  <a:lnTo>
                    <a:pt x="4028947" y="2675441"/>
                  </a:lnTo>
                  <a:lnTo>
                    <a:pt x="4030369" y="2676151"/>
                  </a:lnTo>
                  <a:lnTo>
                    <a:pt x="4031791" y="2674731"/>
                  </a:lnTo>
                  <a:lnTo>
                    <a:pt x="4032503" y="2674021"/>
                  </a:lnTo>
                  <a:lnTo>
                    <a:pt x="4033925" y="2676151"/>
                  </a:lnTo>
                  <a:lnTo>
                    <a:pt x="4035348" y="2675441"/>
                  </a:lnTo>
                  <a:lnTo>
                    <a:pt x="4036770" y="2675441"/>
                  </a:lnTo>
                  <a:lnTo>
                    <a:pt x="4037481" y="2671891"/>
                  </a:lnTo>
                  <a:lnTo>
                    <a:pt x="4038904" y="2674731"/>
                  </a:lnTo>
                  <a:lnTo>
                    <a:pt x="4040326" y="2675441"/>
                  </a:lnTo>
                  <a:lnTo>
                    <a:pt x="4041037" y="2674731"/>
                  </a:lnTo>
                  <a:lnTo>
                    <a:pt x="4042460" y="2674021"/>
                  </a:lnTo>
                  <a:lnTo>
                    <a:pt x="4043882" y="2675441"/>
                  </a:lnTo>
                  <a:lnTo>
                    <a:pt x="4044593" y="2675441"/>
                  </a:lnTo>
                  <a:lnTo>
                    <a:pt x="4046016" y="2676151"/>
                  </a:lnTo>
                  <a:lnTo>
                    <a:pt x="4047438" y="2674021"/>
                  </a:lnTo>
                  <a:lnTo>
                    <a:pt x="4048861" y="2674021"/>
                  </a:lnTo>
                  <a:lnTo>
                    <a:pt x="4049572" y="2674731"/>
                  </a:lnTo>
                  <a:lnTo>
                    <a:pt x="4050994" y="2674021"/>
                  </a:lnTo>
                  <a:lnTo>
                    <a:pt x="4052417" y="2674021"/>
                  </a:lnTo>
                  <a:lnTo>
                    <a:pt x="4053128" y="2674021"/>
                  </a:lnTo>
                  <a:lnTo>
                    <a:pt x="4054550" y="2672601"/>
                  </a:lnTo>
                  <a:lnTo>
                    <a:pt x="4055973" y="2671181"/>
                  </a:lnTo>
                  <a:lnTo>
                    <a:pt x="4057395" y="2671181"/>
                  </a:lnTo>
                  <a:lnTo>
                    <a:pt x="4058107" y="2671891"/>
                  </a:lnTo>
                  <a:lnTo>
                    <a:pt x="4059529" y="2671891"/>
                  </a:lnTo>
                  <a:lnTo>
                    <a:pt x="4060951" y="2670472"/>
                  </a:lnTo>
                  <a:lnTo>
                    <a:pt x="4061663" y="2669762"/>
                  </a:lnTo>
                  <a:lnTo>
                    <a:pt x="4063085" y="2665502"/>
                  </a:lnTo>
                  <a:lnTo>
                    <a:pt x="4064508" y="2669762"/>
                  </a:lnTo>
                  <a:lnTo>
                    <a:pt x="4065930" y="2666922"/>
                  </a:lnTo>
                  <a:lnTo>
                    <a:pt x="4066641" y="2666212"/>
                  </a:lnTo>
                  <a:lnTo>
                    <a:pt x="4068064" y="2665502"/>
                  </a:lnTo>
                  <a:lnTo>
                    <a:pt x="4069486" y="2664083"/>
                  </a:lnTo>
                  <a:lnTo>
                    <a:pt x="4070197" y="2661243"/>
                  </a:lnTo>
                  <a:lnTo>
                    <a:pt x="4071620" y="2660533"/>
                  </a:lnTo>
                  <a:lnTo>
                    <a:pt x="4075176" y="2620041"/>
                  </a:lnTo>
                  <a:lnTo>
                    <a:pt x="4076598" y="2566090"/>
                  </a:lnTo>
                  <a:lnTo>
                    <a:pt x="4078021" y="2468107"/>
                  </a:lnTo>
                  <a:lnTo>
                    <a:pt x="4078732" y="2382893"/>
                  </a:lnTo>
                  <a:lnTo>
                    <a:pt x="4080173" y="2344559"/>
                  </a:lnTo>
                  <a:lnTo>
                    <a:pt x="4081596" y="2423356"/>
                  </a:lnTo>
                  <a:lnTo>
                    <a:pt x="4082307" y="2531287"/>
                  </a:lnTo>
                  <a:lnTo>
                    <a:pt x="4083729" y="2604424"/>
                  </a:lnTo>
                  <a:lnTo>
                    <a:pt x="4085152" y="2635659"/>
                  </a:lnTo>
                  <a:lnTo>
                    <a:pt x="4086574" y="2643468"/>
                  </a:lnTo>
                  <a:lnTo>
                    <a:pt x="4087286" y="2647017"/>
                  </a:lnTo>
                  <a:lnTo>
                    <a:pt x="4088708" y="2638498"/>
                  </a:lnTo>
                  <a:lnTo>
                    <a:pt x="4090130" y="2620041"/>
                  </a:lnTo>
                  <a:lnTo>
                    <a:pt x="4090842" y="2582417"/>
                  </a:lnTo>
                  <a:lnTo>
                    <a:pt x="4092264" y="2539805"/>
                  </a:lnTo>
                  <a:lnTo>
                    <a:pt x="4093687" y="2510700"/>
                  </a:lnTo>
                  <a:lnTo>
                    <a:pt x="4095109" y="2534126"/>
                  </a:lnTo>
                  <a:lnTo>
                    <a:pt x="4095820" y="2588097"/>
                  </a:lnTo>
                  <a:lnTo>
                    <a:pt x="4097243" y="2628560"/>
                  </a:lnTo>
                  <a:lnTo>
                    <a:pt x="4098665" y="2650566"/>
                  </a:lnTo>
                  <a:lnTo>
                    <a:pt x="4099376" y="2661243"/>
                  </a:lnTo>
                  <a:lnTo>
                    <a:pt x="4100799" y="2664792"/>
                  </a:lnTo>
                  <a:lnTo>
                    <a:pt x="4102221" y="2666212"/>
                  </a:lnTo>
                  <a:lnTo>
                    <a:pt x="4102932" y="2669052"/>
                  </a:lnTo>
                  <a:lnTo>
                    <a:pt x="4104355" y="2669052"/>
                  </a:lnTo>
                  <a:lnTo>
                    <a:pt x="4105777" y="2671181"/>
                  </a:lnTo>
                  <a:lnTo>
                    <a:pt x="4107200" y="2671181"/>
                  </a:lnTo>
                  <a:lnTo>
                    <a:pt x="4107911" y="2672601"/>
                  </a:lnTo>
                  <a:lnTo>
                    <a:pt x="4109333" y="2672601"/>
                  </a:lnTo>
                  <a:lnTo>
                    <a:pt x="4110756" y="2674731"/>
                  </a:lnTo>
                  <a:lnTo>
                    <a:pt x="4111467" y="2672601"/>
                  </a:lnTo>
                  <a:lnTo>
                    <a:pt x="4112889" y="2674021"/>
                  </a:lnTo>
                  <a:lnTo>
                    <a:pt x="4114312" y="2674021"/>
                  </a:lnTo>
                  <a:lnTo>
                    <a:pt x="4115734" y="2674021"/>
                  </a:lnTo>
                  <a:lnTo>
                    <a:pt x="4116446" y="2674731"/>
                  </a:lnTo>
                  <a:lnTo>
                    <a:pt x="4117868" y="2672601"/>
                  </a:lnTo>
                  <a:lnTo>
                    <a:pt x="4119290" y="2674021"/>
                  </a:lnTo>
                  <a:lnTo>
                    <a:pt x="4120002" y="2674021"/>
                  </a:lnTo>
                  <a:lnTo>
                    <a:pt x="4121424" y="2674021"/>
                  </a:lnTo>
                  <a:lnTo>
                    <a:pt x="4122847" y="2673311"/>
                  </a:lnTo>
                  <a:lnTo>
                    <a:pt x="4123558" y="2676151"/>
                  </a:lnTo>
                  <a:lnTo>
                    <a:pt x="4124980" y="2673311"/>
                  </a:lnTo>
                  <a:lnTo>
                    <a:pt x="4126403" y="2674731"/>
                  </a:lnTo>
                  <a:lnTo>
                    <a:pt x="4127825" y="2673311"/>
                  </a:lnTo>
                  <a:lnTo>
                    <a:pt x="4128536" y="2675441"/>
                  </a:lnTo>
                  <a:lnTo>
                    <a:pt x="4129959" y="2674021"/>
                  </a:lnTo>
                  <a:lnTo>
                    <a:pt x="4131381" y="2674731"/>
                  </a:lnTo>
                  <a:lnTo>
                    <a:pt x="4132092" y="2676151"/>
                  </a:lnTo>
                  <a:lnTo>
                    <a:pt x="4133515" y="2675441"/>
                  </a:lnTo>
                  <a:lnTo>
                    <a:pt x="4134937" y="2676151"/>
                  </a:lnTo>
                  <a:lnTo>
                    <a:pt x="4136360" y="2674731"/>
                  </a:lnTo>
                  <a:lnTo>
                    <a:pt x="4137071" y="2676151"/>
                  </a:lnTo>
                  <a:lnTo>
                    <a:pt x="4138493" y="2676151"/>
                  </a:lnTo>
                  <a:lnTo>
                    <a:pt x="4139916" y="2676151"/>
                  </a:lnTo>
                  <a:lnTo>
                    <a:pt x="4140627" y="2675441"/>
                  </a:lnTo>
                  <a:lnTo>
                    <a:pt x="4142049" y="2675441"/>
                  </a:lnTo>
                  <a:lnTo>
                    <a:pt x="4143472" y="2675441"/>
                  </a:lnTo>
                  <a:lnTo>
                    <a:pt x="4144894" y="2675441"/>
                  </a:lnTo>
                  <a:lnTo>
                    <a:pt x="4145606" y="2673311"/>
                  </a:lnTo>
                  <a:lnTo>
                    <a:pt x="4147028" y="2675441"/>
                  </a:lnTo>
                  <a:lnTo>
                    <a:pt x="4148450" y="2674731"/>
                  </a:lnTo>
                  <a:lnTo>
                    <a:pt x="4149162" y="2676151"/>
                  </a:lnTo>
                  <a:lnTo>
                    <a:pt x="4150584" y="2675441"/>
                  </a:lnTo>
                  <a:lnTo>
                    <a:pt x="4152007" y="2674731"/>
                  </a:lnTo>
                  <a:lnTo>
                    <a:pt x="4152718" y="2676151"/>
                  </a:lnTo>
                  <a:lnTo>
                    <a:pt x="4154140" y="2676151"/>
                  </a:lnTo>
                  <a:lnTo>
                    <a:pt x="4155563" y="2674731"/>
                  </a:lnTo>
                  <a:lnTo>
                    <a:pt x="4156985" y="2675441"/>
                  </a:lnTo>
                  <a:lnTo>
                    <a:pt x="4157696" y="2676151"/>
                  </a:lnTo>
                  <a:lnTo>
                    <a:pt x="4159119" y="2676151"/>
                  </a:lnTo>
                  <a:lnTo>
                    <a:pt x="4160541" y="2675441"/>
                  </a:lnTo>
                  <a:lnTo>
                    <a:pt x="4161252" y="2674731"/>
                  </a:lnTo>
                  <a:lnTo>
                    <a:pt x="4162675" y="2675441"/>
                  </a:lnTo>
                  <a:lnTo>
                    <a:pt x="4164097" y="2674731"/>
                  </a:lnTo>
                  <a:lnTo>
                    <a:pt x="4165520" y="2676151"/>
                  </a:lnTo>
                  <a:lnTo>
                    <a:pt x="4166231" y="2675441"/>
                  </a:lnTo>
                  <a:lnTo>
                    <a:pt x="4167653" y="2674021"/>
                  </a:lnTo>
                  <a:lnTo>
                    <a:pt x="4169076" y="2674021"/>
                  </a:lnTo>
                  <a:lnTo>
                    <a:pt x="4169787" y="2675441"/>
                  </a:lnTo>
                  <a:lnTo>
                    <a:pt x="4171209" y="2676151"/>
                  </a:lnTo>
                  <a:lnTo>
                    <a:pt x="4172632" y="2674731"/>
                  </a:lnTo>
                  <a:lnTo>
                    <a:pt x="4174054" y="2674731"/>
                  </a:lnTo>
                  <a:lnTo>
                    <a:pt x="4174766" y="2676151"/>
                  </a:lnTo>
                  <a:lnTo>
                    <a:pt x="4176188" y="2675441"/>
                  </a:lnTo>
                  <a:lnTo>
                    <a:pt x="4177610" y="2676151"/>
                  </a:lnTo>
                  <a:lnTo>
                    <a:pt x="4178322" y="2675441"/>
                  </a:lnTo>
                  <a:lnTo>
                    <a:pt x="4179744" y="2674731"/>
                  </a:lnTo>
                  <a:lnTo>
                    <a:pt x="4181167" y="2676151"/>
                  </a:lnTo>
                  <a:lnTo>
                    <a:pt x="4181878" y="2673311"/>
                  </a:lnTo>
                  <a:lnTo>
                    <a:pt x="4183300" y="2675441"/>
                  </a:lnTo>
                  <a:lnTo>
                    <a:pt x="4184723" y="2675441"/>
                  </a:lnTo>
                  <a:lnTo>
                    <a:pt x="4186145" y="2675441"/>
                  </a:lnTo>
                  <a:lnTo>
                    <a:pt x="4186856" y="2674021"/>
                  </a:lnTo>
                  <a:lnTo>
                    <a:pt x="4188279" y="2676151"/>
                  </a:lnTo>
                  <a:lnTo>
                    <a:pt x="4189701" y="2674021"/>
                  </a:lnTo>
                  <a:lnTo>
                    <a:pt x="4190412" y="2674021"/>
                  </a:lnTo>
                  <a:lnTo>
                    <a:pt x="4191835" y="2675441"/>
                  </a:lnTo>
                  <a:lnTo>
                    <a:pt x="4193257" y="2674731"/>
                  </a:lnTo>
                  <a:lnTo>
                    <a:pt x="4194680" y="2675441"/>
                  </a:lnTo>
                  <a:lnTo>
                    <a:pt x="4195391" y="2677570"/>
                  </a:lnTo>
                  <a:lnTo>
                    <a:pt x="4196813" y="2674731"/>
                  </a:lnTo>
                  <a:lnTo>
                    <a:pt x="4198236" y="2675441"/>
                  </a:lnTo>
                  <a:lnTo>
                    <a:pt x="4198947" y="2675441"/>
                  </a:lnTo>
                  <a:lnTo>
                    <a:pt x="4200369" y="2676151"/>
                  </a:lnTo>
                  <a:lnTo>
                    <a:pt x="4201792" y="2676151"/>
                  </a:lnTo>
                  <a:lnTo>
                    <a:pt x="4203214" y="2676151"/>
                  </a:lnTo>
                  <a:lnTo>
                    <a:pt x="4203926" y="2677570"/>
                  </a:lnTo>
                  <a:lnTo>
                    <a:pt x="4205348" y="2674731"/>
                  </a:lnTo>
                  <a:lnTo>
                    <a:pt x="4206770" y="2675441"/>
                  </a:lnTo>
                  <a:lnTo>
                    <a:pt x="4207482" y="2675441"/>
                  </a:lnTo>
                  <a:lnTo>
                    <a:pt x="4208904" y="2674021"/>
                  </a:lnTo>
                  <a:lnTo>
                    <a:pt x="4210327" y="2676151"/>
                  </a:lnTo>
                  <a:lnTo>
                    <a:pt x="4211038" y="2675441"/>
                  </a:lnTo>
                  <a:lnTo>
                    <a:pt x="4212460" y="2676151"/>
                  </a:lnTo>
                  <a:lnTo>
                    <a:pt x="4213883" y="2677570"/>
                  </a:lnTo>
                  <a:lnTo>
                    <a:pt x="4215305" y="2676151"/>
                  </a:lnTo>
                  <a:lnTo>
                    <a:pt x="4216016" y="2675441"/>
                  </a:lnTo>
                  <a:lnTo>
                    <a:pt x="4217439" y="2676151"/>
                  </a:lnTo>
                  <a:lnTo>
                    <a:pt x="4218861" y="2675441"/>
                  </a:lnTo>
                  <a:lnTo>
                    <a:pt x="4219572" y="2675441"/>
                  </a:lnTo>
                  <a:lnTo>
                    <a:pt x="4220995" y="2675441"/>
                  </a:lnTo>
                  <a:lnTo>
                    <a:pt x="4222417" y="2674731"/>
                  </a:lnTo>
                  <a:lnTo>
                    <a:pt x="4223840" y="2675441"/>
                  </a:lnTo>
                  <a:lnTo>
                    <a:pt x="4224551" y="2675441"/>
                  </a:lnTo>
                  <a:lnTo>
                    <a:pt x="4225973" y="2675441"/>
                  </a:lnTo>
                  <a:lnTo>
                    <a:pt x="4227396" y="2675441"/>
                  </a:lnTo>
                  <a:lnTo>
                    <a:pt x="4228107" y="2676860"/>
                  </a:lnTo>
                  <a:lnTo>
                    <a:pt x="4229530" y="2675441"/>
                  </a:lnTo>
                  <a:lnTo>
                    <a:pt x="4230952" y="2673311"/>
                  </a:lnTo>
                  <a:lnTo>
                    <a:pt x="4232374" y="2676860"/>
                  </a:lnTo>
                  <a:lnTo>
                    <a:pt x="4233086" y="2675441"/>
                  </a:lnTo>
                  <a:lnTo>
                    <a:pt x="4234508" y="2674731"/>
                  </a:lnTo>
                  <a:lnTo>
                    <a:pt x="4235930" y="2676151"/>
                  </a:lnTo>
                  <a:lnTo>
                    <a:pt x="4236642" y="2675441"/>
                  </a:lnTo>
                  <a:lnTo>
                    <a:pt x="4238064" y="2675441"/>
                  </a:lnTo>
                  <a:lnTo>
                    <a:pt x="4239487" y="2676151"/>
                  </a:lnTo>
                  <a:lnTo>
                    <a:pt x="4240217" y="2674731"/>
                  </a:lnTo>
                  <a:lnTo>
                    <a:pt x="4241639" y="2676151"/>
                  </a:lnTo>
                  <a:lnTo>
                    <a:pt x="4243062" y="2674021"/>
                  </a:lnTo>
                  <a:lnTo>
                    <a:pt x="4244484" y="2676860"/>
                  </a:lnTo>
                  <a:lnTo>
                    <a:pt x="4245195" y="2675441"/>
                  </a:lnTo>
                  <a:lnTo>
                    <a:pt x="4246618" y="2676860"/>
                  </a:lnTo>
                </a:path>
                <a:path w="4337685" h="2677795">
                  <a:moveTo>
                    <a:pt x="4246618" y="2676860"/>
                  </a:moveTo>
                  <a:lnTo>
                    <a:pt x="4248040" y="2675441"/>
                  </a:lnTo>
                  <a:lnTo>
                    <a:pt x="4248751" y="2676151"/>
                  </a:lnTo>
                  <a:lnTo>
                    <a:pt x="4250174" y="2674731"/>
                  </a:lnTo>
                  <a:lnTo>
                    <a:pt x="4251596" y="2676151"/>
                  </a:lnTo>
                  <a:lnTo>
                    <a:pt x="4253019" y="2676151"/>
                  </a:lnTo>
                  <a:lnTo>
                    <a:pt x="4253730" y="2674731"/>
                  </a:lnTo>
                  <a:lnTo>
                    <a:pt x="4255152" y="2676860"/>
                  </a:lnTo>
                  <a:lnTo>
                    <a:pt x="4256575" y="2675441"/>
                  </a:lnTo>
                  <a:lnTo>
                    <a:pt x="4257286" y="2674731"/>
                  </a:lnTo>
                  <a:lnTo>
                    <a:pt x="4258708" y="2675441"/>
                  </a:lnTo>
                  <a:lnTo>
                    <a:pt x="4260131" y="2676151"/>
                  </a:lnTo>
                  <a:lnTo>
                    <a:pt x="4261553" y="2676151"/>
                  </a:lnTo>
                  <a:lnTo>
                    <a:pt x="4262265" y="2677570"/>
                  </a:lnTo>
                  <a:lnTo>
                    <a:pt x="4263687" y="2675441"/>
                  </a:lnTo>
                  <a:lnTo>
                    <a:pt x="4265109" y="2676860"/>
                  </a:lnTo>
                  <a:lnTo>
                    <a:pt x="4265821" y="2676151"/>
                  </a:lnTo>
                  <a:lnTo>
                    <a:pt x="4267243" y="2676151"/>
                  </a:lnTo>
                  <a:lnTo>
                    <a:pt x="4268666" y="2675441"/>
                  </a:lnTo>
                  <a:lnTo>
                    <a:pt x="4269377" y="2676860"/>
                  </a:lnTo>
                  <a:lnTo>
                    <a:pt x="4270799" y="2675441"/>
                  </a:lnTo>
                  <a:lnTo>
                    <a:pt x="4272222" y="2676151"/>
                  </a:lnTo>
                  <a:lnTo>
                    <a:pt x="4273644" y="2676151"/>
                  </a:lnTo>
                  <a:lnTo>
                    <a:pt x="4274355" y="2676151"/>
                  </a:lnTo>
                  <a:lnTo>
                    <a:pt x="4275778" y="2676860"/>
                  </a:lnTo>
                  <a:lnTo>
                    <a:pt x="4277200" y="2675441"/>
                  </a:lnTo>
                  <a:lnTo>
                    <a:pt x="4277911" y="2675441"/>
                  </a:lnTo>
                  <a:lnTo>
                    <a:pt x="4279334" y="2676151"/>
                  </a:lnTo>
                  <a:lnTo>
                    <a:pt x="4280756" y="2676151"/>
                  </a:lnTo>
                  <a:lnTo>
                    <a:pt x="4282179" y="2675441"/>
                  </a:lnTo>
                  <a:lnTo>
                    <a:pt x="4282890" y="2675441"/>
                  </a:lnTo>
                  <a:lnTo>
                    <a:pt x="4284312" y="2676151"/>
                  </a:lnTo>
                  <a:lnTo>
                    <a:pt x="4285735" y="2675441"/>
                  </a:lnTo>
                  <a:lnTo>
                    <a:pt x="4286446" y="2675441"/>
                  </a:lnTo>
                  <a:lnTo>
                    <a:pt x="4287869" y="2676860"/>
                  </a:lnTo>
                  <a:lnTo>
                    <a:pt x="4289291" y="2676151"/>
                  </a:lnTo>
                  <a:lnTo>
                    <a:pt x="4290002" y="2676151"/>
                  </a:lnTo>
                  <a:lnTo>
                    <a:pt x="4291425" y="2676860"/>
                  </a:lnTo>
                  <a:lnTo>
                    <a:pt x="4292847" y="2675441"/>
                  </a:lnTo>
                  <a:lnTo>
                    <a:pt x="4294269" y="2677570"/>
                  </a:lnTo>
                  <a:lnTo>
                    <a:pt x="4294981" y="2674731"/>
                  </a:lnTo>
                  <a:lnTo>
                    <a:pt x="4296403" y="2675441"/>
                  </a:lnTo>
                  <a:lnTo>
                    <a:pt x="4297826" y="2676151"/>
                  </a:lnTo>
                  <a:lnTo>
                    <a:pt x="4298537" y="2675441"/>
                  </a:lnTo>
                  <a:lnTo>
                    <a:pt x="4299959" y="2676151"/>
                  </a:lnTo>
                  <a:lnTo>
                    <a:pt x="4301382" y="2675441"/>
                  </a:lnTo>
                  <a:lnTo>
                    <a:pt x="4302804" y="2675441"/>
                  </a:lnTo>
                  <a:lnTo>
                    <a:pt x="4303515" y="2674731"/>
                  </a:lnTo>
                  <a:lnTo>
                    <a:pt x="4304938" y="2676151"/>
                  </a:lnTo>
                  <a:lnTo>
                    <a:pt x="4306360" y="2675441"/>
                  </a:lnTo>
                  <a:lnTo>
                    <a:pt x="4307071" y="2676151"/>
                  </a:lnTo>
                  <a:lnTo>
                    <a:pt x="4308494" y="2672601"/>
                  </a:lnTo>
                  <a:lnTo>
                    <a:pt x="4309916" y="2672601"/>
                  </a:lnTo>
                  <a:lnTo>
                    <a:pt x="4311339" y="2676151"/>
                  </a:lnTo>
                  <a:lnTo>
                    <a:pt x="4312050" y="2675441"/>
                  </a:lnTo>
                  <a:lnTo>
                    <a:pt x="4313472" y="2674021"/>
                  </a:lnTo>
                  <a:lnTo>
                    <a:pt x="4314895" y="2674021"/>
                  </a:lnTo>
                  <a:lnTo>
                    <a:pt x="4315606" y="2673311"/>
                  </a:lnTo>
                  <a:lnTo>
                    <a:pt x="4317029" y="2675441"/>
                  </a:lnTo>
                  <a:lnTo>
                    <a:pt x="4318451" y="2673311"/>
                  </a:lnTo>
                  <a:lnTo>
                    <a:pt x="4319162" y="2674731"/>
                  </a:lnTo>
                  <a:lnTo>
                    <a:pt x="4320585" y="2672601"/>
                  </a:lnTo>
                  <a:lnTo>
                    <a:pt x="4322007" y="2671891"/>
                  </a:lnTo>
                  <a:lnTo>
                    <a:pt x="4323430" y="2672601"/>
                  </a:lnTo>
                  <a:lnTo>
                    <a:pt x="4324141" y="2667632"/>
                  </a:lnTo>
                  <a:lnTo>
                    <a:pt x="4325563" y="2660533"/>
                  </a:lnTo>
                  <a:lnTo>
                    <a:pt x="4326986" y="2645597"/>
                  </a:lnTo>
                  <a:lnTo>
                    <a:pt x="4327697" y="2627850"/>
                  </a:lnTo>
                  <a:lnTo>
                    <a:pt x="4329119" y="2620751"/>
                  </a:lnTo>
                  <a:lnTo>
                    <a:pt x="4330542" y="2630690"/>
                  </a:lnTo>
                  <a:lnTo>
                    <a:pt x="4331964" y="2648437"/>
                  </a:lnTo>
                  <a:lnTo>
                    <a:pt x="4332675" y="2661243"/>
                  </a:lnTo>
                  <a:lnTo>
                    <a:pt x="4334098" y="2667632"/>
                  </a:lnTo>
                  <a:lnTo>
                    <a:pt x="4335520" y="2669762"/>
                  </a:lnTo>
                  <a:lnTo>
                    <a:pt x="4336231" y="2671181"/>
                  </a:lnTo>
                  <a:lnTo>
                    <a:pt x="4337654" y="2673311"/>
                  </a:lnTo>
                </a:path>
              </a:pathLst>
            </a:custGeom>
            <a:ln w="42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623245" y="2404327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 h="0">
                  <a:moveTo>
                    <a:pt x="0" y="0"/>
                  </a:moveTo>
                  <a:lnTo>
                    <a:pt x="412545" y="0"/>
                  </a:lnTo>
                </a:path>
              </a:pathLst>
            </a:custGeom>
            <a:ln w="4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623245" y="2630827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 h="0">
                  <a:moveTo>
                    <a:pt x="0" y="0"/>
                  </a:moveTo>
                  <a:lnTo>
                    <a:pt x="412545" y="0"/>
                  </a:lnTo>
                </a:path>
              </a:pathLst>
            </a:custGeom>
            <a:ln w="42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23245" y="2857328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 h="0">
                  <a:moveTo>
                    <a:pt x="0" y="0"/>
                  </a:moveTo>
                  <a:lnTo>
                    <a:pt x="412545" y="0"/>
                  </a:lnTo>
                </a:path>
              </a:pathLst>
            </a:custGeom>
            <a:ln w="425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345797" y="5123850"/>
            <a:ext cx="871219" cy="3365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355">
              <a:lnSpc>
                <a:spcPts val="1215"/>
              </a:lnSpc>
              <a:spcBef>
                <a:spcPts val="114"/>
              </a:spcBef>
              <a:tabLst>
                <a:tab pos="665480" algn="l"/>
              </a:tabLst>
            </a:pPr>
            <a:r>
              <a:rPr dirty="0" sz="1100" spc="-25">
                <a:latin typeface="Arial MT"/>
                <a:cs typeface="Arial MT"/>
              </a:rPr>
              <a:t>40</a:t>
            </a:r>
            <a:r>
              <a:rPr dirty="0" sz="1100">
                <a:latin typeface="Arial MT"/>
                <a:cs typeface="Arial MT"/>
              </a:rPr>
              <a:t>	</a:t>
            </a:r>
            <a:r>
              <a:rPr dirty="0" sz="1100" spc="-25">
                <a:latin typeface="Arial MT"/>
                <a:cs typeface="Arial MT"/>
              </a:rPr>
              <a:t>50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15"/>
              </a:lnSpc>
            </a:pPr>
            <a:r>
              <a:rPr dirty="0" sz="1100" b="1">
                <a:latin typeface="Arial"/>
                <a:cs typeface="Arial"/>
              </a:rPr>
              <a:t>2Theta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(deg)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35541" y="3116915"/>
            <a:ext cx="184785" cy="1028700"/>
          </a:xfrm>
          <a:prstGeom prst="rect">
            <a:avLst/>
          </a:prstGeom>
        </p:spPr>
        <p:txBody>
          <a:bodyPr wrap="square" lIns="0" tIns="19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00" b="1">
                <a:latin typeface="Arial"/>
                <a:cs typeface="Arial"/>
              </a:rPr>
              <a:t>Intensity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(a.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u.)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074511" y="2270899"/>
            <a:ext cx="746125" cy="70040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02499"/>
              </a:lnSpc>
              <a:spcBef>
                <a:spcPts val="60"/>
              </a:spcBef>
            </a:pPr>
            <a:r>
              <a:rPr dirty="0" sz="1450">
                <a:latin typeface="Arial MT"/>
                <a:cs typeface="Arial MT"/>
              </a:rPr>
              <a:t>0.02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deg </a:t>
            </a:r>
            <a:r>
              <a:rPr dirty="0" sz="1450" spc="-10">
                <a:latin typeface="Arial MT"/>
                <a:cs typeface="Arial MT"/>
              </a:rPr>
              <a:t>0.05deg 0.1deg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5379098" y="1365361"/>
            <a:ext cx="3326129" cy="2221230"/>
          </a:xfrm>
          <a:custGeom>
            <a:avLst/>
            <a:gdLst/>
            <a:ahLst/>
            <a:cxnLst/>
            <a:rect l="l" t="t" r="r" b="b"/>
            <a:pathLst>
              <a:path w="3326129" h="2221229">
                <a:moveTo>
                  <a:pt x="44140" y="2176594"/>
                </a:moveTo>
                <a:lnTo>
                  <a:pt x="3326056" y="2176594"/>
                </a:lnTo>
              </a:path>
              <a:path w="3326129" h="2221229">
                <a:moveTo>
                  <a:pt x="44140" y="0"/>
                </a:moveTo>
                <a:lnTo>
                  <a:pt x="3326056" y="0"/>
                </a:lnTo>
              </a:path>
              <a:path w="3326129" h="2221229">
                <a:moveTo>
                  <a:pt x="278333" y="2176594"/>
                </a:moveTo>
                <a:lnTo>
                  <a:pt x="278333" y="2198624"/>
                </a:lnTo>
              </a:path>
              <a:path w="3326129" h="2221229">
                <a:moveTo>
                  <a:pt x="747258" y="2176594"/>
                </a:moveTo>
                <a:lnTo>
                  <a:pt x="747258" y="2198624"/>
                </a:lnTo>
              </a:path>
              <a:path w="3326129" h="2221229">
                <a:moveTo>
                  <a:pt x="1216184" y="2176594"/>
                </a:moveTo>
                <a:lnTo>
                  <a:pt x="1216184" y="2198624"/>
                </a:lnTo>
              </a:path>
              <a:path w="3326129" h="2221229">
                <a:moveTo>
                  <a:pt x="1685109" y="2176594"/>
                </a:moveTo>
                <a:lnTo>
                  <a:pt x="1685109" y="2198624"/>
                </a:lnTo>
              </a:path>
              <a:path w="3326129" h="2221229">
                <a:moveTo>
                  <a:pt x="2154012" y="2176594"/>
                </a:moveTo>
                <a:lnTo>
                  <a:pt x="2154012" y="2198624"/>
                </a:lnTo>
              </a:path>
              <a:path w="3326129" h="2221229">
                <a:moveTo>
                  <a:pt x="2622938" y="2176594"/>
                </a:moveTo>
                <a:lnTo>
                  <a:pt x="2622938" y="2198624"/>
                </a:lnTo>
              </a:path>
              <a:path w="3326129" h="2221229">
                <a:moveTo>
                  <a:pt x="3091870" y="2176594"/>
                </a:moveTo>
                <a:lnTo>
                  <a:pt x="3091870" y="2198624"/>
                </a:lnTo>
              </a:path>
              <a:path w="3326129" h="2221229">
                <a:moveTo>
                  <a:pt x="44140" y="2176594"/>
                </a:moveTo>
                <a:lnTo>
                  <a:pt x="44140" y="2220668"/>
                </a:lnTo>
              </a:path>
              <a:path w="3326129" h="2221229">
                <a:moveTo>
                  <a:pt x="513065" y="2176594"/>
                </a:moveTo>
                <a:lnTo>
                  <a:pt x="513065" y="2220668"/>
                </a:lnTo>
              </a:path>
              <a:path w="3326129" h="2221229">
                <a:moveTo>
                  <a:pt x="981990" y="2176594"/>
                </a:moveTo>
                <a:lnTo>
                  <a:pt x="981990" y="2220668"/>
                </a:lnTo>
              </a:path>
              <a:path w="3326129" h="2221229">
                <a:moveTo>
                  <a:pt x="1450915" y="2176594"/>
                </a:moveTo>
                <a:lnTo>
                  <a:pt x="1450915" y="2220668"/>
                </a:lnTo>
              </a:path>
              <a:path w="3326129" h="2221229">
                <a:moveTo>
                  <a:pt x="1919281" y="2176594"/>
                </a:moveTo>
                <a:lnTo>
                  <a:pt x="1919281" y="2220668"/>
                </a:lnTo>
              </a:path>
              <a:path w="3326129" h="2221229">
                <a:moveTo>
                  <a:pt x="2388213" y="2176594"/>
                </a:moveTo>
                <a:lnTo>
                  <a:pt x="2388213" y="2220668"/>
                </a:lnTo>
              </a:path>
              <a:path w="3326129" h="2221229">
                <a:moveTo>
                  <a:pt x="2857131" y="2176594"/>
                </a:moveTo>
                <a:lnTo>
                  <a:pt x="2857131" y="2220668"/>
                </a:lnTo>
              </a:path>
              <a:path w="3326129" h="2221229">
                <a:moveTo>
                  <a:pt x="3326056" y="2176594"/>
                </a:moveTo>
                <a:lnTo>
                  <a:pt x="3326056" y="2220668"/>
                </a:lnTo>
              </a:path>
              <a:path w="3326129" h="2221229">
                <a:moveTo>
                  <a:pt x="44140" y="2176594"/>
                </a:moveTo>
                <a:lnTo>
                  <a:pt x="44140" y="0"/>
                </a:lnTo>
              </a:path>
              <a:path w="3326129" h="2221229">
                <a:moveTo>
                  <a:pt x="3326056" y="2176594"/>
                </a:moveTo>
                <a:lnTo>
                  <a:pt x="3326056" y="0"/>
                </a:lnTo>
              </a:path>
              <a:path w="3326129" h="2221229">
                <a:moveTo>
                  <a:pt x="44140" y="1987423"/>
                </a:moveTo>
                <a:lnTo>
                  <a:pt x="22070" y="1987423"/>
                </a:lnTo>
              </a:path>
              <a:path w="3326129" h="2221229">
                <a:moveTo>
                  <a:pt x="44140" y="1608522"/>
                </a:moveTo>
                <a:lnTo>
                  <a:pt x="22070" y="1608522"/>
                </a:lnTo>
              </a:path>
              <a:path w="3326129" h="2221229">
                <a:moveTo>
                  <a:pt x="44140" y="1230180"/>
                </a:moveTo>
                <a:lnTo>
                  <a:pt x="22070" y="1230180"/>
                </a:lnTo>
              </a:path>
              <a:path w="3326129" h="2221229">
                <a:moveTo>
                  <a:pt x="44140" y="851824"/>
                </a:moveTo>
                <a:lnTo>
                  <a:pt x="22070" y="851824"/>
                </a:lnTo>
              </a:path>
              <a:path w="3326129" h="2221229">
                <a:moveTo>
                  <a:pt x="44140" y="472923"/>
                </a:moveTo>
                <a:lnTo>
                  <a:pt x="22070" y="472923"/>
                </a:lnTo>
              </a:path>
              <a:path w="3326129" h="2221229">
                <a:moveTo>
                  <a:pt x="44140" y="94581"/>
                </a:moveTo>
                <a:lnTo>
                  <a:pt x="22069" y="94581"/>
                </a:lnTo>
              </a:path>
              <a:path w="3326129" h="2221229">
                <a:moveTo>
                  <a:pt x="44140" y="2176594"/>
                </a:moveTo>
                <a:lnTo>
                  <a:pt x="0" y="2176594"/>
                </a:lnTo>
              </a:path>
              <a:path w="3326129" h="2221229">
                <a:moveTo>
                  <a:pt x="44140" y="1798252"/>
                </a:moveTo>
                <a:lnTo>
                  <a:pt x="0" y="1798252"/>
                </a:lnTo>
              </a:path>
              <a:path w="3326129" h="2221229">
                <a:moveTo>
                  <a:pt x="44140" y="1419351"/>
                </a:moveTo>
                <a:lnTo>
                  <a:pt x="0" y="1419351"/>
                </a:lnTo>
              </a:path>
              <a:path w="3326129" h="2221229">
                <a:moveTo>
                  <a:pt x="44140" y="1040995"/>
                </a:moveTo>
                <a:lnTo>
                  <a:pt x="0" y="1040995"/>
                </a:lnTo>
              </a:path>
              <a:path w="3326129" h="2221229">
                <a:moveTo>
                  <a:pt x="44140" y="662653"/>
                </a:moveTo>
                <a:lnTo>
                  <a:pt x="0" y="662653"/>
                </a:lnTo>
              </a:path>
              <a:path w="3326129" h="2221229">
                <a:moveTo>
                  <a:pt x="44140" y="283752"/>
                </a:moveTo>
                <a:lnTo>
                  <a:pt x="0" y="283752"/>
                </a:lnTo>
              </a:path>
            </a:pathLst>
          </a:custGeom>
          <a:ln w="8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5306088" y="3580851"/>
            <a:ext cx="23495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20">
                <a:latin typeface="Arial MT"/>
                <a:cs typeface="Arial MT"/>
              </a:rPr>
              <a:t>62.6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775021" y="3580851"/>
            <a:ext cx="23495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20">
                <a:latin typeface="Arial MT"/>
                <a:cs typeface="Arial MT"/>
              </a:rPr>
              <a:t>62.8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243939" y="3580851"/>
            <a:ext cx="23495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20">
                <a:latin typeface="Arial MT"/>
                <a:cs typeface="Arial MT"/>
              </a:rPr>
              <a:t>63.0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650176" y="3580851"/>
            <a:ext cx="23495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20">
                <a:latin typeface="Arial MT"/>
                <a:cs typeface="Arial MT"/>
              </a:rPr>
              <a:t>63.6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119087" y="3580852"/>
            <a:ext cx="23495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20">
                <a:latin typeface="Arial MT"/>
                <a:cs typeface="Arial MT"/>
              </a:rPr>
              <a:t>63.8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588012" y="3580852"/>
            <a:ext cx="23495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20">
                <a:latin typeface="Arial MT"/>
                <a:cs typeface="Arial MT"/>
              </a:rPr>
              <a:t>64.0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421356" y="1451613"/>
            <a:ext cx="3286760" cy="2037080"/>
            <a:chOff x="5421356" y="1451613"/>
            <a:chExt cx="3286760" cy="2037080"/>
          </a:xfrm>
        </p:grpSpPr>
        <p:sp>
          <p:nvSpPr>
            <p:cNvPr id="28" name="object 28" descr=""/>
            <p:cNvSpPr/>
            <p:nvPr/>
          </p:nvSpPr>
          <p:spPr>
            <a:xfrm>
              <a:off x="5423239" y="2906167"/>
              <a:ext cx="3282950" cy="557530"/>
            </a:xfrm>
            <a:custGeom>
              <a:avLst/>
              <a:gdLst/>
              <a:ahLst/>
              <a:cxnLst/>
              <a:rect l="l" t="t" r="r" b="b"/>
              <a:pathLst>
                <a:path w="3282950" h="557529">
                  <a:moveTo>
                    <a:pt x="0" y="556896"/>
                  </a:moveTo>
                  <a:lnTo>
                    <a:pt x="120060" y="557318"/>
                  </a:lnTo>
                </a:path>
                <a:path w="3282950" h="557529">
                  <a:moveTo>
                    <a:pt x="199742" y="556243"/>
                  </a:moveTo>
                  <a:lnTo>
                    <a:pt x="353177" y="549795"/>
                  </a:lnTo>
                </a:path>
                <a:path w="3282950" h="557529">
                  <a:moveTo>
                    <a:pt x="432859" y="547646"/>
                  </a:moveTo>
                  <a:lnTo>
                    <a:pt x="586294" y="547109"/>
                  </a:lnTo>
                </a:path>
                <a:path w="3282950" h="557529">
                  <a:moveTo>
                    <a:pt x="665976" y="543347"/>
                  </a:moveTo>
                  <a:lnTo>
                    <a:pt x="818865" y="531526"/>
                  </a:lnTo>
                </a:path>
                <a:path w="3282950" h="557529">
                  <a:moveTo>
                    <a:pt x="898533" y="526153"/>
                  </a:moveTo>
                  <a:lnTo>
                    <a:pt x="1051989" y="519168"/>
                  </a:lnTo>
                </a:path>
                <a:path w="3282950" h="557529">
                  <a:moveTo>
                    <a:pt x="1107972" y="480467"/>
                  </a:moveTo>
                  <a:lnTo>
                    <a:pt x="1308784" y="34939"/>
                  </a:lnTo>
                </a:path>
                <a:path w="3282950" h="557529">
                  <a:moveTo>
                    <a:pt x="1364766" y="0"/>
                  </a:moveTo>
                  <a:lnTo>
                    <a:pt x="1518216" y="5387"/>
                  </a:lnTo>
                </a:path>
                <a:path w="3282950" h="557529">
                  <a:moveTo>
                    <a:pt x="1592500" y="26880"/>
                  </a:moveTo>
                  <a:lnTo>
                    <a:pt x="1756177" y="120394"/>
                  </a:lnTo>
                </a:path>
                <a:path w="3282950" h="557529">
                  <a:moveTo>
                    <a:pt x="1817543" y="169841"/>
                  </a:moveTo>
                  <a:lnTo>
                    <a:pt x="1996830" y="364386"/>
                  </a:lnTo>
                </a:path>
                <a:path w="3282950" h="557529">
                  <a:moveTo>
                    <a:pt x="2057657" y="414893"/>
                  </a:moveTo>
                  <a:lnTo>
                    <a:pt x="2222935" y="518631"/>
                  </a:lnTo>
                </a:path>
                <a:path w="3282950" h="557529">
                  <a:moveTo>
                    <a:pt x="2296703" y="541736"/>
                  </a:moveTo>
                  <a:lnTo>
                    <a:pt x="2449592" y="548721"/>
                  </a:lnTo>
                </a:path>
                <a:path w="3282950" h="557529">
                  <a:moveTo>
                    <a:pt x="2529274" y="551407"/>
                  </a:moveTo>
                  <a:lnTo>
                    <a:pt x="2682709" y="553019"/>
                  </a:lnTo>
                </a:path>
                <a:path w="3282950" h="557529">
                  <a:moveTo>
                    <a:pt x="2762391" y="553557"/>
                  </a:moveTo>
                  <a:lnTo>
                    <a:pt x="2915826" y="554094"/>
                  </a:lnTo>
                </a:path>
                <a:path w="3282950" h="557529">
                  <a:moveTo>
                    <a:pt x="2995515" y="553557"/>
                  </a:moveTo>
                  <a:lnTo>
                    <a:pt x="3148405" y="551407"/>
                  </a:lnTo>
                </a:path>
                <a:path w="3282950" h="557529">
                  <a:moveTo>
                    <a:pt x="3228087" y="551945"/>
                  </a:moveTo>
                  <a:lnTo>
                    <a:pt x="3282462" y="553658"/>
                  </a:lnTo>
                </a:path>
              </a:pathLst>
            </a:custGeom>
            <a:ln w="3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559986" y="344092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559986" y="344092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793103" y="343124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793103" y="343124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026220" y="342963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026220" y="342963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258792" y="341136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258792" y="341136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491916" y="340006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491916" y="340006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725025" y="288144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725025" y="288144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958142" y="289004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958142" y="289004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190721" y="302333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190721" y="302333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423838" y="327700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423838" y="327700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656940" y="342264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656940" y="342264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889519" y="343393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889519" y="343393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122635" y="343662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8122635" y="343662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355752" y="343715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355752" y="343715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8588331" y="343393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588331" y="343393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423239" y="2064552"/>
              <a:ext cx="3265804" cy="1021715"/>
            </a:xfrm>
            <a:custGeom>
              <a:avLst/>
              <a:gdLst/>
              <a:ahLst/>
              <a:cxnLst/>
              <a:rect l="l" t="t" r="r" b="b"/>
              <a:pathLst>
                <a:path w="3265804" h="1021714">
                  <a:moveTo>
                    <a:pt x="0" y="1020537"/>
                  </a:moveTo>
                  <a:lnTo>
                    <a:pt x="3768" y="1020591"/>
                  </a:lnTo>
                </a:path>
                <a:path w="3265804" h="1021714">
                  <a:moveTo>
                    <a:pt x="83456" y="1021128"/>
                  </a:moveTo>
                  <a:lnTo>
                    <a:pt x="120060" y="1021128"/>
                  </a:lnTo>
                </a:path>
                <a:path w="3265804" h="1021714">
                  <a:moveTo>
                    <a:pt x="199742" y="1021128"/>
                  </a:moveTo>
                  <a:lnTo>
                    <a:pt x="236346" y="1020054"/>
                  </a:lnTo>
                </a:path>
                <a:path w="3265804" h="1021714">
                  <a:moveTo>
                    <a:pt x="316035" y="1017905"/>
                  </a:moveTo>
                  <a:lnTo>
                    <a:pt x="353177" y="1015755"/>
                  </a:lnTo>
                </a:path>
                <a:path w="3265804" h="1021714">
                  <a:moveTo>
                    <a:pt x="432859" y="1011994"/>
                  </a:moveTo>
                  <a:lnTo>
                    <a:pt x="469463" y="1010368"/>
                  </a:lnTo>
                </a:path>
                <a:path w="3265804" h="1021714">
                  <a:moveTo>
                    <a:pt x="549152" y="1008756"/>
                  </a:moveTo>
                  <a:lnTo>
                    <a:pt x="585756" y="1009293"/>
                  </a:lnTo>
                </a:path>
                <a:path w="3265804" h="1021714">
                  <a:moveTo>
                    <a:pt x="665437" y="1007681"/>
                  </a:moveTo>
                  <a:lnTo>
                    <a:pt x="702580" y="1006069"/>
                  </a:lnTo>
                </a:path>
                <a:path w="3265804" h="1021714">
                  <a:moveTo>
                    <a:pt x="782247" y="1002308"/>
                  </a:moveTo>
                  <a:lnTo>
                    <a:pt x="818865" y="1000159"/>
                  </a:lnTo>
                </a:path>
                <a:path w="3265804" h="1021714">
                  <a:moveTo>
                    <a:pt x="898533" y="994786"/>
                  </a:moveTo>
                  <a:lnTo>
                    <a:pt x="935696" y="991562"/>
                  </a:lnTo>
                </a:path>
                <a:path w="3265804" h="1021714">
                  <a:moveTo>
                    <a:pt x="1015364" y="985651"/>
                  </a:moveTo>
                  <a:lnTo>
                    <a:pt x="1051989" y="983502"/>
                  </a:lnTo>
                </a:path>
                <a:path w="3265804" h="1021714">
                  <a:moveTo>
                    <a:pt x="1128965" y="966845"/>
                  </a:moveTo>
                  <a:lnTo>
                    <a:pt x="1170966" y="951263"/>
                  </a:lnTo>
                </a:path>
                <a:path w="3265804" h="1021714">
                  <a:moveTo>
                    <a:pt x="1224796" y="900734"/>
                  </a:moveTo>
                  <a:lnTo>
                    <a:pt x="1308246" y="723921"/>
                  </a:lnTo>
                </a:path>
                <a:path w="3265804" h="1021714">
                  <a:moveTo>
                    <a:pt x="1331392" y="648683"/>
                  </a:moveTo>
                  <a:lnTo>
                    <a:pt x="1434766" y="1074"/>
                  </a:lnTo>
                </a:path>
                <a:path w="3265804" h="1021714">
                  <a:moveTo>
                    <a:pt x="1453068" y="0"/>
                  </a:moveTo>
                  <a:lnTo>
                    <a:pt x="1545669" y="303117"/>
                  </a:lnTo>
                </a:path>
                <a:path w="3265804" h="1021714">
                  <a:moveTo>
                    <a:pt x="1566662" y="379968"/>
                  </a:moveTo>
                  <a:lnTo>
                    <a:pt x="1665191" y="807764"/>
                  </a:lnTo>
                </a:path>
                <a:path w="3265804" h="1021714">
                  <a:moveTo>
                    <a:pt x="1693183" y="811525"/>
                  </a:moveTo>
                  <a:lnTo>
                    <a:pt x="1771788" y="663728"/>
                  </a:lnTo>
                </a:path>
                <a:path w="3265804" h="1021714">
                  <a:moveTo>
                    <a:pt x="1814851" y="597079"/>
                  </a:moveTo>
                  <a:lnTo>
                    <a:pt x="1882698" y="510557"/>
                  </a:lnTo>
                </a:path>
                <a:path w="3265804" h="1021714">
                  <a:moveTo>
                    <a:pt x="1918763" y="517005"/>
                  </a:moveTo>
                  <a:lnTo>
                    <a:pt x="2011902" y="816361"/>
                  </a:lnTo>
                </a:path>
                <a:path w="3265804" h="1021714">
                  <a:moveTo>
                    <a:pt x="2050660" y="884077"/>
                  </a:moveTo>
                  <a:lnTo>
                    <a:pt x="2113102" y="952875"/>
                  </a:lnTo>
                </a:path>
                <a:path w="3265804" h="1021714">
                  <a:moveTo>
                    <a:pt x="2179333" y="988875"/>
                  </a:moveTo>
                  <a:lnTo>
                    <a:pt x="2217014" y="995323"/>
                  </a:lnTo>
                </a:path>
                <a:path w="3265804" h="1021714">
                  <a:moveTo>
                    <a:pt x="2296164" y="1002308"/>
                  </a:moveTo>
                  <a:lnTo>
                    <a:pt x="2333307" y="1003383"/>
                  </a:lnTo>
                </a:path>
                <a:path w="3265804" h="1021714">
                  <a:moveTo>
                    <a:pt x="2412988" y="1006607"/>
                  </a:moveTo>
                  <a:lnTo>
                    <a:pt x="2449592" y="1008756"/>
                  </a:lnTo>
                </a:path>
                <a:path w="3265804" h="1021714">
                  <a:moveTo>
                    <a:pt x="2529274" y="1014144"/>
                  </a:moveTo>
                  <a:lnTo>
                    <a:pt x="2565878" y="1016293"/>
                  </a:lnTo>
                </a:path>
                <a:path w="3265804" h="1021714">
                  <a:moveTo>
                    <a:pt x="2645567" y="1018442"/>
                  </a:moveTo>
                  <a:lnTo>
                    <a:pt x="2682709" y="1017905"/>
                  </a:lnTo>
                </a:path>
                <a:path w="3265804" h="1021714">
                  <a:moveTo>
                    <a:pt x="2762391" y="1018442"/>
                  </a:moveTo>
                  <a:lnTo>
                    <a:pt x="2798995" y="1020054"/>
                  </a:lnTo>
                </a:path>
                <a:path w="3265804" h="1021714">
                  <a:moveTo>
                    <a:pt x="2878684" y="1020054"/>
                  </a:moveTo>
                  <a:lnTo>
                    <a:pt x="2915288" y="1018442"/>
                  </a:lnTo>
                </a:path>
                <a:path w="3265804" h="1021714">
                  <a:moveTo>
                    <a:pt x="2994977" y="1014681"/>
                  </a:moveTo>
                  <a:lnTo>
                    <a:pt x="3032119" y="1011457"/>
                  </a:lnTo>
                </a:path>
                <a:path w="3265804" h="1021714">
                  <a:moveTo>
                    <a:pt x="3111801" y="1013069"/>
                  </a:moveTo>
                  <a:lnTo>
                    <a:pt x="3148405" y="1017367"/>
                  </a:lnTo>
                </a:path>
                <a:path w="3265804" h="1021714">
                  <a:moveTo>
                    <a:pt x="3228086" y="1020054"/>
                  </a:moveTo>
                  <a:lnTo>
                    <a:pt x="3265229" y="1018979"/>
                  </a:lnTo>
                </a:path>
              </a:pathLst>
            </a:custGeom>
            <a:ln w="322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443694" y="306202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443694" y="306202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559986" y="30630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559986" y="30630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676272" y="306094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676272" y="306094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793103" y="305557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793103" y="305557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909389" y="304966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5909389" y="304966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025682" y="305127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6025682" y="305127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142506" y="304536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142506" y="304536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258792" y="303999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258792" y="303999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6375623" y="302924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6375623" y="302924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6491916" y="302280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491916" y="302280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608201" y="297818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608201" y="297818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725025" y="272935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725025" y="272935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841318" y="200328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841318" y="200328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957604" y="238271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957604" y="238271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074435" y="28878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074435" y="28878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190721" y="267025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7190721" y="267025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7307014" y="252030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307014" y="252030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7423837" y="289595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7423837" y="289595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7540109" y="302387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7540109" y="302387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7656402" y="304321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7656402" y="304321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7773233" y="304536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7773233" y="304536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7889519" y="305288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7889519" y="305288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8005804" y="306040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8005804" y="306040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8122635" y="305879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8122635" y="305879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8238921" y="306255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8238921" y="306255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8355214" y="305879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8355214" y="305879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8472045" y="305020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8472045" y="305020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8588331" y="306309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8588331" y="306309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8705155" y="3058797"/>
              <a:ext cx="635" cy="45720"/>
            </a:xfrm>
            <a:custGeom>
              <a:avLst/>
              <a:gdLst/>
              <a:ahLst/>
              <a:cxnLst/>
              <a:rect l="l" t="t" r="r" b="b"/>
              <a:pathLst>
                <a:path w="634" h="45719">
                  <a:moveTo>
                    <a:pt x="545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545" y="45689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8705155" y="3058797"/>
              <a:ext cx="635" cy="45720"/>
            </a:xfrm>
            <a:custGeom>
              <a:avLst/>
              <a:gdLst/>
              <a:ahLst/>
              <a:cxnLst/>
              <a:rect l="l" t="t" r="r" b="b"/>
              <a:pathLst>
                <a:path w="634" h="45719">
                  <a:moveTo>
                    <a:pt x="545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545" y="45689"/>
                  </a:lnTo>
                </a:path>
              </a:pathLst>
            </a:custGeom>
            <a:ln w="376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6687869" y="1514749"/>
              <a:ext cx="751840" cy="1069340"/>
            </a:xfrm>
            <a:custGeom>
              <a:avLst/>
              <a:gdLst/>
              <a:ahLst/>
              <a:cxnLst/>
              <a:rect l="l" t="t" r="r" b="b"/>
              <a:pathLst>
                <a:path w="751840" h="1069339">
                  <a:moveTo>
                    <a:pt x="0" y="1020598"/>
                  </a:moveTo>
                  <a:lnTo>
                    <a:pt x="19392" y="968457"/>
                  </a:lnTo>
                </a:path>
                <a:path w="751840" h="1069339">
                  <a:moveTo>
                    <a:pt x="39309" y="892144"/>
                  </a:moveTo>
                  <a:lnTo>
                    <a:pt x="72145" y="689540"/>
                  </a:lnTo>
                </a:path>
                <a:path w="751840" h="1069339">
                  <a:moveTo>
                    <a:pt x="82911" y="610533"/>
                  </a:moveTo>
                  <a:lnTo>
                    <a:pt x="120591" y="273028"/>
                  </a:lnTo>
                </a:path>
                <a:path w="751840" h="1069339">
                  <a:moveTo>
                    <a:pt x="131379" y="194028"/>
                  </a:moveTo>
                  <a:lnTo>
                    <a:pt x="164215" y="1074"/>
                  </a:lnTo>
                </a:path>
                <a:path w="751840" h="1069339">
                  <a:moveTo>
                    <a:pt x="180902" y="0"/>
                  </a:moveTo>
                  <a:lnTo>
                    <a:pt x="206202" y="92991"/>
                  </a:lnTo>
                </a:path>
                <a:path w="751840" h="1069339">
                  <a:moveTo>
                    <a:pt x="222350" y="170386"/>
                  </a:moveTo>
                  <a:lnTo>
                    <a:pt x="256816" y="413303"/>
                  </a:lnTo>
                </a:path>
                <a:path w="751840" h="1069339">
                  <a:moveTo>
                    <a:pt x="268120" y="491751"/>
                  </a:moveTo>
                  <a:lnTo>
                    <a:pt x="303109" y="758331"/>
                  </a:lnTo>
                </a:path>
                <a:path w="751840" h="1069339">
                  <a:moveTo>
                    <a:pt x="317104" y="836263"/>
                  </a:moveTo>
                  <a:lnTo>
                    <a:pt x="346172" y="964696"/>
                  </a:lnTo>
                </a:path>
                <a:path w="751840" h="1069339">
                  <a:moveTo>
                    <a:pt x="459235" y="968457"/>
                  </a:moveTo>
                  <a:lnTo>
                    <a:pt x="479691" y="906129"/>
                  </a:lnTo>
                </a:path>
                <a:path w="751840" h="1069339">
                  <a:moveTo>
                    <a:pt x="501237" y="829816"/>
                  </a:moveTo>
                  <a:lnTo>
                    <a:pt x="529766" y="702436"/>
                  </a:lnTo>
                </a:path>
                <a:path w="751840" h="1069339">
                  <a:moveTo>
                    <a:pt x="555604" y="627728"/>
                  </a:moveTo>
                  <a:lnTo>
                    <a:pt x="567447" y="604086"/>
                  </a:lnTo>
                </a:path>
                <a:path w="751840" h="1069339">
                  <a:moveTo>
                    <a:pt x="605127" y="601936"/>
                  </a:moveTo>
                  <a:lnTo>
                    <a:pt x="609972" y="609996"/>
                  </a:lnTo>
                </a:path>
                <a:path w="751840" h="1069339">
                  <a:moveTo>
                    <a:pt x="639599" y="682555"/>
                  </a:moveTo>
                  <a:lnTo>
                    <a:pt x="667052" y="794869"/>
                  </a:lnTo>
                </a:path>
                <a:path w="751840" h="1069339">
                  <a:moveTo>
                    <a:pt x="686431" y="871726"/>
                  </a:moveTo>
                  <a:lnTo>
                    <a:pt x="712269" y="967920"/>
                  </a:lnTo>
                </a:path>
                <a:path w="751840" h="1069339">
                  <a:moveTo>
                    <a:pt x="739198" y="1042091"/>
                  </a:moveTo>
                  <a:lnTo>
                    <a:pt x="751579" y="1068971"/>
                  </a:lnTo>
                </a:path>
              </a:pathLst>
            </a:custGeom>
            <a:ln w="3226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5423239" y="2684220"/>
              <a:ext cx="33020" cy="45720"/>
            </a:xfrm>
            <a:custGeom>
              <a:avLst/>
              <a:gdLst/>
              <a:ahLst/>
              <a:cxnLst/>
              <a:rect l="l" t="t" r="r" b="b"/>
              <a:pathLst>
                <a:path w="33020" h="45719">
                  <a:moveTo>
                    <a:pt x="32835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32835" y="45671"/>
                  </a:lnTo>
                  <a:lnTo>
                    <a:pt x="3283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5423239" y="2684220"/>
              <a:ext cx="33020" cy="45720"/>
            </a:xfrm>
            <a:custGeom>
              <a:avLst/>
              <a:gdLst/>
              <a:ahLst/>
              <a:cxnLst/>
              <a:rect l="l" t="t" r="r" b="b"/>
              <a:pathLst>
                <a:path w="33020" h="45719">
                  <a:moveTo>
                    <a:pt x="0" y="45671"/>
                  </a:moveTo>
                  <a:lnTo>
                    <a:pt x="32835" y="45671"/>
                  </a:lnTo>
                  <a:lnTo>
                    <a:pt x="32835" y="0"/>
                  </a:lnTo>
                  <a:lnTo>
                    <a:pt x="0" y="0"/>
                  </a:lnTo>
                </a:path>
              </a:pathLst>
            </a:custGeom>
            <a:ln w="3765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5456074" y="268475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5456074" y="268475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5501851" y="268099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5501851" y="268099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5548144" y="267830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5548144" y="267830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593899" y="268422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5593899" y="268422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5640206" y="268851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5640206" y="268851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5685961" y="26852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5685961" y="26852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5731738" y="268207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5731738" y="268207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5778031" y="268099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5778031" y="268099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5823786" y="268314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5823786" y="268314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5870094" y="267454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5870094" y="267454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5915848" y="268636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5915848" y="268636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5961603" y="267777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5961603" y="267777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6007918" y="267616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6007918" y="267616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6053673" y="267508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6053673" y="267508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6099981" y="266270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6099981" y="266270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6145736" y="266056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6145736" y="266056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6191490" y="265894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6191490" y="265894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6237798" y="266217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6237798" y="266217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6283553" y="265411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6283553" y="265411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6329846" y="265088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6329846" y="265088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6375623" y="265572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6375623" y="265572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6421378" y="265411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6421378" y="265411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6467692" y="264820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6467692" y="264820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6513447" y="263799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6513447" y="263799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6559740" y="262939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6559740" y="262939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6605510" y="260736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6605510" y="260736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6651265" y="254931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6651265" y="254931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6697572" y="242302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6697572" y="242302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6743327" y="214194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6743327" y="214194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6789620" y="172489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6789620" y="172489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6835397" y="14534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6835397" y="14534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6881152" y="162278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6881152" y="162278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6927445" y="194417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6927445" y="194417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6973214" y="228920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6973214" y="228920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7019507" y="249503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7019507" y="249503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7065284" y="252084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7065284" y="252084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7111039" y="249771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7111039" y="249771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7157332" y="236014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7157332" y="236014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7203101" y="215537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7203101" y="215537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7249395" y="205971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7249395" y="205971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7295149" y="21354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7295149" y="21354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7340926" y="232520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7340926" y="232520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7387219" y="249771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7387219" y="249771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7432988" y="259661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7432988" y="259661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7479282" y="262724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7479282" y="262724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7525037" y="264282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7525037" y="264282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7570813" y="266432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7570813" y="266432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7617106" y="265894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72" y="45689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7617106" y="265894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72" y="45689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7662883" y="266163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7662883" y="266163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7709176" y="265894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89"/>
                  </a:lnTo>
                  <a:lnTo>
                    <a:pt x="45754" y="45689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7709176" y="265894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89"/>
                  </a:moveTo>
                  <a:lnTo>
                    <a:pt x="45754" y="45689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89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7754931" y="266917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7754931" y="266917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7800700" y="267293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7800700" y="267293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7846993" y="267132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7846993" y="267132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7892748" y="267723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7892748" y="267723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7939056" y="267938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7939056" y="267938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7984811" y="268690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7984811" y="268690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8030587" y="267884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8030587" y="267884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8076881" y="268260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8076881" y="268260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8122635" y="267132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8122635" y="267132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8168943" y="267992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8168943" y="267992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8214698" y="268260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8214698" y="268260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8260453" y="268099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8260453" y="268099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8306768" y="267938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8306768" y="267938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8352523" y="267186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8352523" y="267186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8398837" y="267938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8398837" y="267938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8444592" y="268260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8444592" y="268260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8490347" y="267132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8490347" y="267132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8536655" y="267347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8536655" y="267347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8582410" y="267777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54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54" y="4567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8582410" y="267777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54" y="4567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8628703" y="267562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45772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45772" y="4567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8628703" y="267562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19">
                  <a:moveTo>
                    <a:pt x="0" y="45671"/>
                  </a:moveTo>
                  <a:lnTo>
                    <a:pt x="45772" y="4567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71"/>
                  </a:lnTo>
                  <a:close/>
                </a:path>
              </a:pathLst>
            </a:custGeom>
            <a:ln w="376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8674473" y="2677235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19">
                  <a:moveTo>
                    <a:pt x="31228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31228" y="45671"/>
                  </a:lnTo>
                  <a:lnTo>
                    <a:pt x="3122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8674473" y="2677235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19">
                  <a:moveTo>
                    <a:pt x="31228" y="0"/>
                  </a:moveTo>
                  <a:lnTo>
                    <a:pt x="0" y="0"/>
                  </a:lnTo>
                  <a:lnTo>
                    <a:pt x="0" y="45671"/>
                  </a:lnTo>
                  <a:lnTo>
                    <a:pt x="31228" y="45671"/>
                  </a:lnTo>
                </a:path>
              </a:pathLst>
            </a:custGeom>
            <a:ln w="3765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1" name="object 261" descr=""/>
          <p:cNvSpPr txBox="1"/>
          <p:nvPr/>
        </p:nvSpPr>
        <p:spPr>
          <a:xfrm>
            <a:off x="6485256" y="1433272"/>
            <a:ext cx="1193165" cy="697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dirty="0" baseline="20370" sz="2250" spc="-37">
                <a:latin typeface="Arial MT"/>
                <a:cs typeface="Arial MT"/>
              </a:rPr>
              <a:t>K</a:t>
            </a:r>
            <a:r>
              <a:rPr dirty="0" sz="900" spc="-25">
                <a:latin typeface="Symbol"/>
                <a:cs typeface="Symbol"/>
              </a:rPr>
              <a:t></a:t>
            </a:r>
            <a:endParaRPr sz="9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900">
              <a:latin typeface="Symbol"/>
              <a:cs typeface="Symbol"/>
            </a:endParaRPr>
          </a:p>
          <a:p>
            <a:pPr algn="r" marR="43180">
              <a:lnSpc>
                <a:spcPct val="100000"/>
              </a:lnSpc>
            </a:pPr>
            <a:r>
              <a:rPr dirty="0" baseline="20370" sz="2250" spc="-37">
                <a:latin typeface="Arial MT"/>
                <a:cs typeface="Arial MT"/>
              </a:rPr>
              <a:t>K</a:t>
            </a:r>
            <a:r>
              <a:rPr dirty="0" sz="900" spc="-25">
                <a:latin typeface="Symbol"/>
                <a:cs typeface="Symbol"/>
              </a:rPr>
              <a:t></a:t>
            </a:r>
            <a:endParaRPr sz="900">
              <a:latin typeface="Symbol"/>
              <a:cs typeface="Symbol"/>
            </a:endParaRPr>
          </a:p>
        </p:txBody>
      </p:sp>
      <p:sp>
        <p:nvSpPr>
          <p:cNvPr id="262" name="object 262" descr=""/>
          <p:cNvSpPr txBox="1"/>
          <p:nvPr/>
        </p:nvSpPr>
        <p:spPr>
          <a:xfrm>
            <a:off x="8042110" y="2390970"/>
            <a:ext cx="66103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latin typeface="Arial MT"/>
                <a:cs typeface="Arial MT"/>
              </a:rPr>
              <a:t>0.02</a:t>
            </a:r>
            <a:r>
              <a:rPr dirty="0" sz="1250" spc="55">
                <a:latin typeface="Arial MT"/>
                <a:cs typeface="Arial MT"/>
              </a:rPr>
              <a:t> </a:t>
            </a:r>
            <a:r>
              <a:rPr dirty="0" sz="1250" spc="-25">
                <a:latin typeface="Arial MT"/>
                <a:cs typeface="Arial MT"/>
              </a:rPr>
              <a:t>deg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63" name="object 263" descr=""/>
          <p:cNvSpPr txBox="1"/>
          <p:nvPr/>
        </p:nvSpPr>
        <p:spPr>
          <a:xfrm>
            <a:off x="8045340" y="2789744"/>
            <a:ext cx="66103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latin typeface="Arial MT"/>
                <a:cs typeface="Arial MT"/>
              </a:rPr>
              <a:t>0.05</a:t>
            </a:r>
            <a:r>
              <a:rPr dirty="0" sz="1250" spc="55">
                <a:latin typeface="Arial MT"/>
                <a:cs typeface="Arial MT"/>
              </a:rPr>
              <a:t> </a:t>
            </a:r>
            <a:r>
              <a:rPr dirty="0" sz="1250" spc="-25">
                <a:latin typeface="Arial MT"/>
                <a:cs typeface="Arial MT"/>
              </a:rPr>
              <a:t>deg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64" name="object 264" descr=""/>
          <p:cNvSpPr txBox="1"/>
          <p:nvPr/>
        </p:nvSpPr>
        <p:spPr>
          <a:xfrm>
            <a:off x="6712863" y="3580851"/>
            <a:ext cx="7035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30"/>
              </a:lnSpc>
              <a:spcBef>
                <a:spcPts val="95"/>
              </a:spcBef>
              <a:tabLst>
                <a:tab pos="480695" algn="l"/>
              </a:tabLst>
            </a:pPr>
            <a:r>
              <a:rPr dirty="0" sz="850" spc="-20">
                <a:latin typeface="Arial MT"/>
                <a:cs typeface="Arial MT"/>
              </a:rPr>
              <a:t>63.2</a:t>
            </a:r>
            <a:r>
              <a:rPr dirty="0" sz="850">
                <a:latin typeface="Arial MT"/>
                <a:cs typeface="Arial MT"/>
              </a:rPr>
              <a:t>	</a:t>
            </a:r>
            <a:r>
              <a:rPr dirty="0" sz="850" spc="-20">
                <a:latin typeface="Arial MT"/>
                <a:cs typeface="Arial MT"/>
              </a:rPr>
              <a:t>63.4</a:t>
            </a:r>
            <a:endParaRPr sz="850">
              <a:latin typeface="Arial MT"/>
              <a:cs typeface="Arial MT"/>
            </a:endParaRPr>
          </a:p>
          <a:p>
            <a:pPr marL="31115">
              <a:lnSpc>
                <a:spcPts val="930"/>
              </a:lnSpc>
            </a:pPr>
            <a:r>
              <a:rPr dirty="0" sz="850" spc="-10" b="1">
                <a:latin typeface="Arial"/>
                <a:cs typeface="Arial"/>
              </a:rPr>
              <a:t>2Theta</a:t>
            </a:r>
            <a:r>
              <a:rPr dirty="0" sz="850" spc="-30" b="1">
                <a:latin typeface="Arial"/>
                <a:cs typeface="Arial"/>
              </a:rPr>
              <a:t> </a:t>
            </a:r>
            <a:r>
              <a:rPr dirty="0" sz="850" spc="-10" b="1">
                <a:latin typeface="Arial"/>
                <a:cs typeface="Arial"/>
              </a:rPr>
              <a:t>(deg)</a:t>
            </a:r>
            <a:endParaRPr sz="850">
              <a:latin typeface="Arial"/>
              <a:cs typeface="Arial"/>
            </a:endParaRPr>
          </a:p>
        </p:txBody>
      </p:sp>
      <p:sp>
        <p:nvSpPr>
          <p:cNvPr id="265" name="object 265" descr=""/>
          <p:cNvSpPr txBox="1"/>
          <p:nvPr/>
        </p:nvSpPr>
        <p:spPr>
          <a:xfrm>
            <a:off x="5210223" y="2061791"/>
            <a:ext cx="146050" cy="784860"/>
          </a:xfrm>
          <a:prstGeom prst="rect">
            <a:avLst/>
          </a:prstGeom>
        </p:spPr>
        <p:txBody>
          <a:bodyPr wrap="square" lIns="0" tIns="19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10" b="1">
                <a:latin typeface="Arial"/>
                <a:cs typeface="Arial"/>
              </a:rPr>
              <a:t>Intensity</a:t>
            </a:r>
            <a:r>
              <a:rPr dirty="0" sz="850" spc="-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(a. </a:t>
            </a:r>
            <a:r>
              <a:rPr dirty="0" sz="850" spc="-25" b="1">
                <a:latin typeface="Arial"/>
                <a:cs typeface="Arial"/>
              </a:rPr>
              <a:t>u.)</a:t>
            </a:r>
            <a:endParaRPr sz="850">
              <a:latin typeface="Arial"/>
              <a:cs typeface="Arial"/>
            </a:endParaRPr>
          </a:p>
        </p:txBody>
      </p:sp>
      <p:sp>
        <p:nvSpPr>
          <p:cNvPr id="266" name="object 266" descr=""/>
          <p:cNvSpPr txBox="1"/>
          <p:nvPr/>
        </p:nvSpPr>
        <p:spPr>
          <a:xfrm>
            <a:off x="8095401" y="3174018"/>
            <a:ext cx="57023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latin typeface="Arial MT"/>
                <a:cs typeface="Arial MT"/>
              </a:rPr>
              <a:t>0.1</a:t>
            </a:r>
            <a:r>
              <a:rPr dirty="0" sz="1250" spc="40">
                <a:latin typeface="Arial MT"/>
                <a:cs typeface="Arial MT"/>
              </a:rPr>
              <a:t> </a:t>
            </a:r>
            <a:r>
              <a:rPr dirty="0" sz="1250" spc="-25">
                <a:latin typeface="Arial MT"/>
                <a:cs typeface="Arial MT"/>
              </a:rPr>
              <a:t>deg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267" name="object 267" descr=""/>
          <p:cNvGrpSpPr/>
          <p:nvPr/>
        </p:nvGrpSpPr>
        <p:grpSpPr>
          <a:xfrm>
            <a:off x="5379098" y="4090547"/>
            <a:ext cx="3330575" cy="2223770"/>
            <a:chOff x="5379098" y="4090547"/>
            <a:chExt cx="3330575" cy="2223770"/>
          </a:xfrm>
        </p:grpSpPr>
        <p:sp>
          <p:nvSpPr>
            <p:cNvPr id="268" name="object 268" descr=""/>
            <p:cNvSpPr/>
            <p:nvPr/>
          </p:nvSpPr>
          <p:spPr>
            <a:xfrm>
              <a:off x="5379098" y="4094843"/>
              <a:ext cx="3326129" cy="2219325"/>
            </a:xfrm>
            <a:custGeom>
              <a:avLst/>
              <a:gdLst/>
              <a:ahLst/>
              <a:cxnLst/>
              <a:rect l="l" t="t" r="r" b="b"/>
              <a:pathLst>
                <a:path w="3326129" h="2219325">
                  <a:moveTo>
                    <a:pt x="44140" y="2175266"/>
                  </a:moveTo>
                  <a:lnTo>
                    <a:pt x="3326056" y="2175266"/>
                  </a:lnTo>
                </a:path>
                <a:path w="3326129" h="2219325">
                  <a:moveTo>
                    <a:pt x="44140" y="0"/>
                  </a:moveTo>
                  <a:lnTo>
                    <a:pt x="3326056" y="0"/>
                  </a:lnTo>
                </a:path>
                <a:path w="3326129" h="2219325">
                  <a:moveTo>
                    <a:pt x="249265" y="2175266"/>
                  </a:moveTo>
                  <a:lnTo>
                    <a:pt x="249265" y="2197282"/>
                  </a:lnTo>
                </a:path>
                <a:path w="3326129" h="2219325">
                  <a:moveTo>
                    <a:pt x="659502" y="2175266"/>
                  </a:moveTo>
                  <a:lnTo>
                    <a:pt x="659502" y="2197282"/>
                  </a:lnTo>
                </a:path>
                <a:path w="3326129" h="2219325">
                  <a:moveTo>
                    <a:pt x="1069732" y="2175266"/>
                  </a:moveTo>
                  <a:lnTo>
                    <a:pt x="1069732" y="2197282"/>
                  </a:lnTo>
                </a:path>
                <a:path w="3326129" h="2219325">
                  <a:moveTo>
                    <a:pt x="1479983" y="2175266"/>
                  </a:moveTo>
                  <a:lnTo>
                    <a:pt x="1479983" y="2197282"/>
                  </a:lnTo>
                </a:path>
                <a:path w="3326129" h="2219325">
                  <a:moveTo>
                    <a:pt x="1890213" y="2175266"/>
                  </a:moveTo>
                  <a:lnTo>
                    <a:pt x="1890213" y="2197282"/>
                  </a:lnTo>
                </a:path>
                <a:path w="3326129" h="2219325">
                  <a:moveTo>
                    <a:pt x="2300471" y="2175266"/>
                  </a:moveTo>
                  <a:lnTo>
                    <a:pt x="2300471" y="2197282"/>
                  </a:lnTo>
                </a:path>
                <a:path w="3326129" h="2219325">
                  <a:moveTo>
                    <a:pt x="2710701" y="2175266"/>
                  </a:moveTo>
                  <a:lnTo>
                    <a:pt x="2710701" y="2197282"/>
                  </a:lnTo>
                </a:path>
                <a:path w="3326129" h="2219325">
                  <a:moveTo>
                    <a:pt x="3120938" y="2175266"/>
                  </a:moveTo>
                  <a:lnTo>
                    <a:pt x="3120938" y="2197282"/>
                  </a:lnTo>
                </a:path>
                <a:path w="3326129" h="2219325">
                  <a:moveTo>
                    <a:pt x="44140" y="2175266"/>
                  </a:moveTo>
                  <a:lnTo>
                    <a:pt x="44140" y="2219313"/>
                  </a:lnTo>
                </a:path>
                <a:path w="3326129" h="2219325">
                  <a:moveTo>
                    <a:pt x="454377" y="2175266"/>
                  </a:moveTo>
                  <a:lnTo>
                    <a:pt x="454377" y="2219313"/>
                  </a:lnTo>
                </a:path>
                <a:path w="3326129" h="2219325">
                  <a:moveTo>
                    <a:pt x="864621" y="2175266"/>
                  </a:moveTo>
                  <a:lnTo>
                    <a:pt x="864621" y="2219313"/>
                  </a:lnTo>
                </a:path>
                <a:path w="3326129" h="2219325">
                  <a:moveTo>
                    <a:pt x="1274858" y="2175266"/>
                  </a:moveTo>
                  <a:lnTo>
                    <a:pt x="1274858" y="2219313"/>
                  </a:lnTo>
                </a:path>
                <a:path w="3326129" h="2219325">
                  <a:moveTo>
                    <a:pt x="1685109" y="2175266"/>
                  </a:moveTo>
                  <a:lnTo>
                    <a:pt x="1685109" y="2219313"/>
                  </a:lnTo>
                </a:path>
                <a:path w="3326129" h="2219325">
                  <a:moveTo>
                    <a:pt x="2095339" y="2175266"/>
                  </a:moveTo>
                  <a:lnTo>
                    <a:pt x="2095339" y="2219313"/>
                  </a:lnTo>
                </a:path>
                <a:path w="3326129" h="2219325">
                  <a:moveTo>
                    <a:pt x="2505575" y="2175266"/>
                  </a:moveTo>
                  <a:lnTo>
                    <a:pt x="2505575" y="2219313"/>
                  </a:lnTo>
                </a:path>
                <a:path w="3326129" h="2219325">
                  <a:moveTo>
                    <a:pt x="2915827" y="2175266"/>
                  </a:moveTo>
                  <a:lnTo>
                    <a:pt x="2915827" y="2219313"/>
                  </a:lnTo>
                </a:path>
                <a:path w="3326129" h="2219325">
                  <a:moveTo>
                    <a:pt x="3326056" y="2175266"/>
                  </a:moveTo>
                  <a:lnTo>
                    <a:pt x="3326056" y="2219313"/>
                  </a:lnTo>
                </a:path>
                <a:path w="3326129" h="2219325">
                  <a:moveTo>
                    <a:pt x="44140" y="2175266"/>
                  </a:moveTo>
                  <a:lnTo>
                    <a:pt x="44140" y="0"/>
                  </a:lnTo>
                </a:path>
                <a:path w="3326129" h="2219325">
                  <a:moveTo>
                    <a:pt x="3326056" y="2175266"/>
                  </a:moveTo>
                  <a:lnTo>
                    <a:pt x="3326056" y="0"/>
                  </a:lnTo>
                </a:path>
                <a:path w="3326129" h="2219325">
                  <a:moveTo>
                    <a:pt x="44140" y="1986210"/>
                  </a:moveTo>
                  <a:lnTo>
                    <a:pt x="22070" y="1986210"/>
                  </a:lnTo>
                </a:path>
                <a:path w="3326129" h="2219325">
                  <a:moveTo>
                    <a:pt x="44140" y="1607541"/>
                  </a:moveTo>
                  <a:lnTo>
                    <a:pt x="22070" y="1607541"/>
                  </a:lnTo>
                </a:path>
                <a:path w="3326129" h="2219325">
                  <a:moveTo>
                    <a:pt x="44140" y="1229430"/>
                  </a:moveTo>
                  <a:lnTo>
                    <a:pt x="22070" y="1229430"/>
                  </a:lnTo>
                </a:path>
                <a:path w="3326129" h="2219325">
                  <a:moveTo>
                    <a:pt x="44140" y="851304"/>
                  </a:moveTo>
                  <a:lnTo>
                    <a:pt x="22070" y="851304"/>
                  </a:lnTo>
                </a:path>
                <a:path w="3326129" h="2219325">
                  <a:moveTo>
                    <a:pt x="44140" y="472635"/>
                  </a:moveTo>
                  <a:lnTo>
                    <a:pt x="22070" y="472635"/>
                  </a:lnTo>
                </a:path>
                <a:path w="3326129" h="2219325">
                  <a:moveTo>
                    <a:pt x="44140" y="94524"/>
                  </a:moveTo>
                  <a:lnTo>
                    <a:pt x="22069" y="94524"/>
                  </a:lnTo>
                </a:path>
                <a:path w="3326129" h="2219325">
                  <a:moveTo>
                    <a:pt x="44140" y="2175266"/>
                  </a:moveTo>
                  <a:lnTo>
                    <a:pt x="0" y="2175266"/>
                  </a:lnTo>
                </a:path>
                <a:path w="3326129" h="2219325">
                  <a:moveTo>
                    <a:pt x="44140" y="1797155"/>
                  </a:moveTo>
                  <a:lnTo>
                    <a:pt x="0" y="1797155"/>
                  </a:lnTo>
                </a:path>
                <a:path w="3326129" h="2219325">
                  <a:moveTo>
                    <a:pt x="44140" y="1418485"/>
                  </a:moveTo>
                  <a:lnTo>
                    <a:pt x="0" y="1418485"/>
                  </a:lnTo>
                </a:path>
                <a:path w="3326129" h="2219325">
                  <a:moveTo>
                    <a:pt x="44140" y="1040360"/>
                  </a:moveTo>
                  <a:lnTo>
                    <a:pt x="0" y="1040360"/>
                  </a:lnTo>
                </a:path>
                <a:path w="3326129" h="2219325">
                  <a:moveTo>
                    <a:pt x="44140" y="662249"/>
                  </a:moveTo>
                  <a:lnTo>
                    <a:pt x="0" y="662249"/>
                  </a:lnTo>
                </a:path>
                <a:path w="3326129" h="2219325">
                  <a:moveTo>
                    <a:pt x="44140" y="283579"/>
                  </a:moveTo>
                  <a:lnTo>
                    <a:pt x="0" y="283579"/>
                  </a:lnTo>
                </a:path>
              </a:pathLst>
            </a:custGeom>
            <a:ln w="86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5423239" y="5246933"/>
              <a:ext cx="3282950" cy="1000125"/>
            </a:xfrm>
            <a:custGeom>
              <a:avLst/>
              <a:gdLst/>
              <a:ahLst/>
              <a:cxnLst/>
              <a:rect l="l" t="t" r="r" b="b"/>
              <a:pathLst>
                <a:path w="3282950" h="1000125">
                  <a:moveTo>
                    <a:pt x="0" y="995564"/>
                  </a:moveTo>
                  <a:lnTo>
                    <a:pt x="262184" y="990420"/>
                  </a:lnTo>
                </a:path>
                <a:path w="3282950" h="1000125">
                  <a:moveTo>
                    <a:pt x="341873" y="987735"/>
                  </a:moveTo>
                  <a:lnTo>
                    <a:pt x="669744" y="970014"/>
                  </a:lnTo>
                </a:path>
                <a:path w="3282950" h="1000125">
                  <a:moveTo>
                    <a:pt x="748335" y="958716"/>
                  </a:moveTo>
                  <a:lnTo>
                    <a:pt x="1078366" y="878691"/>
                  </a:lnTo>
                </a:path>
                <a:path w="3282950" h="1000125">
                  <a:moveTo>
                    <a:pt x="1133272" y="833584"/>
                  </a:moveTo>
                  <a:lnTo>
                    <a:pt x="1508512" y="5906"/>
                  </a:lnTo>
                </a:path>
                <a:path w="3282950" h="1000125">
                  <a:moveTo>
                    <a:pt x="1550514" y="0"/>
                  </a:moveTo>
                  <a:lnTo>
                    <a:pt x="1906383" y="409807"/>
                  </a:lnTo>
                </a:path>
                <a:path w="3282950" h="1000125">
                  <a:moveTo>
                    <a:pt x="1956983" y="471024"/>
                  </a:moveTo>
                  <a:lnTo>
                    <a:pt x="2315543" y="924349"/>
                  </a:lnTo>
                </a:path>
                <a:path w="3282950" h="1000125">
                  <a:moveTo>
                    <a:pt x="2380153" y="959253"/>
                  </a:moveTo>
                  <a:lnTo>
                    <a:pt x="2708009" y="988272"/>
                  </a:lnTo>
                </a:path>
                <a:path w="3282950" h="1000125">
                  <a:moveTo>
                    <a:pt x="2787691" y="992568"/>
                  </a:moveTo>
                  <a:lnTo>
                    <a:pt x="3115569" y="999012"/>
                  </a:lnTo>
                </a:path>
                <a:path w="3282950" h="1000125">
                  <a:moveTo>
                    <a:pt x="3195236" y="999549"/>
                  </a:moveTo>
                  <a:lnTo>
                    <a:pt x="3282461" y="999692"/>
                  </a:lnTo>
                </a:path>
              </a:pathLst>
            </a:custGeom>
            <a:ln w="3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5702110" y="621370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5702110" y="621370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6109670" y="619169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6109670" y="619169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6517216" y="609340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6517216" y="609340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6924754" y="519375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6924754" y="519375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7332313" y="566372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7332313" y="566372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7740397" y="617934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7740397" y="617934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8147950" y="621587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8147950" y="621587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8555495" y="622339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8555495" y="622339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5423238" y="4693170"/>
              <a:ext cx="3282950" cy="1175385"/>
            </a:xfrm>
            <a:custGeom>
              <a:avLst/>
              <a:gdLst/>
              <a:ahLst/>
              <a:cxnLst/>
              <a:rect l="l" t="t" r="r" b="b"/>
              <a:pathLst>
                <a:path w="3282950" h="1175385">
                  <a:moveTo>
                    <a:pt x="0" y="1173820"/>
                  </a:moveTo>
                  <a:lnTo>
                    <a:pt x="58135" y="1173569"/>
                  </a:lnTo>
                </a:path>
                <a:path w="3282950" h="1175385">
                  <a:moveTo>
                    <a:pt x="137824" y="1171421"/>
                  </a:moveTo>
                  <a:lnTo>
                    <a:pt x="261646" y="1167125"/>
                  </a:lnTo>
                </a:path>
                <a:path w="3282950" h="1175385">
                  <a:moveTo>
                    <a:pt x="341335" y="1163903"/>
                  </a:moveTo>
                  <a:lnTo>
                    <a:pt x="465695" y="1158533"/>
                  </a:lnTo>
                </a:path>
                <a:path w="3282950" h="1175385">
                  <a:moveTo>
                    <a:pt x="545384" y="1154237"/>
                  </a:moveTo>
                  <a:lnTo>
                    <a:pt x="669744" y="1146719"/>
                  </a:lnTo>
                </a:path>
                <a:path w="3282950" h="1175385">
                  <a:moveTo>
                    <a:pt x="749411" y="1141349"/>
                  </a:moveTo>
                  <a:lnTo>
                    <a:pt x="873233" y="1132221"/>
                  </a:lnTo>
                </a:path>
                <a:path w="3282950" h="1175385">
                  <a:moveTo>
                    <a:pt x="951846" y="1119870"/>
                  </a:moveTo>
                  <a:lnTo>
                    <a:pt x="1078366" y="1087099"/>
                  </a:lnTo>
                </a:path>
                <a:path w="3282950" h="1175385">
                  <a:moveTo>
                    <a:pt x="1135963" y="1042529"/>
                  </a:moveTo>
                  <a:lnTo>
                    <a:pt x="1301786" y="727246"/>
                  </a:lnTo>
                </a:path>
                <a:path w="3282950" h="1175385">
                  <a:moveTo>
                    <a:pt x="1331392" y="654194"/>
                  </a:moveTo>
                  <a:lnTo>
                    <a:pt x="1513910" y="6980"/>
                  </a:lnTo>
                </a:path>
                <a:path w="3282950" h="1175385">
                  <a:moveTo>
                    <a:pt x="1549437" y="0"/>
                  </a:moveTo>
                  <a:lnTo>
                    <a:pt x="1703949" y="195499"/>
                  </a:lnTo>
                </a:path>
                <a:path w="3282950" h="1175385">
                  <a:moveTo>
                    <a:pt x="1747551" y="261570"/>
                  </a:moveTo>
                  <a:lnTo>
                    <a:pt x="1913381" y="569873"/>
                  </a:lnTo>
                </a:path>
                <a:path w="3282950" h="1175385">
                  <a:moveTo>
                    <a:pt x="1949446" y="640769"/>
                  </a:moveTo>
                  <a:lnTo>
                    <a:pt x="2119045" y="988272"/>
                  </a:lnTo>
                </a:path>
                <a:path w="3282950" h="1175385">
                  <a:moveTo>
                    <a:pt x="2170721" y="1044140"/>
                  </a:moveTo>
                  <a:lnTo>
                    <a:pt x="2305854" y="1119870"/>
                  </a:lnTo>
                </a:path>
                <a:path w="3282950" h="1175385">
                  <a:moveTo>
                    <a:pt x="2380153" y="1143497"/>
                  </a:moveTo>
                  <a:lnTo>
                    <a:pt x="2503975" y="1154774"/>
                  </a:lnTo>
                </a:path>
                <a:path w="3282950" h="1175385">
                  <a:moveTo>
                    <a:pt x="2583642" y="1160681"/>
                  </a:moveTo>
                  <a:lnTo>
                    <a:pt x="2708009" y="1166051"/>
                  </a:lnTo>
                </a:path>
                <a:path w="3282950" h="1175385">
                  <a:moveTo>
                    <a:pt x="2787691" y="1169273"/>
                  </a:moveTo>
                  <a:lnTo>
                    <a:pt x="2911520" y="1172495"/>
                  </a:lnTo>
                </a:path>
                <a:path w="3282950" h="1175385">
                  <a:moveTo>
                    <a:pt x="2991209" y="1173569"/>
                  </a:moveTo>
                  <a:lnTo>
                    <a:pt x="3115569" y="1174643"/>
                  </a:lnTo>
                </a:path>
                <a:path w="3282950" h="1175385">
                  <a:moveTo>
                    <a:pt x="3195236" y="1174643"/>
                  </a:moveTo>
                  <a:lnTo>
                    <a:pt x="3282461" y="1175019"/>
                  </a:lnTo>
                </a:path>
              </a:pathLst>
            </a:custGeom>
            <a:ln w="32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5498083" y="584311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5498083" y="584311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5701572" y="583559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72" y="45643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5701572" y="583559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72" y="45643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5905621" y="582700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5905621" y="582700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6109670" y="581411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6109670" y="581411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6313159" y="579959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6313159" y="579959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6517215" y="574751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6517215" y="574751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6720719" y="536240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6720719" y="536240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6924754" y="463891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6924754" y="463891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7128803" y="489672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7128803" y="489672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7332313" y="527485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7332313" y="527485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7536341" y="569433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7536341" y="569433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7740397" y="580981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72" y="45643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7740397" y="580981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72" y="45643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7943901" y="582861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7943901" y="582861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8147950" y="583827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8147950" y="583827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8351446" y="584365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8351446" y="584365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8555495" y="584472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8555495" y="584472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5491623" y="4284973"/>
              <a:ext cx="3138805" cy="1204595"/>
            </a:xfrm>
            <a:custGeom>
              <a:avLst/>
              <a:gdLst/>
              <a:ahLst/>
              <a:cxnLst/>
              <a:rect l="l" t="t" r="r" b="b"/>
              <a:pathLst>
                <a:path w="3138804" h="1204595">
                  <a:moveTo>
                    <a:pt x="0" y="1203117"/>
                  </a:moveTo>
                  <a:lnTo>
                    <a:pt x="538" y="1202580"/>
                  </a:lnTo>
                </a:path>
                <a:path w="3138804" h="1204595">
                  <a:moveTo>
                    <a:pt x="80205" y="1200969"/>
                  </a:moveTo>
                  <a:lnTo>
                    <a:pt x="81282" y="1200969"/>
                  </a:lnTo>
                </a:path>
                <a:path w="3138804" h="1204595">
                  <a:moveTo>
                    <a:pt x="160964" y="1198284"/>
                  </a:moveTo>
                  <a:lnTo>
                    <a:pt x="161502" y="1197747"/>
                  </a:lnTo>
                </a:path>
                <a:path w="3138804" h="1204595">
                  <a:moveTo>
                    <a:pt x="241191" y="1195063"/>
                  </a:moveTo>
                  <a:lnTo>
                    <a:pt x="242267" y="1194526"/>
                  </a:lnTo>
                </a:path>
                <a:path w="3138804" h="1204595">
                  <a:moveTo>
                    <a:pt x="321935" y="1191304"/>
                  </a:moveTo>
                  <a:lnTo>
                    <a:pt x="322473" y="1191304"/>
                  </a:lnTo>
                </a:path>
                <a:path w="3138804" h="1204595">
                  <a:moveTo>
                    <a:pt x="402155" y="1187530"/>
                  </a:moveTo>
                  <a:lnTo>
                    <a:pt x="403231" y="1186993"/>
                  </a:lnTo>
                </a:path>
                <a:path w="3138804" h="1204595">
                  <a:moveTo>
                    <a:pt x="482920" y="1183771"/>
                  </a:moveTo>
                  <a:lnTo>
                    <a:pt x="483459" y="1183234"/>
                  </a:lnTo>
                </a:path>
                <a:path w="3138804" h="1204595">
                  <a:moveTo>
                    <a:pt x="563126" y="1179476"/>
                  </a:moveTo>
                  <a:lnTo>
                    <a:pt x="564203" y="1178939"/>
                  </a:lnTo>
                </a:path>
                <a:path w="3138804" h="1204595">
                  <a:moveTo>
                    <a:pt x="643884" y="1173569"/>
                  </a:moveTo>
                  <a:lnTo>
                    <a:pt x="644423" y="1173032"/>
                  </a:lnTo>
                </a:path>
                <a:path w="3138804" h="1204595">
                  <a:moveTo>
                    <a:pt x="724104" y="1168736"/>
                  </a:moveTo>
                  <a:lnTo>
                    <a:pt x="725181" y="1168199"/>
                  </a:lnTo>
                </a:path>
                <a:path w="3138804" h="1204595">
                  <a:moveTo>
                    <a:pt x="804848" y="1163366"/>
                  </a:moveTo>
                  <a:lnTo>
                    <a:pt x="805387" y="1162829"/>
                  </a:lnTo>
                </a:path>
                <a:path w="3138804" h="1204595">
                  <a:moveTo>
                    <a:pt x="885076" y="1155311"/>
                  </a:moveTo>
                  <a:lnTo>
                    <a:pt x="885614" y="1154774"/>
                  </a:lnTo>
                </a:path>
                <a:path w="3138804" h="1204595">
                  <a:moveTo>
                    <a:pt x="964765" y="1143497"/>
                  </a:moveTo>
                  <a:lnTo>
                    <a:pt x="966918" y="1143497"/>
                  </a:lnTo>
                </a:path>
                <a:path w="3138804" h="1204595">
                  <a:moveTo>
                    <a:pt x="1042279" y="1119870"/>
                  </a:moveTo>
                  <a:lnTo>
                    <a:pt x="1050353" y="1116111"/>
                  </a:lnTo>
                </a:path>
                <a:path w="3138804" h="1204595">
                  <a:moveTo>
                    <a:pt x="1112810" y="1069909"/>
                  </a:moveTo>
                  <a:lnTo>
                    <a:pt x="1140801" y="1037689"/>
                  </a:lnTo>
                </a:path>
                <a:path w="3138804" h="1204595">
                  <a:moveTo>
                    <a:pt x="1181173" y="971088"/>
                  </a:moveTo>
                  <a:lnTo>
                    <a:pt x="1233402" y="829288"/>
                  </a:lnTo>
                </a:path>
                <a:path w="3138804" h="1204595">
                  <a:moveTo>
                    <a:pt x="1254933" y="753014"/>
                  </a:moveTo>
                  <a:lnTo>
                    <a:pt x="1320605" y="428065"/>
                  </a:lnTo>
                </a:path>
                <a:path w="3138804" h="1204595">
                  <a:moveTo>
                    <a:pt x="1337314" y="350187"/>
                  </a:moveTo>
                  <a:lnTo>
                    <a:pt x="1399217" y="90765"/>
                  </a:lnTo>
                </a:path>
                <a:path w="3138804" h="1204595">
                  <a:moveTo>
                    <a:pt x="1436898" y="24164"/>
                  </a:moveTo>
                  <a:lnTo>
                    <a:pt x="1460597" y="0"/>
                  </a:lnTo>
                </a:path>
                <a:path w="3138804" h="1204595">
                  <a:moveTo>
                    <a:pt x="1512273" y="4295"/>
                  </a:moveTo>
                  <a:lnTo>
                    <a:pt x="1546186" y="52639"/>
                  </a:lnTo>
                </a:path>
                <a:path w="3138804" h="1204595">
                  <a:moveTo>
                    <a:pt x="1589271" y="119225"/>
                  </a:moveTo>
                  <a:lnTo>
                    <a:pt x="1630181" y="192277"/>
                  </a:lnTo>
                </a:path>
                <a:path w="3138804" h="1204595">
                  <a:moveTo>
                    <a:pt x="1671630" y="259952"/>
                  </a:moveTo>
                  <a:lnTo>
                    <a:pt x="1708786" y="317431"/>
                  </a:lnTo>
                </a:path>
                <a:path w="3138804" h="1204595">
                  <a:moveTo>
                    <a:pt x="1747543" y="386717"/>
                  </a:moveTo>
                  <a:lnTo>
                    <a:pt x="1793298" y="483396"/>
                  </a:lnTo>
                </a:path>
                <a:path w="3138804" h="1204595">
                  <a:moveTo>
                    <a:pt x="1827232" y="555367"/>
                  </a:moveTo>
                  <a:lnTo>
                    <a:pt x="1874602" y="660638"/>
                  </a:lnTo>
                </a:path>
                <a:path w="3138804" h="1204595">
                  <a:moveTo>
                    <a:pt x="1906900" y="733146"/>
                  </a:moveTo>
                  <a:lnTo>
                    <a:pt x="1955899" y="847545"/>
                  </a:lnTo>
                </a:path>
                <a:path w="3138804" h="1204595">
                  <a:moveTo>
                    <a:pt x="1990888" y="918979"/>
                  </a:moveTo>
                  <a:lnTo>
                    <a:pt x="2032875" y="996327"/>
                  </a:lnTo>
                </a:path>
                <a:path w="3138804" h="1204595">
                  <a:moveTo>
                    <a:pt x="2078113" y="1061317"/>
                  </a:moveTo>
                  <a:lnTo>
                    <a:pt x="2106642" y="1094073"/>
                  </a:lnTo>
                </a:path>
                <a:path w="3138804" h="1204595">
                  <a:moveTo>
                    <a:pt x="2169623" y="1138664"/>
                  </a:moveTo>
                  <a:lnTo>
                    <a:pt x="2176104" y="1141886"/>
                  </a:lnTo>
                </a:path>
                <a:path w="3138804" h="1204595">
                  <a:moveTo>
                    <a:pt x="2252541" y="1162829"/>
                  </a:moveTo>
                  <a:lnTo>
                    <a:pt x="2254156" y="1163366"/>
                  </a:lnTo>
                </a:path>
                <a:path w="3138804" h="1204595">
                  <a:moveTo>
                    <a:pt x="2332761" y="1174643"/>
                  </a:moveTo>
                  <a:lnTo>
                    <a:pt x="2334915" y="1174643"/>
                  </a:lnTo>
                </a:path>
                <a:path w="3138804" h="1204595">
                  <a:moveTo>
                    <a:pt x="2414058" y="1181624"/>
                  </a:moveTo>
                  <a:lnTo>
                    <a:pt x="2414596" y="1182161"/>
                  </a:lnTo>
                </a:path>
                <a:path w="3138804" h="1204595">
                  <a:moveTo>
                    <a:pt x="2494264" y="1188067"/>
                  </a:moveTo>
                  <a:lnTo>
                    <a:pt x="2494802" y="1188604"/>
                  </a:lnTo>
                </a:path>
                <a:path w="3138804" h="1204595">
                  <a:moveTo>
                    <a:pt x="2574491" y="1193989"/>
                  </a:moveTo>
                  <a:lnTo>
                    <a:pt x="2575568" y="1193989"/>
                  </a:lnTo>
                </a:path>
                <a:path w="3138804" h="1204595">
                  <a:moveTo>
                    <a:pt x="2655249" y="1196673"/>
                  </a:moveTo>
                  <a:lnTo>
                    <a:pt x="2655788" y="1197210"/>
                  </a:lnTo>
                </a:path>
                <a:path w="3138804" h="1204595">
                  <a:moveTo>
                    <a:pt x="2735455" y="1199895"/>
                  </a:moveTo>
                  <a:lnTo>
                    <a:pt x="2736532" y="1200432"/>
                  </a:lnTo>
                </a:path>
                <a:path w="3138804" h="1204595">
                  <a:moveTo>
                    <a:pt x="2816221" y="1202043"/>
                  </a:moveTo>
                  <a:lnTo>
                    <a:pt x="2816759" y="1201506"/>
                  </a:lnTo>
                </a:path>
                <a:path w="3138804" h="1204595">
                  <a:moveTo>
                    <a:pt x="2896426" y="1202580"/>
                  </a:moveTo>
                  <a:lnTo>
                    <a:pt x="2897524" y="1202580"/>
                  </a:lnTo>
                </a:path>
                <a:path w="3138804" h="1204595">
                  <a:moveTo>
                    <a:pt x="2977192" y="1204191"/>
                  </a:moveTo>
                  <a:lnTo>
                    <a:pt x="2977730" y="1204191"/>
                  </a:lnTo>
                </a:path>
                <a:path w="3138804" h="1204595">
                  <a:moveTo>
                    <a:pt x="3057412" y="1204191"/>
                  </a:moveTo>
                  <a:lnTo>
                    <a:pt x="3058488" y="1204191"/>
                  </a:lnTo>
                </a:path>
                <a:path w="3138804" h="1204595">
                  <a:moveTo>
                    <a:pt x="3138156" y="1204191"/>
                  </a:moveTo>
                  <a:lnTo>
                    <a:pt x="3138694" y="1204191"/>
                  </a:lnTo>
                </a:path>
              </a:pathLst>
            </a:custGeom>
            <a:ln w="3225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5428621" y="546498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5428621" y="5464982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5508849" y="546444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5508849" y="546444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5589593" y="546122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5589593" y="546122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5669813" y="545853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5669813" y="545853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5750578" y="545478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5750578" y="545478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5830784" y="545155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5830784" y="545155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5911542" y="544672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5911542" y="544672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5991769" y="544404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5991769" y="544404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6072513" y="543813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6072513" y="543813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6152733" y="543222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6152733" y="5432226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6233492" y="542847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6233492" y="542847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6313698" y="542149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72" y="45643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6313698" y="542149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72" y="45643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6393925" y="541236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6393925" y="541236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6474690" y="539839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6474690" y="539839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6554896" y="536132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6554896" y="536132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6635654" y="527002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6635654" y="527002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6715874" y="505410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6715874" y="505410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6796618" y="465073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6796618" y="465073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6876845" y="431396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6876845" y="4313967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6957604" y="423394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6957604" y="423394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7037809" y="434674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72" y="45643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7037809" y="434674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72" y="45643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7118575" y="448852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7118575" y="448852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7198795" y="461260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7198795" y="461260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7279001" y="478125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7279001" y="4781254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7359766" y="49584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7359766" y="495849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7439986" y="514594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7439986" y="514594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7520730" y="529311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7520730" y="5293110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7600958" y="538603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7600958" y="538603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7681723" y="541826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43"/>
                  </a:lnTo>
                  <a:lnTo>
                    <a:pt x="45754" y="45643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7681723" y="541826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43"/>
                  </a:moveTo>
                  <a:lnTo>
                    <a:pt x="45754" y="45643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43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7761929" y="543168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7761929" y="543168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7842687" y="544135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7842687" y="544135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7922907" y="544618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7922907" y="544618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8003113" y="545424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8003113" y="545424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8083879" y="545746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8083879" y="5457465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8164098" y="546014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8164098" y="546014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8244843" y="546390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8244843" y="5463908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8325070" y="546337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8325070" y="5463371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8405835" y="546551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8405835" y="546551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8486041" y="546659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72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72" y="45661"/>
                  </a:lnTo>
                  <a:lnTo>
                    <a:pt x="4577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8486041" y="546659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72" y="45661"/>
                  </a:lnTo>
                  <a:lnTo>
                    <a:pt x="45772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8566799" y="546551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8566799" y="5465519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8647019" y="546659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45754" y="0"/>
                  </a:moveTo>
                  <a:lnTo>
                    <a:pt x="0" y="0"/>
                  </a:lnTo>
                  <a:lnTo>
                    <a:pt x="0" y="45661"/>
                  </a:lnTo>
                  <a:lnTo>
                    <a:pt x="45754" y="45661"/>
                  </a:lnTo>
                  <a:lnTo>
                    <a:pt x="4575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8647019" y="5466593"/>
              <a:ext cx="46355" cy="45720"/>
            </a:xfrm>
            <a:custGeom>
              <a:avLst/>
              <a:gdLst/>
              <a:ahLst/>
              <a:cxnLst/>
              <a:rect l="l" t="t" r="r" b="b"/>
              <a:pathLst>
                <a:path w="46354" h="45720">
                  <a:moveTo>
                    <a:pt x="0" y="45661"/>
                  </a:moveTo>
                  <a:lnTo>
                    <a:pt x="45754" y="45661"/>
                  </a:lnTo>
                  <a:lnTo>
                    <a:pt x="45754" y="0"/>
                  </a:lnTo>
                  <a:lnTo>
                    <a:pt x="0" y="0"/>
                  </a:lnTo>
                  <a:lnTo>
                    <a:pt x="0" y="45661"/>
                  </a:lnTo>
                  <a:close/>
                </a:path>
              </a:pathLst>
            </a:custGeom>
            <a:ln w="3763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2" name="object 402" descr=""/>
          <p:cNvSpPr txBox="1"/>
          <p:nvPr/>
        </p:nvSpPr>
        <p:spPr>
          <a:xfrm>
            <a:off x="8004954" y="5179439"/>
            <a:ext cx="66103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latin typeface="Arial MT"/>
                <a:cs typeface="Arial MT"/>
              </a:rPr>
              <a:t>0.02</a:t>
            </a:r>
            <a:r>
              <a:rPr dirty="0" sz="1250" spc="55">
                <a:latin typeface="Arial MT"/>
                <a:cs typeface="Arial MT"/>
              </a:rPr>
              <a:t> </a:t>
            </a:r>
            <a:r>
              <a:rPr dirty="0" sz="1250" spc="-25">
                <a:latin typeface="Arial MT"/>
                <a:cs typeface="Arial MT"/>
              </a:rPr>
              <a:t>deg</a:t>
            </a:r>
            <a:endParaRPr sz="1250">
              <a:latin typeface="Arial MT"/>
              <a:cs typeface="Arial MT"/>
            </a:endParaRPr>
          </a:p>
        </p:txBody>
      </p:sp>
      <p:graphicFrame>
        <p:nvGraphicFramePr>
          <p:cNvPr id="403" name="object 403" descr=""/>
          <p:cNvGraphicFramePr>
            <a:graphicFrameLocks noGrp="1"/>
          </p:cNvGraphicFramePr>
          <p:nvPr/>
        </p:nvGraphicFramePr>
        <p:xfrm>
          <a:off x="688492" y="6300101"/>
          <a:ext cx="8395335" cy="361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6085"/>
                <a:gridCol w="3244850"/>
                <a:gridCol w="410845"/>
                <a:gridCol w="410845"/>
                <a:gridCol w="493395"/>
                <a:gridCol w="493394"/>
                <a:gridCol w="410845"/>
                <a:gridCol w="410845"/>
                <a:gridCol w="422909"/>
                <a:gridCol w="330200"/>
              </a:tblGrid>
              <a:tr h="164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27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50" spc="-20">
                          <a:latin typeface="Arial MT"/>
                          <a:cs typeface="Arial MT"/>
                        </a:rPr>
                        <a:t>30.0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50" spc="-20">
                          <a:latin typeface="Arial MT"/>
                          <a:cs typeface="Arial MT"/>
                        </a:rPr>
                        <a:t>30.1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50" spc="-20">
                          <a:latin typeface="Arial MT"/>
                          <a:cs typeface="Arial MT"/>
                        </a:rPr>
                        <a:t>30.2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100330" marR="762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50" spc="-20">
                          <a:latin typeface="Arial MT"/>
                          <a:cs typeface="Arial MT"/>
                        </a:rPr>
                        <a:t>30.3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100330" marR="762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50" spc="-20">
                          <a:latin typeface="Arial MT"/>
                          <a:cs typeface="Arial MT"/>
                        </a:rPr>
                        <a:t>30.4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50" spc="-20">
                          <a:latin typeface="Arial MT"/>
                          <a:cs typeface="Arial MT"/>
                        </a:rPr>
                        <a:t>30.5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50" spc="-20">
                          <a:latin typeface="Arial MT"/>
                          <a:cs typeface="Arial MT"/>
                        </a:rPr>
                        <a:t>30.6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algn="r" marR="1047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50" spc="-20">
                          <a:latin typeface="Arial MT"/>
                          <a:cs typeface="Arial MT"/>
                        </a:rPr>
                        <a:t>30.7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50" spc="-20">
                          <a:latin typeface="Arial MT"/>
                          <a:cs typeface="Arial MT"/>
                        </a:rPr>
                        <a:t>30.8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20955"/>
                </a:tc>
              </a:tr>
              <a:tr h="196850">
                <a:tc>
                  <a:txBody>
                    <a:bodyPr/>
                    <a:lstStyle/>
                    <a:p>
                      <a:pPr marL="31750">
                        <a:lnSpc>
                          <a:spcPts val="1245"/>
                        </a:lnSpc>
                      </a:pPr>
                      <a:r>
                        <a:rPr dirty="0" sz="1200" spc="-2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2550">
                        <a:lnSpc>
                          <a:spcPts val="1245"/>
                        </a:lnSpc>
                      </a:pPr>
                      <a:r>
                        <a:rPr dirty="0" sz="1200" spc="-1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X-ray</a:t>
                      </a:r>
                      <a:r>
                        <a:rPr dirty="0" sz="1200" spc="-4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Cluster</a:t>
                      </a:r>
                      <a:r>
                        <a:rPr dirty="0" sz="1200" spc="-3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200" spc="-5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00" spc="-15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200" spc="-1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Training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725"/>
                        </a:lnSpc>
                      </a:pPr>
                      <a:r>
                        <a:rPr dirty="0" sz="850" spc="-25" b="1">
                          <a:latin typeface="Arial"/>
                          <a:cs typeface="Arial"/>
                        </a:rPr>
                        <a:t>2Th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725"/>
                        </a:lnSpc>
                      </a:pPr>
                      <a:r>
                        <a:rPr dirty="0" sz="850" b="1">
                          <a:latin typeface="Arial"/>
                          <a:cs typeface="Arial"/>
                        </a:rPr>
                        <a:t>eta</a:t>
                      </a:r>
                      <a:r>
                        <a:rPr dirty="0" sz="85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20" b="1">
                          <a:latin typeface="Arial"/>
                          <a:cs typeface="Arial"/>
                        </a:rPr>
                        <a:t>(deg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725"/>
                        </a:lnSpc>
                      </a:pPr>
                      <a:r>
                        <a:rPr dirty="0" sz="850" spc="-50" b="1">
                          <a:latin typeface="Arial"/>
                          <a:cs typeface="Arial"/>
                        </a:rPr>
                        <a:t>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0010">
                        <a:lnSpc>
                          <a:spcPts val="1245"/>
                        </a:lnSpc>
                      </a:pPr>
                      <a:r>
                        <a:rPr dirty="0" sz="1200" spc="-25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04" name="object 404" descr=""/>
          <p:cNvSpPr txBox="1"/>
          <p:nvPr/>
        </p:nvSpPr>
        <p:spPr>
          <a:xfrm>
            <a:off x="8008184" y="5577977"/>
            <a:ext cx="661035" cy="6051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latin typeface="Arial MT"/>
                <a:cs typeface="Arial MT"/>
              </a:rPr>
              <a:t>0.05</a:t>
            </a:r>
            <a:r>
              <a:rPr dirty="0" sz="1250" spc="55">
                <a:latin typeface="Arial MT"/>
                <a:cs typeface="Arial MT"/>
              </a:rPr>
              <a:t> </a:t>
            </a:r>
            <a:r>
              <a:rPr dirty="0" sz="1250" spc="-25">
                <a:latin typeface="Arial MT"/>
                <a:cs typeface="Arial MT"/>
              </a:rPr>
              <a:t>deg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50">
              <a:latin typeface="Arial MT"/>
              <a:cs typeface="Arial MT"/>
            </a:endParaRPr>
          </a:p>
          <a:p>
            <a:pPr marL="62230">
              <a:lnSpc>
                <a:spcPct val="100000"/>
              </a:lnSpc>
            </a:pPr>
            <a:r>
              <a:rPr dirty="0" sz="1250">
                <a:latin typeface="Arial MT"/>
                <a:cs typeface="Arial MT"/>
              </a:rPr>
              <a:t>0.1</a:t>
            </a:r>
            <a:r>
              <a:rPr dirty="0" sz="1250" spc="40">
                <a:latin typeface="Arial MT"/>
                <a:cs typeface="Arial MT"/>
              </a:rPr>
              <a:t> </a:t>
            </a:r>
            <a:r>
              <a:rPr dirty="0" sz="1250" spc="-25">
                <a:latin typeface="Arial MT"/>
                <a:cs typeface="Arial MT"/>
              </a:rPr>
              <a:t>deg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05" name="object 405" descr=""/>
          <p:cNvSpPr txBox="1"/>
          <p:nvPr/>
        </p:nvSpPr>
        <p:spPr>
          <a:xfrm>
            <a:off x="5210223" y="4790841"/>
            <a:ext cx="146050" cy="784225"/>
          </a:xfrm>
          <a:prstGeom prst="rect">
            <a:avLst/>
          </a:prstGeom>
        </p:spPr>
        <p:txBody>
          <a:bodyPr wrap="square" lIns="0" tIns="19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10" b="1">
                <a:latin typeface="Arial"/>
                <a:cs typeface="Arial"/>
              </a:rPr>
              <a:t>Intensity</a:t>
            </a:r>
            <a:r>
              <a:rPr dirty="0" sz="850" spc="-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(a. </a:t>
            </a:r>
            <a:r>
              <a:rPr dirty="0" sz="850" spc="-25" b="1">
                <a:latin typeface="Arial"/>
                <a:cs typeface="Arial"/>
              </a:rPr>
              <a:t>u.)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Grazing</a:t>
            </a:r>
            <a:r>
              <a:rPr dirty="0" spc="-135"/>
              <a:t> </a:t>
            </a:r>
            <a:r>
              <a:rPr dirty="0"/>
              <a:t>Incident</a:t>
            </a:r>
            <a:r>
              <a:rPr dirty="0" spc="-114"/>
              <a:t> </a:t>
            </a:r>
            <a:r>
              <a:rPr dirty="0"/>
              <a:t>XRD</a:t>
            </a:r>
            <a:r>
              <a:rPr dirty="0" spc="-130"/>
              <a:t> </a:t>
            </a:r>
            <a:r>
              <a:rPr dirty="0" spc="-10"/>
              <a:t>(GIXRD)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59740" y="6270447"/>
            <a:ext cx="7287259" cy="365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55"/>
              </a:lnSpc>
              <a:spcBef>
                <a:spcPts val="100"/>
              </a:spcBef>
            </a:pPr>
            <a:r>
              <a:rPr dirty="0" sz="1400">
                <a:latin typeface="Calibri"/>
                <a:cs typeface="Calibri"/>
              </a:rPr>
              <a:t>Source: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“Ch.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4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Grazing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Incidence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Configuration”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Film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Analysis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X-</a:t>
            </a:r>
            <a:r>
              <a:rPr dirty="0" sz="1400" spc="-10">
                <a:latin typeface="Calibri"/>
                <a:cs typeface="Calibri"/>
              </a:rPr>
              <a:t>ray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Scattering.</a:t>
            </a:r>
            <a:r>
              <a:rPr dirty="0" sz="1400" spc="2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M.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Birkholz</a:t>
            </a:r>
            <a:endParaRPr sz="1400">
              <a:latin typeface="Calibri"/>
              <a:cs typeface="Calibri"/>
            </a:endParaRPr>
          </a:p>
          <a:p>
            <a:pPr marL="260350">
              <a:lnSpc>
                <a:spcPts val="1215"/>
              </a:lnSpc>
              <a:tabLst>
                <a:tab pos="3277235" algn="l"/>
              </a:tabLst>
            </a:pP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2020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X-ray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Cluster</a:t>
            </a:r>
            <a:r>
              <a:rPr dirty="0" sz="1200" spc="-3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dirty="0" sz="1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&amp;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 Training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55634" y="6427114"/>
            <a:ext cx="181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79" y="1143000"/>
            <a:ext cx="5511680" cy="419673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299328" y="5071617"/>
            <a:ext cx="2783840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Why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Grazing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Incidence? </a:t>
            </a:r>
            <a:r>
              <a:rPr dirty="0" sz="2000">
                <a:latin typeface="Calibri"/>
                <a:cs typeface="Calibri"/>
              </a:rPr>
              <a:t>Low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Symbol"/>
                <a:cs typeface="Symbol"/>
              </a:rPr>
              <a:t>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Calibri"/>
                <a:cs typeface="Calibri"/>
              </a:rPr>
              <a:t>shallow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penetration </a:t>
            </a: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avoid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substrate!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653660" y="2503804"/>
            <a:ext cx="4285615" cy="2358390"/>
            <a:chOff x="4653660" y="2503804"/>
            <a:chExt cx="4285615" cy="2358390"/>
          </a:xfrm>
        </p:grpSpPr>
        <p:sp>
          <p:nvSpPr>
            <p:cNvPr id="8" name="object 8" descr=""/>
            <p:cNvSpPr/>
            <p:nvPr/>
          </p:nvSpPr>
          <p:spPr>
            <a:xfrm>
              <a:off x="5440679" y="4093463"/>
              <a:ext cx="2209800" cy="762000"/>
            </a:xfrm>
            <a:custGeom>
              <a:avLst/>
              <a:gdLst/>
              <a:ahLst/>
              <a:cxnLst/>
              <a:rect l="l" t="t" r="r" b="b"/>
              <a:pathLst>
                <a:path w="2209800" h="762000">
                  <a:moveTo>
                    <a:pt x="22098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2209800" y="762000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440679" y="4093463"/>
              <a:ext cx="2209800" cy="762000"/>
            </a:xfrm>
            <a:custGeom>
              <a:avLst/>
              <a:gdLst/>
              <a:ahLst/>
              <a:cxnLst/>
              <a:rect l="l" t="t" r="r" b="b"/>
              <a:pathLst>
                <a:path w="2209800" h="762000">
                  <a:moveTo>
                    <a:pt x="0" y="762000"/>
                  </a:moveTo>
                  <a:lnTo>
                    <a:pt x="2209800" y="762000"/>
                  </a:lnTo>
                  <a:lnTo>
                    <a:pt x="22098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440679" y="3941063"/>
              <a:ext cx="2209800" cy="129539"/>
            </a:xfrm>
            <a:custGeom>
              <a:avLst/>
              <a:gdLst/>
              <a:ahLst/>
              <a:cxnLst/>
              <a:rect l="l" t="t" r="r" b="b"/>
              <a:pathLst>
                <a:path w="2209800" h="129539">
                  <a:moveTo>
                    <a:pt x="2209800" y="0"/>
                  </a:moveTo>
                  <a:lnTo>
                    <a:pt x="0" y="0"/>
                  </a:lnTo>
                  <a:lnTo>
                    <a:pt x="0" y="129539"/>
                  </a:lnTo>
                  <a:lnTo>
                    <a:pt x="2209800" y="129539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440679" y="3941063"/>
              <a:ext cx="2209800" cy="129539"/>
            </a:xfrm>
            <a:custGeom>
              <a:avLst/>
              <a:gdLst/>
              <a:ahLst/>
              <a:cxnLst/>
              <a:rect l="l" t="t" r="r" b="b"/>
              <a:pathLst>
                <a:path w="2209800" h="129539">
                  <a:moveTo>
                    <a:pt x="0" y="129539"/>
                  </a:moveTo>
                  <a:lnTo>
                    <a:pt x="2209800" y="129539"/>
                  </a:lnTo>
                  <a:lnTo>
                    <a:pt x="2209800" y="0"/>
                  </a:lnTo>
                  <a:lnTo>
                    <a:pt x="0" y="0"/>
                  </a:lnTo>
                  <a:lnTo>
                    <a:pt x="0" y="12953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53661" y="2503804"/>
              <a:ext cx="3509010" cy="1548765"/>
            </a:xfrm>
            <a:custGeom>
              <a:avLst/>
              <a:gdLst/>
              <a:ahLst/>
              <a:cxnLst/>
              <a:rect l="l" t="t" r="r" b="b"/>
              <a:pathLst>
                <a:path w="3509009" h="1548764">
                  <a:moveTo>
                    <a:pt x="1890903" y="1437005"/>
                  </a:moveTo>
                  <a:lnTo>
                    <a:pt x="1687068" y="1296670"/>
                  </a:lnTo>
                  <a:lnTo>
                    <a:pt x="1676654" y="1292250"/>
                  </a:lnTo>
                  <a:lnTo>
                    <a:pt x="1665490" y="1292250"/>
                  </a:lnTo>
                  <a:lnTo>
                    <a:pt x="1655508" y="1296174"/>
                  </a:lnTo>
                  <a:lnTo>
                    <a:pt x="1647317" y="1304036"/>
                  </a:lnTo>
                  <a:lnTo>
                    <a:pt x="1642884" y="1314526"/>
                  </a:lnTo>
                  <a:lnTo>
                    <a:pt x="1642795" y="1325486"/>
                  </a:lnTo>
                  <a:lnTo>
                    <a:pt x="1646809" y="1335671"/>
                  </a:lnTo>
                  <a:lnTo>
                    <a:pt x="1654683" y="1343787"/>
                  </a:lnTo>
                  <a:lnTo>
                    <a:pt x="1731276" y="1396479"/>
                  </a:lnTo>
                  <a:lnTo>
                    <a:pt x="4318" y="1267079"/>
                  </a:lnTo>
                  <a:lnTo>
                    <a:pt x="0" y="1323975"/>
                  </a:lnTo>
                  <a:lnTo>
                    <a:pt x="1726996" y="1453388"/>
                  </a:lnTo>
                  <a:lnTo>
                    <a:pt x="1643507" y="1494028"/>
                  </a:lnTo>
                  <a:lnTo>
                    <a:pt x="1634451" y="1500949"/>
                  </a:lnTo>
                  <a:lnTo>
                    <a:pt x="1628940" y="1510436"/>
                  </a:lnTo>
                  <a:lnTo>
                    <a:pt x="1627403" y="1521269"/>
                  </a:lnTo>
                  <a:lnTo>
                    <a:pt x="1630299" y="1532255"/>
                  </a:lnTo>
                  <a:lnTo>
                    <a:pt x="1637157" y="1541284"/>
                  </a:lnTo>
                  <a:lnTo>
                    <a:pt x="1646643" y="1546771"/>
                  </a:lnTo>
                  <a:lnTo>
                    <a:pt x="1657515" y="1548295"/>
                  </a:lnTo>
                  <a:lnTo>
                    <a:pt x="1668526" y="1545463"/>
                  </a:lnTo>
                  <a:lnTo>
                    <a:pt x="1841157" y="1461262"/>
                  </a:lnTo>
                  <a:lnTo>
                    <a:pt x="1890903" y="1437005"/>
                  </a:lnTo>
                  <a:close/>
                </a:path>
                <a:path w="3509009" h="1548764">
                  <a:moveTo>
                    <a:pt x="3508502" y="0"/>
                  </a:moveTo>
                  <a:lnTo>
                    <a:pt x="3265932" y="48895"/>
                  </a:lnTo>
                  <a:lnTo>
                    <a:pt x="3255454" y="53263"/>
                  </a:lnTo>
                  <a:lnTo>
                    <a:pt x="3247745" y="61061"/>
                  </a:lnTo>
                  <a:lnTo>
                    <a:pt x="3243542" y="71183"/>
                  </a:lnTo>
                  <a:lnTo>
                    <a:pt x="3243580" y="82550"/>
                  </a:lnTo>
                  <a:lnTo>
                    <a:pt x="3247936" y="92964"/>
                  </a:lnTo>
                  <a:lnTo>
                    <a:pt x="3255734" y="100634"/>
                  </a:lnTo>
                  <a:lnTo>
                    <a:pt x="3265970" y="104902"/>
                  </a:lnTo>
                  <a:lnTo>
                    <a:pt x="3277235" y="104902"/>
                  </a:lnTo>
                  <a:lnTo>
                    <a:pt x="3368129" y="86626"/>
                  </a:lnTo>
                  <a:lnTo>
                    <a:pt x="1872983" y="1415669"/>
                  </a:lnTo>
                  <a:lnTo>
                    <a:pt x="1910842" y="1458341"/>
                  </a:lnTo>
                  <a:lnTo>
                    <a:pt x="3406190" y="129222"/>
                  </a:lnTo>
                  <a:lnTo>
                    <a:pt x="3377311" y="217551"/>
                  </a:lnTo>
                  <a:lnTo>
                    <a:pt x="3395599" y="253492"/>
                  </a:lnTo>
                  <a:lnTo>
                    <a:pt x="3406851" y="254838"/>
                  </a:lnTo>
                  <a:lnTo>
                    <a:pt x="3417392" y="251828"/>
                  </a:lnTo>
                  <a:lnTo>
                    <a:pt x="3426041" y="245084"/>
                  </a:lnTo>
                  <a:lnTo>
                    <a:pt x="3431667" y="235204"/>
                  </a:lnTo>
                  <a:lnTo>
                    <a:pt x="3503142" y="16383"/>
                  </a:lnTo>
                  <a:lnTo>
                    <a:pt x="3508502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546341" y="3941825"/>
              <a:ext cx="2378710" cy="65405"/>
            </a:xfrm>
            <a:custGeom>
              <a:avLst/>
              <a:gdLst/>
              <a:ahLst/>
              <a:cxnLst/>
              <a:rect l="l" t="t" r="r" b="b"/>
              <a:pathLst>
                <a:path w="2378709" h="65404">
                  <a:moveTo>
                    <a:pt x="0" y="0"/>
                  </a:moveTo>
                  <a:lnTo>
                    <a:pt x="2378582" y="65278"/>
                  </a:lnTo>
                </a:path>
              </a:pathLst>
            </a:custGeom>
            <a:ln w="28575">
              <a:solidFill>
                <a:srgbClr val="52525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Examples:</a:t>
            </a:r>
            <a:r>
              <a:rPr dirty="0" spc="-90"/>
              <a:t> </a:t>
            </a:r>
            <a:r>
              <a:rPr dirty="0"/>
              <a:t>GIXRD</a:t>
            </a:r>
            <a:r>
              <a:rPr dirty="0" spc="-90"/>
              <a:t> </a:t>
            </a:r>
            <a:r>
              <a:rPr dirty="0"/>
              <a:t>versus</a:t>
            </a:r>
            <a:r>
              <a:rPr dirty="0" spc="-90"/>
              <a:t> </a:t>
            </a:r>
            <a:r>
              <a:rPr dirty="0"/>
              <a:t>BBG</a:t>
            </a:r>
            <a:r>
              <a:rPr dirty="0" spc="-90"/>
              <a:t> </a:t>
            </a:r>
            <a:r>
              <a:rPr dirty="0" spc="-20"/>
              <a:t>scan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74304" y="1108959"/>
            <a:ext cx="3337560" cy="5158105"/>
            <a:chOff x="974304" y="1108959"/>
            <a:chExt cx="3337560" cy="5158105"/>
          </a:xfrm>
        </p:grpSpPr>
        <p:sp>
          <p:nvSpPr>
            <p:cNvPr id="4" name="object 4" descr=""/>
            <p:cNvSpPr/>
            <p:nvPr/>
          </p:nvSpPr>
          <p:spPr>
            <a:xfrm>
              <a:off x="982191" y="1114993"/>
              <a:ext cx="3321050" cy="5151755"/>
            </a:xfrm>
            <a:custGeom>
              <a:avLst/>
              <a:gdLst/>
              <a:ahLst/>
              <a:cxnLst/>
              <a:rect l="l" t="t" r="r" b="b"/>
              <a:pathLst>
                <a:path w="3321050" h="5151755">
                  <a:moveTo>
                    <a:pt x="0" y="5087574"/>
                  </a:moveTo>
                  <a:lnTo>
                    <a:pt x="3320843" y="5087574"/>
                  </a:lnTo>
                </a:path>
                <a:path w="3321050" h="5151755">
                  <a:moveTo>
                    <a:pt x="766442" y="5087574"/>
                  </a:moveTo>
                  <a:lnTo>
                    <a:pt x="766442" y="5119135"/>
                  </a:lnTo>
                </a:path>
                <a:path w="3321050" h="5151755">
                  <a:moveTo>
                    <a:pt x="1788019" y="5087574"/>
                  </a:moveTo>
                  <a:lnTo>
                    <a:pt x="1788019" y="5119135"/>
                  </a:lnTo>
                </a:path>
                <a:path w="3321050" h="5151755">
                  <a:moveTo>
                    <a:pt x="2809609" y="5087574"/>
                  </a:moveTo>
                  <a:lnTo>
                    <a:pt x="2809609" y="5119135"/>
                  </a:lnTo>
                </a:path>
                <a:path w="3321050" h="5151755">
                  <a:moveTo>
                    <a:pt x="255171" y="5087574"/>
                  </a:moveTo>
                  <a:lnTo>
                    <a:pt x="255171" y="5151624"/>
                  </a:lnTo>
                </a:path>
                <a:path w="3321050" h="5151755">
                  <a:moveTo>
                    <a:pt x="1277688" y="5087574"/>
                  </a:moveTo>
                  <a:lnTo>
                    <a:pt x="1277688" y="5151624"/>
                  </a:lnTo>
                </a:path>
                <a:path w="3321050" h="5151755">
                  <a:moveTo>
                    <a:pt x="2299265" y="5087574"/>
                  </a:moveTo>
                  <a:lnTo>
                    <a:pt x="2299265" y="5151624"/>
                  </a:lnTo>
                </a:path>
                <a:path w="3321050" h="5151755">
                  <a:moveTo>
                    <a:pt x="3320843" y="5087574"/>
                  </a:moveTo>
                  <a:lnTo>
                    <a:pt x="3320843" y="5151624"/>
                  </a:lnTo>
                </a:path>
                <a:path w="3321050" h="5151755">
                  <a:moveTo>
                    <a:pt x="0" y="5087574"/>
                  </a:moveTo>
                  <a:lnTo>
                    <a:pt x="0" y="2543787"/>
                  </a:lnTo>
                </a:path>
                <a:path w="3321050" h="5151755">
                  <a:moveTo>
                    <a:pt x="0" y="4909312"/>
                  </a:moveTo>
                  <a:lnTo>
                    <a:pt x="31540" y="4909312"/>
                  </a:lnTo>
                </a:path>
                <a:path w="3321050" h="5151755">
                  <a:moveTo>
                    <a:pt x="0" y="4654946"/>
                  </a:moveTo>
                  <a:lnTo>
                    <a:pt x="31540" y="4654946"/>
                  </a:lnTo>
                </a:path>
                <a:path w="3321050" h="5151755">
                  <a:moveTo>
                    <a:pt x="0" y="4400567"/>
                  </a:moveTo>
                  <a:lnTo>
                    <a:pt x="31540" y="4400567"/>
                  </a:lnTo>
                </a:path>
                <a:path w="3321050" h="5151755">
                  <a:moveTo>
                    <a:pt x="0" y="4146201"/>
                  </a:moveTo>
                  <a:lnTo>
                    <a:pt x="31540" y="4146201"/>
                  </a:lnTo>
                </a:path>
                <a:path w="3321050" h="5151755">
                  <a:moveTo>
                    <a:pt x="0" y="3891797"/>
                  </a:moveTo>
                  <a:lnTo>
                    <a:pt x="31540" y="3891797"/>
                  </a:lnTo>
                </a:path>
                <a:path w="3321050" h="5151755">
                  <a:moveTo>
                    <a:pt x="0" y="3637418"/>
                  </a:moveTo>
                  <a:lnTo>
                    <a:pt x="31540" y="3637418"/>
                  </a:lnTo>
                </a:path>
                <a:path w="3321050" h="5151755">
                  <a:moveTo>
                    <a:pt x="0" y="3383052"/>
                  </a:moveTo>
                  <a:lnTo>
                    <a:pt x="31540" y="3383052"/>
                  </a:lnTo>
                </a:path>
                <a:path w="3321050" h="5151755">
                  <a:moveTo>
                    <a:pt x="0" y="3128673"/>
                  </a:moveTo>
                  <a:lnTo>
                    <a:pt x="31540" y="3128673"/>
                  </a:lnTo>
                </a:path>
                <a:path w="3321050" h="5151755">
                  <a:moveTo>
                    <a:pt x="0" y="2874307"/>
                  </a:moveTo>
                  <a:lnTo>
                    <a:pt x="31540" y="2874307"/>
                  </a:lnTo>
                </a:path>
                <a:path w="3321050" h="5151755">
                  <a:moveTo>
                    <a:pt x="0" y="2619904"/>
                  </a:moveTo>
                  <a:lnTo>
                    <a:pt x="31540" y="2619904"/>
                  </a:lnTo>
                </a:path>
                <a:path w="3321050" h="5151755">
                  <a:moveTo>
                    <a:pt x="0" y="5087574"/>
                  </a:moveTo>
                  <a:lnTo>
                    <a:pt x="64034" y="5087574"/>
                  </a:lnTo>
                </a:path>
                <a:path w="3321050" h="5151755">
                  <a:moveTo>
                    <a:pt x="0" y="4833195"/>
                  </a:moveTo>
                  <a:lnTo>
                    <a:pt x="64034" y="4833195"/>
                  </a:lnTo>
                </a:path>
                <a:path w="3321050" h="5151755">
                  <a:moveTo>
                    <a:pt x="0" y="4578829"/>
                  </a:moveTo>
                  <a:lnTo>
                    <a:pt x="64034" y="4578829"/>
                  </a:lnTo>
                </a:path>
                <a:path w="3321050" h="5151755">
                  <a:moveTo>
                    <a:pt x="0" y="4324425"/>
                  </a:moveTo>
                  <a:lnTo>
                    <a:pt x="64034" y="4324425"/>
                  </a:lnTo>
                </a:path>
                <a:path w="3321050" h="5151755">
                  <a:moveTo>
                    <a:pt x="0" y="4070047"/>
                  </a:moveTo>
                  <a:lnTo>
                    <a:pt x="64034" y="4070047"/>
                  </a:lnTo>
                </a:path>
                <a:path w="3321050" h="5151755">
                  <a:moveTo>
                    <a:pt x="0" y="3815680"/>
                  </a:moveTo>
                  <a:lnTo>
                    <a:pt x="64034" y="3815680"/>
                  </a:lnTo>
                </a:path>
                <a:path w="3321050" h="5151755">
                  <a:moveTo>
                    <a:pt x="0" y="3561302"/>
                  </a:moveTo>
                  <a:lnTo>
                    <a:pt x="64034" y="3561302"/>
                  </a:lnTo>
                </a:path>
                <a:path w="3321050" h="5151755">
                  <a:moveTo>
                    <a:pt x="0" y="3306935"/>
                  </a:moveTo>
                  <a:lnTo>
                    <a:pt x="64034" y="3306935"/>
                  </a:lnTo>
                </a:path>
                <a:path w="3321050" h="5151755">
                  <a:moveTo>
                    <a:pt x="0" y="3052532"/>
                  </a:moveTo>
                  <a:lnTo>
                    <a:pt x="64034" y="3052532"/>
                  </a:lnTo>
                </a:path>
                <a:path w="3321050" h="5151755">
                  <a:moveTo>
                    <a:pt x="0" y="2798153"/>
                  </a:moveTo>
                  <a:lnTo>
                    <a:pt x="64034" y="2798153"/>
                  </a:lnTo>
                </a:path>
                <a:path w="3321050" h="5151755">
                  <a:moveTo>
                    <a:pt x="0" y="2543787"/>
                  </a:moveTo>
                  <a:lnTo>
                    <a:pt x="64034" y="2543787"/>
                  </a:lnTo>
                </a:path>
                <a:path w="3321050" h="5151755">
                  <a:moveTo>
                    <a:pt x="3320843" y="5087574"/>
                  </a:moveTo>
                  <a:lnTo>
                    <a:pt x="3320843" y="2543787"/>
                  </a:lnTo>
                </a:path>
                <a:path w="3321050" h="5151755">
                  <a:moveTo>
                    <a:pt x="0" y="2543787"/>
                  </a:moveTo>
                  <a:lnTo>
                    <a:pt x="3320843" y="2543787"/>
                  </a:lnTo>
                </a:path>
                <a:path w="3321050" h="5151755">
                  <a:moveTo>
                    <a:pt x="766442" y="2543787"/>
                  </a:moveTo>
                  <a:lnTo>
                    <a:pt x="766442" y="2575347"/>
                  </a:lnTo>
                </a:path>
                <a:path w="3321050" h="5151755">
                  <a:moveTo>
                    <a:pt x="1788019" y="2543787"/>
                  </a:moveTo>
                  <a:lnTo>
                    <a:pt x="1788019" y="2575347"/>
                  </a:lnTo>
                </a:path>
                <a:path w="3321050" h="5151755">
                  <a:moveTo>
                    <a:pt x="2809609" y="2543787"/>
                  </a:moveTo>
                  <a:lnTo>
                    <a:pt x="2809609" y="2575347"/>
                  </a:lnTo>
                </a:path>
                <a:path w="3321050" h="5151755">
                  <a:moveTo>
                    <a:pt x="255171" y="2543787"/>
                  </a:moveTo>
                  <a:lnTo>
                    <a:pt x="255171" y="2607836"/>
                  </a:lnTo>
                </a:path>
                <a:path w="3321050" h="5151755">
                  <a:moveTo>
                    <a:pt x="1277688" y="2543787"/>
                  </a:moveTo>
                  <a:lnTo>
                    <a:pt x="1277688" y="2607836"/>
                  </a:lnTo>
                </a:path>
                <a:path w="3321050" h="5151755">
                  <a:moveTo>
                    <a:pt x="2299265" y="2543787"/>
                  </a:moveTo>
                  <a:lnTo>
                    <a:pt x="2299265" y="2607836"/>
                  </a:lnTo>
                </a:path>
                <a:path w="3321050" h="5151755">
                  <a:moveTo>
                    <a:pt x="3320843" y="2543787"/>
                  </a:moveTo>
                  <a:lnTo>
                    <a:pt x="3320843" y="2607836"/>
                  </a:lnTo>
                </a:path>
                <a:path w="3321050" h="5151755">
                  <a:moveTo>
                    <a:pt x="0" y="0"/>
                  </a:moveTo>
                  <a:lnTo>
                    <a:pt x="3320843" y="0"/>
                  </a:lnTo>
                </a:path>
                <a:path w="3321050" h="5151755">
                  <a:moveTo>
                    <a:pt x="0" y="2543787"/>
                  </a:moveTo>
                  <a:lnTo>
                    <a:pt x="0" y="0"/>
                  </a:lnTo>
                </a:path>
                <a:path w="3321050" h="5151755">
                  <a:moveTo>
                    <a:pt x="0" y="2543787"/>
                  </a:moveTo>
                  <a:lnTo>
                    <a:pt x="31540" y="2543787"/>
                  </a:lnTo>
                </a:path>
                <a:path w="3321050" h="5151755">
                  <a:moveTo>
                    <a:pt x="0" y="2081454"/>
                  </a:moveTo>
                  <a:lnTo>
                    <a:pt x="31540" y="2081454"/>
                  </a:lnTo>
                </a:path>
                <a:path w="3321050" h="5151755">
                  <a:moveTo>
                    <a:pt x="0" y="1619122"/>
                  </a:moveTo>
                  <a:lnTo>
                    <a:pt x="31540" y="1619122"/>
                  </a:lnTo>
                </a:path>
                <a:path w="3321050" h="5151755">
                  <a:moveTo>
                    <a:pt x="0" y="1155824"/>
                  </a:moveTo>
                  <a:lnTo>
                    <a:pt x="31540" y="1155824"/>
                  </a:lnTo>
                </a:path>
                <a:path w="3321050" h="5151755">
                  <a:moveTo>
                    <a:pt x="0" y="693492"/>
                  </a:moveTo>
                  <a:lnTo>
                    <a:pt x="31540" y="693492"/>
                  </a:lnTo>
                </a:path>
                <a:path w="3321050" h="5151755">
                  <a:moveTo>
                    <a:pt x="0" y="231159"/>
                  </a:moveTo>
                  <a:lnTo>
                    <a:pt x="31540" y="231159"/>
                  </a:lnTo>
                </a:path>
                <a:path w="3321050" h="5151755">
                  <a:moveTo>
                    <a:pt x="0" y="2312614"/>
                  </a:moveTo>
                  <a:lnTo>
                    <a:pt x="64034" y="2312614"/>
                  </a:lnTo>
                </a:path>
                <a:path w="3321050" h="5151755">
                  <a:moveTo>
                    <a:pt x="0" y="1850282"/>
                  </a:moveTo>
                  <a:lnTo>
                    <a:pt x="64034" y="1850282"/>
                  </a:lnTo>
                </a:path>
                <a:path w="3321050" h="5151755">
                  <a:moveTo>
                    <a:pt x="0" y="1387950"/>
                  </a:moveTo>
                  <a:lnTo>
                    <a:pt x="64034" y="1387950"/>
                  </a:lnTo>
                </a:path>
                <a:path w="3321050" h="5151755">
                  <a:moveTo>
                    <a:pt x="0" y="924664"/>
                  </a:moveTo>
                  <a:lnTo>
                    <a:pt x="64034" y="924664"/>
                  </a:lnTo>
                </a:path>
                <a:path w="3321050" h="5151755">
                  <a:moveTo>
                    <a:pt x="0" y="462332"/>
                  </a:moveTo>
                  <a:lnTo>
                    <a:pt x="64034" y="462332"/>
                  </a:lnTo>
                </a:path>
                <a:path w="3321050" h="5151755">
                  <a:moveTo>
                    <a:pt x="0" y="0"/>
                  </a:moveTo>
                  <a:lnTo>
                    <a:pt x="64034" y="0"/>
                  </a:lnTo>
                </a:path>
                <a:path w="3321050" h="5151755">
                  <a:moveTo>
                    <a:pt x="3320843" y="2543787"/>
                  </a:moveTo>
                  <a:lnTo>
                    <a:pt x="3320843" y="0"/>
                  </a:lnTo>
                </a:path>
              </a:pathLst>
            </a:custGeom>
            <a:ln w="120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304" y="3949815"/>
              <a:ext cx="3335690" cy="212879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6159" y="1760682"/>
              <a:ext cx="3335691" cy="1672031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170183" y="6267841"/>
            <a:ext cx="17970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5">
                <a:latin typeface="Arial MT"/>
                <a:cs typeface="Arial MT"/>
              </a:rPr>
              <a:t>60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91760" y="6267841"/>
            <a:ext cx="17970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5">
                <a:latin typeface="Arial MT"/>
                <a:cs typeface="Arial MT"/>
              </a:rPr>
              <a:t>80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35807" y="6267841"/>
            <a:ext cx="2071370" cy="367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52145">
              <a:lnSpc>
                <a:spcPts val="1290"/>
              </a:lnSpc>
              <a:spcBef>
                <a:spcPts val="95"/>
              </a:spcBef>
            </a:pPr>
            <a:r>
              <a:rPr dirty="0" sz="1100" spc="-25">
                <a:latin typeface="Arial MT"/>
                <a:cs typeface="Arial MT"/>
              </a:rPr>
              <a:t>100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410"/>
              </a:lnSpc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FACTS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short</a:t>
            </a:r>
            <a:r>
              <a:rPr dirty="0" sz="1200" spc="-6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course,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Buenconsejo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0814" y="3253360"/>
            <a:ext cx="565785" cy="303212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600"/>
              </a:spcBef>
            </a:pPr>
            <a:r>
              <a:rPr dirty="0" sz="1100" spc="-50"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00"/>
              </a:spcBef>
            </a:pPr>
            <a:r>
              <a:rPr dirty="0" sz="1100" spc="-20">
                <a:latin typeface="Arial MT"/>
                <a:cs typeface="Arial MT"/>
              </a:rPr>
              <a:t>1E13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685"/>
              </a:spcBef>
            </a:pPr>
            <a:r>
              <a:rPr dirty="0" sz="1100" spc="-20">
                <a:latin typeface="Arial MT"/>
                <a:cs typeface="Arial MT"/>
              </a:rPr>
              <a:t>1E12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680"/>
              </a:spcBef>
            </a:pPr>
            <a:r>
              <a:rPr dirty="0" sz="1100" spc="-20">
                <a:latin typeface="Arial MT"/>
                <a:cs typeface="Arial MT"/>
              </a:rPr>
              <a:t>1E11</a:t>
            </a:r>
            <a:endParaRPr sz="11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685"/>
              </a:spcBef>
            </a:pPr>
            <a:r>
              <a:rPr dirty="0" sz="1100" spc="-20">
                <a:latin typeface="Arial MT"/>
                <a:cs typeface="Arial MT"/>
              </a:rPr>
              <a:t>1E10</a:t>
            </a:r>
            <a:endParaRPr sz="1100">
              <a:latin typeface="Arial MT"/>
              <a:cs typeface="Arial MT"/>
            </a:endParaRPr>
          </a:p>
          <a:p>
            <a:pPr marL="304800">
              <a:lnSpc>
                <a:spcPct val="100000"/>
              </a:lnSpc>
              <a:spcBef>
                <a:spcPts val="680"/>
              </a:spcBef>
            </a:pPr>
            <a:r>
              <a:rPr dirty="0" sz="1100" spc="-25">
                <a:latin typeface="Arial MT"/>
                <a:cs typeface="Arial MT"/>
              </a:rPr>
              <a:t>1E9</a:t>
            </a:r>
            <a:endParaRPr sz="1100">
              <a:latin typeface="Arial MT"/>
              <a:cs typeface="Arial MT"/>
            </a:endParaRPr>
          </a:p>
          <a:p>
            <a:pPr marL="304800">
              <a:lnSpc>
                <a:spcPct val="100000"/>
              </a:lnSpc>
              <a:spcBef>
                <a:spcPts val="685"/>
              </a:spcBef>
            </a:pPr>
            <a:r>
              <a:rPr dirty="0" sz="1100" spc="-25">
                <a:latin typeface="Arial MT"/>
                <a:cs typeface="Arial MT"/>
              </a:rPr>
              <a:t>1E8</a:t>
            </a:r>
            <a:endParaRPr sz="1100">
              <a:latin typeface="Arial MT"/>
              <a:cs typeface="Arial MT"/>
            </a:endParaRPr>
          </a:p>
          <a:p>
            <a:pPr marL="304800">
              <a:lnSpc>
                <a:spcPct val="100000"/>
              </a:lnSpc>
              <a:spcBef>
                <a:spcPts val="680"/>
              </a:spcBef>
            </a:pPr>
            <a:r>
              <a:rPr dirty="0" sz="1100" spc="-25">
                <a:latin typeface="Arial MT"/>
                <a:cs typeface="Arial MT"/>
              </a:rPr>
              <a:t>1E7</a:t>
            </a:r>
            <a:endParaRPr sz="11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685"/>
              </a:spcBef>
            </a:pPr>
            <a:r>
              <a:rPr dirty="0" sz="1100" spc="-10">
                <a:latin typeface="Arial MT"/>
                <a:cs typeface="Arial MT"/>
              </a:rPr>
              <a:t>1000000</a:t>
            </a:r>
            <a:endParaRPr sz="11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685"/>
              </a:spcBef>
            </a:pPr>
            <a:r>
              <a:rPr dirty="0" sz="1100" spc="-10">
                <a:latin typeface="Arial MT"/>
                <a:cs typeface="Arial MT"/>
              </a:rPr>
              <a:t>100000</a:t>
            </a:r>
            <a:endParaRPr sz="11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680"/>
              </a:spcBef>
            </a:pPr>
            <a:r>
              <a:rPr dirty="0" sz="1100" spc="-10">
                <a:latin typeface="Arial MT"/>
                <a:cs typeface="Arial MT"/>
              </a:rPr>
              <a:t>10000</a:t>
            </a:r>
            <a:endParaRPr sz="11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685"/>
              </a:spcBef>
            </a:pPr>
            <a:r>
              <a:rPr dirty="0" sz="1100" spc="-20">
                <a:latin typeface="Arial MT"/>
                <a:cs typeface="Arial MT"/>
              </a:rPr>
              <a:t>1000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07542" y="6267841"/>
            <a:ext cx="932180" cy="367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0">
              <a:lnSpc>
                <a:spcPts val="1290"/>
              </a:lnSpc>
              <a:spcBef>
                <a:spcPts val="95"/>
              </a:spcBef>
            </a:pPr>
            <a:r>
              <a:rPr dirty="0" sz="1100" spc="-25">
                <a:latin typeface="Arial MT"/>
                <a:cs typeface="Arial MT"/>
              </a:rPr>
              <a:t>40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410"/>
              </a:lnSpc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5/March/2019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14832" y="2855084"/>
            <a:ext cx="4108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Arial MT"/>
                <a:cs typeface="Arial MT"/>
              </a:rPr>
              <a:t>20000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4832" y="2392752"/>
            <a:ext cx="4108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Arial MT"/>
                <a:cs typeface="Arial MT"/>
              </a:rPr>
              <a:t>40000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14832" y="1929491"/>
            <a:ext cx="4108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Arial MT"/>
                <a:cs typeface="Arial MT"/>
              </a:rPr>
              <a:t>60000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14832" y="1467134"/>
            <a:ext cx="4108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Arial MT"/>
                <a:cs typeface="Arial MT"/>
              </a:rPr>
              <a:t>80000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5116" y="4320088"/>
            <a:ext cx="216535" cy="991869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585"/>
              </a:lnSpc>
            </a:pPr>
            <a:r>
              <a:rPr dirty="0" sz="1350">
                <a:latin typeface="Arial MT"/>
                <a:cs typeface="Arial MT"/>
              </a:rPr>
              <a:t>Log</a:t>
            </a:r>
            <a:r>
              <a:rPr dirty="0" sz="1350" spc="-45">
                <a:latin typeface="Arial MT"/>
                <a:cs typeface="Arial MT"/>
              </a:rPr>
              <a:t> </a:t>
            </a:r>
            <a:r>
              <a:rPr dirty="0" sz="1350" spc="-10">
                <a:latin typeface="Arial MT"/>
                <a:cs typeface="Arial MT"/>
              </a:rPr>
              <a:t>Intensity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403628" y="6521291"/>
            <a:ext cx="477520" cy="2305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350">
                <a:latin typeface="Arial MT"/>
                <a:cs typeface="Arial MT"/>
              </a:rPr>
              <a:t>2</a:t>
            </a:r>
            <a:r>
              <a:rPr dirty="0" sz="1350">
                <a:latin typeface="Symbol"/>
                <a:cs typeface="Symbol"/>
              </a:rPr>
              <a:t></a:t>
            </a:r>
            <a:r>
              <a:rPr dirty="0" sz="1350" spc="20">
                <a:latin typeface="Times New Roman"/>
                <a:cs typeface="Times New Roman"/>
              </a:rPr>
              <a:t> </a:t>
            </a:r>
            <a:r>
              <a:rPr dirty="0" sz="1350" spc="-25">
                <a:latin typeface="Arial MT"/>
                <a:cs typeface="Arial MT"/>
              </a:rPr>
              <a:t>(</a:t>
            </a:r>
            <a:r>
              <a:rPr dirty="0" baseline="45138" sz="1200" spc="-37">
                <a:latin typeface="Arial MT"/>
                <a:cs typeface="Arial MT"/>
              </a:rPr>
              <a:t>o</a:t>
            </a:r>
            <a:r>
              <a:rPr dirty="0" sz="1350" spc="-25">
                <a:latin typeface="Arial MT"/>
                <a:cs typeface="Arial MT"/>
              </a:rPr>
              <a:t>)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42075" y="3769538"/>
            <a:ext cx="763270" cy="2305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10">
                <a:solidFill>
                  <a:srgbClr val="0000FF"/>
                </a:solidFill>
                <a:latin typeface="Symbol"/>
                <a:cs typeface="Symbol"/>
              </a:rPr>
              <a:t></a:t>
            </a:r>
            <a:r>
              <a:rPr dirty="0" sz="1350" spc="-10">
                <a:solidFill>
                  <a:srgbClr val="0000FF"/>
                </a:solidFill>
                <a:latin typeface="Arial MT"/>
                <a:cs typeface="Arial MT"/>
              </a:rPr>
              <a:t>-</a:t>
            </a:r>
            <a:r>
              <a:rPr dirty="0" sz="135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r>
              <a:rPr dirty="0" sz="1350">
                <a:solidFill>
                  <a:srgbClr val="0000FF"/>
                </a:solidFill>
                <a:latin typeface="Symbol"/>
                <a:cs typeface="Symbol"/>
              </a:rPr>
              <a:t></a:t>
            </a:r>
            <a:r>
              <a:rPr dirty="0" sz="1350" spc="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350" spc="-20">
                <a:solidFill>
                  <a:srgbClr val="0000FF"/>
                </a:solidFill>
                <a:latin typeface="Arial MT"/>
                <a:cs typeface="Arial MT"/>
              </a:rPr>
              <a:t>scan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596070" y="3762112"/>
            <a:ext cx="59753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Arial MT"/>
                <a:cs typeface="Arial MT"/>
              </a:rPr>
              <a:t>substrate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502592" y="3154012"/>
            <a:ext cx="29781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0000FF"/>
                </a:solidFill>
                <a:latin typeface="Arial MT"/>
                <a:cs typeface="Arial MT"/>
              </a:rPr>
              <a:t>(222)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775389" y="3241299"/>
            <a:ext cx="11493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25">
                <a:solidFill>
                  <a:srgbClr val="0000FF"/>
                </a:solidFill>
                <a:latin typeface="Arial MT"/>
                <a:cs typeface="Arial MT"/>
              </a:rPr>
              <a:t>fcc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020678" y="3011061"/>
            <a:ext cx="438784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0000FF"/>
                </a:solidFill>
                <a:latin typeface="Arial MT"/>
                <a:cs typeface="Arial MT"/>
              </a:rPr>
              <a:t>(311)</a:t>
            </a:r>
            <a:r>
              <a:rPr dirty="0" baseline="-30303" sz="825" spc="-15">
                <a:solidFill>
                  <a:srgbClr val="0000FF"/>
                </a:solidFill>
                <a:latin typeface="Arial MT"/>
                <a:cs typeface="Arial MT"/>
              </a:rPr>
              <a:t>fcc</a:t>
            </a:r>
            <a:endParaRPr baseline="-30303" sz="825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489364" y="3067685"/>
            <a:ext cx="29781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0000FF"/>
                </a:solidFill>
                <a:latin typeface="Arial MT"/>
                <a:cs typeface="Arial MT"/>
              </a:rPr>
              <a:t>(220)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762149" y="3154972"/>
            <a:ext cx="11493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25">
                <a:solidFill>
                  <a:srgbClr val="0000FF"/>
                </a:solidFill>
                <a:latin typeface="Arial MT"/>
                <a:cs typeface="Arial MT"/>
              </a:rPr>
              <a:t>fcc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69629" y="2254411"/>
            <a:ext cx="29781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0000FF"/>
                </a:solidFill>
                <a:latin typeface="Arial MT"/>
                <a:cs typeface="Arial MT"/>
              </a:rPr>
              <a:t>(200)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742427" y="2341698"/>
            <a:ext cx="11493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25">
                <a:solidFill>
                  <a:srgbClr val="0000FF"/>
                </a:solidFill>
                <a:latin typeface="Arial MT"/>
                <a:cs typeface="Arial MT"/>
              </a:rPr>
              <a:t>fcc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25148" y="1004801"/>
            <a:ext cx="1702435" cy="394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ts val="1305"/>
              </a:lnSpc>
              <a:spcBef>
                <a:spcPts val="95"/>
              </a:spcBef>
            </a:pPr>
            <a:r>
              <a:rPr dirty="0" sz="1100" spc="-10">
                <a:latin typeface="Arial MT"/>
                <a:cs typeface="Arial MT"/>
              </a:rPr>
              <a:t>100000</a:t>
            </a:r>
            <a:endParaRPr sz="1100">
              <a:latin typeface="Arial MT"/>
              <a:cs typeface="Arial MT"/>
            </a:endParaRPr>
          </a:p>
          <a:p>
            <a:pPr marL="657225">
              <a:lnSpc>
                <a:spcPts val="1605"/>
              </a:lnSpc>
            </a:pPr>
            <a:r>
              <a:rPr dirty="0" sz="1350">
                <a:solidFill>
                  <a:srgbClr val="0000FF"/>
                </a:solidFill>
                <a:latin typeface="Arial MT"/>
                <a:cs typeface="Arial MT"/>
              </a:rPr>
              <a:t>GIXRD</a:t>
            </a:r>
            <a:r>
              <a:rPr dirty="0" sz="1350" spc="-3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0000FF"/>
                </a:solidFill>
                <a:latin typeface="Symbol"/>
                <a:cs typeface="Symbol"/>
              </a:rPr>
              <a:t></a:t>
            </a:r>
            <a:r>
              <a:rPr dirty="0" sz="135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350" spc="-25">
                <a:solidFill>
                  <a:srgbClr val="0000FF"/>
                </a:solidFill>
                <a:latin typeface="Arial MT"/>
                <a:cs typeface="Arial MT"/>
              </a:rPr>
              <a:t>=1</a:t>
            </a:r>
            <a:r>
              <a:rPr dirty="0" baseline="45138" sz="1200" spc="-37">
                <a:solidFill>
                  <a:srgbClr val="0000FF"/>
                </a:solidFill>
                <a:latin typeface="Arial MT"/>
                <a:cs typeface="Arial MT"/>
              </a:rPr>
              <a:t>o</a:t>
            </a:r>
            <a:endParaRPr baseline="45138" sz="12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82149" y="1929640"/>
            <a:ext cx="216535" cy="6604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585"/>
              </a:lnSpc>
            </a:pPr>
            <a:r>
              <a:rPr dirty="0" sz="1350" spc="-10">
                <a:latin typeface="Arial MT"/>
                <a:cs typeface="Arial MT"/>
              </a:rPr>
              <a:t>Intensity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367801" y="1412806"/>
            <a:ext cx="1826260" cy="94297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350" spc="-10">
                <a:solidFill>
                  <a:srgbClr val="0000FF"/>
                </a:solidFill>
                <a:latin typeface="Arial MT"/>
                <a:cs typeface="Arial MT"/>
              </a:rPr>
              <a:t>63Au-</a:t>
            </a:r>
            <a:r>
              <a:rPr dirty="0" sz="1350" spc="-20">
                <a:solidFill>
                  <a:srgbClr val="0000FF"/>
                </a:solidFill>
                <a:latin typeface="Arial MT"/>
                <a:cs typeface="Arial MT"/>
              </a:rPr>
              <a:t>35Cu-</a:t>
            </a:r>
            <a:r>
              <a:rPr dirty="0" sz="1350">
                <a:solidFill>
                  <a:srgbClr val="0000FF"/>
                </a:solidFill>
                <a:latin typeface="Arial MT"/>
                <a:cs typeface="Arial MT"/>
              </a:rPr>
              <a:t>2Al</a:t>
            </a:r>
            <a:r>
              <a:rPr dirty="0" sz="1350" spc="-1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0000FF"/>
                </a:solidFill>
                <a:latin typeface="Arial MT"/>
                <a:cs typeface="Arial MT"/>
              </a:rPr>
              <a:t>thin</a:t>
            </a:r>
            <a:r>
              <a:rPr dirty="0" sz="1350" spc="-1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350" spc="-20">
                <a:solidFill>
                  <a:srgbClr val="0000FF"/>
                </a:solidFill>
                <a:latin typeface="Arial MT"/>
                <a:cs typeface="Arial MT"/>
              </a:rPr>
              <a:t>film</a:t>
            </a:r>
            <a:endParaRPr sz="1350">
              <a:latin typeface="Arial MT"/>
              <a:cs typeface="Arial MT"/>
            </a:endParaRPr>
          </a:p>
          <a:p>
            <a:pPr marL="12700" marR="1129665">
              <a:lnSpc>
                <a:spcPts val="1650"/>
              </a:lnSpc>
              <a:spcBef>
                <a:spcPts val="65"/>
              </a:spcBef>
            </a:pPr>
            <a:r>
              <a:rPr dirty="0" sz="1100">
                <a:solidFill>
                  <a:srgbClr val="0000FF"/>
                </a:solidFill>
                <a:latin typeface="Arial MT"/>
                <a:cs typeface="Arial MT"/>
              </a:rPr>
              <a:t>fcc-</a:t>
            </a:r>
            <a:r>
              <a:rPr dirty="0" sz="1100" spc="-10">
                <a:solidFill>
                  <a:srgbClr val="0000FF"/>
                </a:solidFill>
                <a:latin typeface="Arial MT"/>
                <a:cs typeface="Arial MT"/>
              </a:rPr>
              <a:t>phase</a:t>
            </a:r>
            <a:r>
              <a:rPr dirty="0" sz="1100" spc="50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000FF"/>
                </a:solidFill>
                <a:latin typeface="Arial MT"/>
                <a:cs typeface="Arial MT"/>
              </a:rPr>
              <a:t>t</a:t>
            </a:r>
            <a:r>
              <a:rPr dirty="0" sz="1100" spc="2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000FF"/>
                </a:solidFill>
                <a:latin typeface="Arial MT"/>
                <a:cs typeface="Arial MT"/>
              </a:rPr>
              <a:t>=</a:t>
            </a:r>
            <a:r>
              <a:rPr dirty="0" sz="1100" spc="2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000FF"/>
                </a:solidFill>
                <a:latin typeface="Arial MT"/>
                <a:cs typeface="Arial MT"/>
              </a:rPr>
              <a:t>681</a:t>
            </a:r>
            <a:r>
              <a:rPr dirty="0" sz="1100" spc="2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Arial MT"/>
                <a:cs typeface="Arial MT"/>
              </a:rPr>
              <a:t>nm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120"/>
              </a:lnSpc>
              <a:spcBef>
                <a:spcPts val="225"/>
              </a:spcBef>
            </a:pPr>
            <a:r>
              <a:rPr dirty="0" sz="1100">
                <a:solidFill>
                  <a:srgbClr val="0000FF"/>
                </a:solidFill>
                <a:latin typeface="Arial MT"/>
                <a:cs typeface="Arial MT"/>
              </a:rPr>
              <a:t>Substrate:</a:t>
            </a:r>
            <a:r>
              <a:rPr dirty="0" sz="1100" spc="5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000FF"/>
                </a:solidFill>
                <a:latin typeface="Arial MT"/>
                <a:cs typeface="Arial MT"/>
              </a:rPr>
              <a:t>SiO</a:t>
            </a:r>
            <a:r>
              <a:rPr dirty="0" sz="1100" spc="13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000FF"/>
                </a:solidFill>
                <a:latin typeface="Arial MT"/>
                <a:cs typeface="Arial MT"/>
              </a:rPr>
              <a:t>/Si-</a:t>
            </a:r>
            <a:r>
              <a:rPr dirty="0" sz="1100" spc="-25">
                <a:solidFill>
                  <a:srgbClr val="0000FF"/>
                </a:solidFill>
                <a:latin typeface="Arial MT"/>
                <a:cs typeface="Arial MT"/>
              </a:rPr>
              <a:t>001</a:t>
            </a:r>
            <a:endParaRPr sz="1100">
              <a:latin typeface="Arial MT"/>
              <a:cs typeface="Arial MT"/>
            </a:endParaRPr>
          </a:p>
          <a:p>
            <a:pPr algn="ctr" marL="96520">
              <a:lnSpc>
                <a:spcPts val="580"/>
              </a:lnSpc>
            </a:pPr>
            <a:r>
              <a:rPr dirty="0" sz="650" spc="-5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086977" y="1586897"/>
            <a:ext cx="438784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900" spc="-10">
                <a:solidFill>
                  <a:srgbClr val="0000FF"/>
                </a:solidFill>
                <a:latin typeface="Arial MT"/>
                <a:cs typeface="Arial MT"/>
              </a:rPr>
              <a:t>(111)</a:t>
            </a:r>
            <a:r>
              <a:rPr dirty="0" baseline="-30303" sz="825" spc="-15">
                <a:solidFill>
                  <a:srgbClr val="0000FF"/>
                </a:solidFill>
                <a:latin typeface="Arial MT"/>
                <a:cs typeface="Arial MT"/>
              </a:rPr>
              <a:t>fcc</a:t>
            </a:r>
            <a:endParaRPr baseline="-30303" sz="825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651628" y="1503121"/>
            <a:ext cx="356171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Calibri"/>
                <a:cs typeface="Calibri"/>
              </a:rPr>
              <a:t>GIXRD: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dirty="0" sz="2000">
                <a:latin typeface="Calibri"/>
                <a:cs typeface="Calibri"/>
              </a:rPr>
              <a:t>Probes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region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only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dirty="0" sz="2000" spc="-10">
                <a:latin typeface="Calibri"/>
                <a:cs typeface="Calibri"/>
              </a:rPr>
              <a:t>Relative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Intensity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lower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651628" y="2695448"/>
            <a:ext cx="3732529" cy="1242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dirty="0" sz="2000" spc="-20" b="1">
                <a:latin typeface="Calibri"/>
                <a:cs typeface="Calibri"/>
              </a:rPr>
              <a:t>Bragg-</a:t>
            </a:r>
            <a:r>
              <a:rPr dirty="0" sz="2000" b="1">
                <a:latin typeface="Calibri"/>
                <a:cs typeface="Calibri"/>
              </a:rPr>
              <a:t>Brentanno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</a:t>
            </a:r>
            <a:r>
              <a:rPr dirty="0" sz="2000">
                <a:latin typeface="Symbol"/>
                <a:cs typeface="Symbol"/>
              </a:rPr>
              <a:t></a:t>
            </a:r>
            <a:r>
              <a:rPr dirty="0" sz="2000" b="1">
                <a:latin typeface="Calibri"/>
                <a:cs typeface="Calibri"/>
              </a:rPr>
              <a:t>/2</a:t>
            </a:r>
            <a:r>
              <a:rPr dirty="0" sz="2000">
                <a:latin typeface="Symbol"/>
                <a:cs typeface="Symbol"/>
              </a:rPr>
              <a:t></a:t>
            </a:r>
            <a:r>
              <a:rPr dirty="0" sz="2000" spc="-12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scan):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ts val="239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Additional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contribution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substrate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Very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intensity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651628" y="4518101"/>
            <a:ext cx="3525520" cy="112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How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much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difference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in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the </a:t>
            </a:r>
            <a:r>
              <a:rPr dirty="0" sz="2400" b="1">
                <a:latin typeface="Calibri"/>
                <a:cs typeface="Calibri"/>
              </a:rPr>
              <a:t>absorption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penetration depth?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8255634" y="6427114"/>
            <a:ext cx="181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996950"/>
            <a:chOff x="0" y="0"/>
            <a:chExt cx="9144000" cy="9969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99669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731" y="141681"/>
              <a:ext cx="1506854" cy="75849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2923" y="153923"/>
              <a:ext cx="1437131" cy="688848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720242" y="282193"/>
            <a:ext cx="5993130" cy="457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20"/>
              </a:lnSpc>
            </a:pPr>
            <a:r>
              <a:rPr dirty="0" sz="3600" b="1">
                <a:solidFill>
                  <a:srgbClr val="FFFFFF"/>
                </a:solidFill>
                <a:latin typeface="Calibri"/>
                <a:cs typeface="Calibri"/>
              </a:rPr>
              <a:t>GIXRD:</a:t>
            </a:r>
            <a:r>
              <a:rPr dirty="0" sz="3600" spc="-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Calibri"/>
                <a:cs typeface="Calibri"/>
              </a:rPr>
              <a:t>X-</a:t>
            </a:r>
            <a:r>
              <a:rPr dirty="0" sz="3600" b="1">
                <a:solidFill>
                  <a:srgbClr val="FFFFFF"/>
                </a:solidFill>
                <a:latin typeface="Calibri"/>
                <a:cs typeface="Calibri"/>
              </a:rPr>
              <a:t>ray</a:t>
            </a:r>
            <a:r>
              <a:rPr dirty="0" sz="3600" spc="-1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20" b="1">
                <a:solidFill>
                  <a:srgbClr val="FFFFFF"/>
                </a:solidFill>
                <a:latin typeface="Calibri"/>
                <a:cs typeface="Calibri"/>
              </a:rPr>
              <a:t>penetration</a:t>
            </a:r>
            <a:r>
              <a:rPr dirty="0" sz="3600" spc="-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Calibri"/>
                <a:cs typeface="Calibri"/>
              </a:rPr>
              <a:t>depth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24968" y="240791"/>
            <a:ext cx="8950960" cy="6612890"/>
            <a:chOff x="124968" y="240791"/>
            <a:chExt cx="8950960" cy="6612890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968" y="240791"/>
              <a:ext cx="8743188" cy="435711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849630" y="1305305"/>
              <a:ext cx="0" cy="2852420"/>
            </a:xfrm>
            <a:custGeom>
              <a:avLst/>
              <a:gdLst/>
              <a:ahLst/>
              <a:cxnLst/>
              <a:rect l="l" t="t" r="r" b="b"/>
              <a:pathLst>
                <a:path w="0" h="2852420">
                  <a:moveTo>
                    <a:pt x="0" y="0"/>
                  </a:moveTo>
                  <a:lnTo>
                    <a:pt x="0" y="2852166"/>
                  </a:lnTo>
                </a:path>
              </a:pathLst>
            </a:custGeom>
            <a:ln w="254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196839" y="1647443"/>
              <a:ext cx="3878579" cy="5206365"/>
            </a:xfrm>
            <a:custGeom>
              <a:avLst/>
              <a:gdLst/>
              <a:ahLst/>
              <a:cxnLst/>
              <a:rect l="l" t="t" r="r" b="b"/>
              <a:pathLst>
                <a:path w="3878579" h="5206365">
                  <a:moveTo>
                    <a:pt x="3878579" y="0"/>
                  </a:moveTo>
                  <a:lnTo>
                    <a:pt x="0" y="0"/>
                  </a:lnTo>
                  <a:lnTo>
                    <a:pt x="0" y="5205984"/>
                  </a:lnTo>
                  <a:lnTo>
                    <a:pt x="3878579" y="5205984"/>
                  </a:lnTo>
                  <a:lnTo>
                    <a:pt x="38785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974267" y="4059004"/>
              <a:ext cx="2898775" cy="2278380"/>
            </a:xfrm>
            <a:custGeom>
              <a:avLst/>
              <a:gdLst/>
              <a:ahLst/>
              <a:cxnLst/>
              <a:rect l="l" t="t" r="r" b="b"/>
              <a:pathLst>
                <a:path w="2898775" h="2278379">
                  <a:moveTo>
                    <a:pt x="0" y="2221922"/>
                  </a:moveTo>
                  <a:lnTo>
                    <a:pt x="2898358" y="2221922"/>
                  </a:lnTo>
                </a:path>
                <a:path w="2898775" h="2278379">
                  <a:moveTo>
                    <a:pt x="668934" y="2221922"/>
                  </a:moveTo>
                  <a:lnTo>
                    <a:pt x="668934" y="2249489"/>
                  </a:lnTo>
                </a:path>
                <a:path w="2898775" h="2278379">
                  <a:moveTo>
                    <a:pt x="1560543" y="2221922"/>
                  </a:moveTo>
                  <a:lnTo>
                    <a:pt x="1560544" y="2249489"/>
                  </a:lnTo>
                </a:path>
                <a:path w="2898775" h="2278379">
                  <a:moveTo>
                    <a:pt x="2452164" y="2221922"/>
                  </a:moveTo>
                  <a:lnTo>
                    <a:pt x="2452164" y="2249489"/>
                  </a:lnTo>
                </a:path>
                <a:path w="2898775" h="2278379">
                  <a:moveTo>
                    <a:pt x="222708" y="2221922"/>
                  </a:moveTo>
                  <a:lnTo>
                    <a:pt x="222708" y="2277867"/>
                  </a:lnTo>
                </a:path>
                <a:path w="2898775" h="2278379">
                  <a:moveTo>
                    <a:pt x="1115138" y="2221922"/>
                  </a:moveTo>
                  <a:lnTo>
                    <a:pt x="1115138" y="2277867"/>
                  </a:lnTo>
                </a:path>
                <a:path w="2898775" h="2278379">
                  <a:moveTo>
                    <a:pt x="2006748" y="2221922"/>
                  </a:moveTo>
                  <a:lnTo>
                    <a:pt x="2006748" y="2277867"/>
                  </a:lnTo>
                </a:path>
                <a:path w="2898775" h="2278379">
                  <a:moveTo>
                    <a:pt x="2898358" y="2221922"/>
                  </a:moveTo>
                  <a:lnTo>
                    <a:pt x="2898358" y="2277867"/>
                  </a:lnTo>
                </a:path>
                <a:path w="2898775" h="2278379">
                  <a:moveTo>
                    <a:pt x="0" y="2221922"/>
                  </a:moveTo>
                  <a:lnTo>
                    <a:pt x="0" y="0"/>
                  </a:lnTo>
                </a:path>
                <a:path w="2898775" h="2278379">
                  <a:moveTo>
                    <a:pt x="0" y="2066216"/>
                  </a:moveTo>
                  <a:lnTo>
                    <a:pt x="27528" y="2066216"/>
                  </a:lnTo>
                </a:path>
                <a:path w="2898775" h="2278379">
                  <a:moveTo>
                    <a:pt x="0" y="1844034"/>
                  </a:moveTo>
                  <a:lnTo>
                    <a:pt x="27528" y="1844034"/>
                  </a:lnTo>
                </a:path>
                <a:path w="2898775" h="2278379">
                  <a:moveTo>
                    <a:pt x="0" y="1621842"/>
                  </a:moveTo>
                  <a:lnTo>
                    <a:pt x="27528" y="1621842"/>
                  </a:lnTo>
                </a:path>
                <a:path w="2898775" h="2278379">
                  <a:moveTo>
                    <a:pt x="0" y="1399660"/>
                  </a:moveTo>
                  <a:lnTo>
                    <a:pt x="27528" y="1399660"/>
                  </a:lnTo>
                </a:path>
                <a:path w="2898775" h="2278379">
                  <a:moveTo>
                    <a:pt x="0" y="1177447"/>
                  </a:moveTo>
                  <a:lnTo>
                    <a:pt x="27528" y="1177447"/>
                  </a:lnTo>
                </a:path>
                <a:path w="2898775" h="2278379">
                  <a:moveTo>
                    <a:pt x="0" y="955254"/>
                  </a:moveTo>
                  <a:lnTo>
                    <a:pt x="27528" y="955254"/>
                  </a:lnTo>
                </a:path>
                <a:path w="2898775" h="2278379">
                  <a:moveTo>
                    <a:pt x="0" y="733073"/>
                  </a:moveTo>
                  <a:lnTo>
                    <a:pt x="27528" y="733073"/>
                  </a:lnTo>
                </a:path>
                <a:path w="2898775" h="2278379">
                  <a:moveTo>
                    <a:pt x="0" y="510881"/>
                  </a:moveTo>
                  <a:lnTo>
                    <a:pt x="27528" y="510881"/>
                  </a:lnTo>
                </a:path>
                <a:path w="2898775" h="2278379">
                  <a:moveTo>
                    <a:pt x="0" y="288699"/>
                  </a:moveTo>
                  <a:lnTo>
                    <a:pt x="27528" y="288699"/>
                  </a:lnTo>
                </a:path>
                <a:path w="2898775" h="2278379">
                  <a:moveTo>
                    <a:pt x="0" y="66485"/>
                  </a:moveTo>
                  <a:lnTo>
                    <a:pt x="27528" y="66485"/>
                  </a:lnTo>
                </a:path>
                <a:path w="2898775" h="2278379">
                  <a:moveTo>
                    <a:pt x="0" y="2221922"/>
                  </a:moveTo>
                  <a:lnTo>
                    <a:pt x="55887" y="2221922"/>
                  </a:lnTo>
                </a:path>
                <a:path w="2898775" h="2278379">
                  <a:moveTo>
                    <a:pt x="0" y="1999730"/>
                  </a:moveTo>
                  <a:lnTo>
                    <a:pt x="55887" y="1999730"/>
                  </a:lnTo>
                </a:path>
                <a:path w="2898775" h="2278379">
                  <a:moveTo>
                    <a:pt x="0" y="1777548"/>
                  </a:moveTo>
                  <a:lnTo>
                    <a:pt x="55887" y="1777548"/>
                  </a:lnTo>
                </a:path>
                <a:path w="2898775" h="2278379">
                  <a:moveTo>
                    <a:pt x="0" y="1555334"/>
                  </a:moveTo>
                  <a:lnTo>
                    <a:pt x="55887" y="1555334"/>
                  </a:lnTo>
                </a:path>
                <a:path w="2898775" h="2278379">
                  <a:moveTo>
                    <a:pt x="0" y="1333142"/>
                  </a:moveTo>
                  <a:lnTo>
                    <a:pt x="55887" y="1333142"/>
                  </a:lnTo>
                </a:path>
                <a:path w="2898775" h="2278379">
                  <a:moveTo>
                    <a:pt x="0" y="1110961"/>
                  </a:moveTo>
                  <a:lnTo>
                    <a:pt x="55887" y="1110961"/>
                  </a:lnTo>
                </a:path>
                <a:path w="2898775" h="2278379">
                  <a:moveTo>
                    <a:pt x="0" y="888769"/>
                  </a:moveTo>
                  <a:lnTo>
                    <a:pt x="55887" y="888769"/>
                  </a:lnTo>
                </a:path>
                <a:path w="2898775" h="2278379">
                  <a:moveTo>
                    <a:pt x="0" y="666587"/>
                  </a:moveTo>
                  <a:lnTo>
                    <a:pt x="55887" y="666587"/>
                  </a:lnTo>
                </a:path>
                <a:path w="2898775" h="2278379">
                  <a:moveTo>
                    <a:pt x="0" y="444373"/>
                  </a:moveTo>
                  <a:lnTo>
                    <a:pt x="55887" y="444373"/>
                  </a:lnTo>
                </a:path>
                <a:path w="2898775" h="2278379">
                  <a:moveTo>
                    <a:pt x="0" y="222181"/>
                  </a:moveTo>
                  <a:lnTo>
                    <a:pt x="55887" y="222181"/>
                  </a:lnTo>
                </a:path>
                <a:path w="2898775" h="2278379">
                  <a:moveTo>
                    <a:pt x="0" y="0"/>
                  </a:moveTo>
                  <a:lnTo>
                    <a:pt x="55887" y="0"/>
                  </a:lnTo>
                </a:path>
                <a:path w="2898775" h="2278379">
                  <a:moveTo>
                    <a:pt x="2898358" y="2221922"/>
                  </a:moveTo>
                  <a:lnTo>
                    <a:pt x="2898357" y="0"/>
                  </a:lnTo>
                </a:path>
              </a:pathLst>
            </a:custGeom>
            <a:ln w="10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117052" y="6336334"/>
            <a:ext cx="16002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latin typeface="Arial MT"/>
                <a:cs typeface="Arial MT"/>
              </a:rPr>
              <a:t>40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009504" y="6336334"/>
            <a:ext cx="16002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latin typeface="Arial MT"/>
                <a:cs typeface="Arial MT"/>
              </a:rPr>
              <a:t>60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901114" y="6336334"/>
            <a:ext cx="16002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latin typeface="Arial MT"/>
                <a:cs typeface="Arial MT"/>
              </a:rPr>
              <a:t>80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759507" y="6336334"/>
            <a:ext cx="227329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latin typeface="Arial MT"/>
                <a:cs typeface="Arial MT"/>
              </a:rPr>
              <a:t>100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967382" y="1831684"/>
            <a:ext cx="2913380" cy="4341495"/>
            <a:chOff x="5967382" y="1831684"/>
            <a:chExt cx="2913380" cy="4341495"/>
          </a:xfrm>
        </p:grpSpPr>
        <p:sp>
          <p:nvSpPr>
            <p:cNvPr id="17" name="object 17" descr=""/>
            <p:cNvSpPr/>
            <p:nvPr/>
          </p:nvSpPr>
          <p:spPr>
            <a:xfrm>
              <a:off x="5974267" y="1837081"/>
              <a:ext cx="2898775" cy="2278380"/>
            </a:xfrm>
            <a:custGeom>
              <a:avLst/>
              <a:gdLst/>
              <a:ahLst/>
              <a:cxnLst/>
              <a:rect l="l" t="t" r="r" b="b"/>
              <a:pathLst>
                <a:path w="2898775" h="2278379">
                  <a:moveTo>
                    <a:pt x="0" y="2221922"/>
                  </a:moveTo>
                  <a:lnTo>
                    <a:pt x="2898358" y="2221922"/>
                  </a:lnTo>
                </a:path>
                <a:path w="2898775" h="2278379">
                  <a:moveTo>
                    <a:pt x="668934" y="2221922"/>
                  </a:moveTo>
                  <a:lnTo>
                    <a:pt x="668934" y="2249489"/>
                  </a:lnTo>
                </a:path>
                <a:path w="2898775" h="2278379">
                  <a:moveTo>
                    <a:pt x="1560543" y="2221922"/>
                  </a:moveTo>
                  <a:lnTo>
                    <a:pt x="1560544" y="2249489"/>
                  </a:lnTo>
                </a:path>
                <a:path w="2898775" h="2278379">
                  <a:moveTo>
                    <a:pt x="2452164" y="2221922"/>
                  </a:moveTo>
                  <a:lnTo>
                    <a:pt x="2452164" y="2249489"/>
                  </a:lnTo>
                </a:path>
                <a:path w="2898775" h="2278379">
                  <a:moveTo>
                    <a:pt x="222708" y="2221922"/>
                  </a:moveTo>
                  <a:lnTo>
                    <a:pt x="222708" y="2277867"/>
                  </a:lnTo>
                </a:path>
                <a:path w="2898775" h="2278379">
                  <a:moveTo>
                    <a:pt x="1115138" y="2221922"/>
                  </a:moveTo>
                  <a:lnTo>
                    <a:pt x="1115138" y="2277867"/>
                  </a:lnTo>
                </a:path>
                <a:path w="2898775" h="2278379">
                  <a:moveTo>
                    <a:pt x="2006748" y="2221922"/>
                  </a:moveTo>
                  <a:lnTo>
                    <a:pt x="2006748" y="2277867"/>
                  </a:lnTo>
                </a:path>
                <a:path w="2898775" h="2278379">
                  <a:moveTo>
                    <a:pt x="2898358" y="2221922"/>
                  </a:moveTo>
                  <a:lnTo>
                    <a:pt x="2898358" y="2277867"/>
                  </a:lnTo>
                </a:path>
                <a:path w="2898775" h="2278379">
                  <a:moveTo>
                    <a:pt x="0" y="0"/>
                  </a:moveTo>
                  <a:lnTo>
                    <a:pt x="2898357" y="0"/>
                  </a:lnTo>
                </a:path>
                <a:path w="2898775" h="2278379">
                  <a:moveTo>
                    <a:pt x="0" y="2221922"/>
                  </a:moveTo>
                  <a:lnTo>
                    <a:pt x="0" y="0"/>
                  </a:lnTo>
                </a:path>
                <a:path w="2898775" h="2278379">
                  <a:moveTo>
                    <a:pt x="0" y="2221922"/>
                  </a:moveTo>
                  <a:lnTo>
                    <a:pt x="27528" y="2221922"/>
                  </a:lnTo>
                </a:path>
                <a:path w="2898775" h="2278379">
                  <a:moveTo>
                    <a:pt x="0" y="1818088"/>
                  </a:moveTo>
                  <a:lnTo>
                    <a:pt x="27528" y="1818088"/>
                  </a:lnTo>
                </a:path>
                <a:path w="2898775" h="2278379">
                  <a:moveTo>
                    <a:pt x="0" y="1414255"/>
                  </a:moveTo>
                  <a:lnTo>
                    <a:pt x="27528" y="1414255"/>
                  </a:lnTo>
                </a:path>
                <a:path w="2898775" h="2278379">
                  <a:moveTo>
                    <a:pt x="0" y="1009578"/>
                  </a:moveTo>
                  <a:lnTo>
                    <a:pt x="27528" y="1009578"/>
                  </a:lnTo>
                </a:path>
                <a:path w="2898775" h="2278379">
                  <a:moveTo>
                    <a:pt x="0" y="605744"/>
                  </a:moveTo>
                  <a:lnTo>
                    <a:pt x="27528" y="605744"/>
                  </a:lnTo>
                </a:path>
                <a:path w="2898775" h="2278379">
                  <a:moveTo>
                    <a:pt x="0" y="201911"/>
                  </a:moveTo>
                  <a:lnTo>
                    <a:pt x="27528" y="201911"/>
                  </a:lnTo>
                </a:path>
                <a:path w="2898775" h="2278379">
                  <a:moveTo>
                    <a:pt x="0" y="2020000"/>
                  </a:moveTo>
                  <a:lnTo>
                    <a:pt x="55887" y="2020000"/>
                  </a:lnTo>
                </a:path>
                <a:path w="2898775" h="2278379">
                  <a:moveTo>
                    <a:pt x="0" y="1616166"/>
                  </a:moveTo>
                  <a:lnTo>
                    <a:pt x="55887" y="1616166"/>
                  </a:lnTo>
                </a:path>
                <a:path w="2898775" h="2278379">
                  <a:moveTo>
                    <a:pt x="0" y="1212333"/>
                  </a:moveTo>
                  <a:lnTo>
                    <a:pt x="55887" y="1212333"/>
                  </a:lnTo>
                </a:path>
                <a:path w="2898775" h="2278379">
                  <a:moveTo>
                    <a:pt x="0" y="807667"/>
                  </a:moveTo>
                  <a:lnTo>
                    <a:pt x="55887" y="807667"/>
                  </a:lnTo>
                </a:path>
                <a:path w="2898775" h="2278379">
                  <a:moveTo>
                    <a:pt x="0" y="403833"/>
                  </a:moveTo>
                  <a:lnTo>
                    <a:pt x="55887" y="403833"/>
                  </a:lnTo>
                </a:path>
                <a:path w="2898775" h="2278379">
                  <a:moveTo>
                    <a:pt x="0" y="0"/>
                  </a:moveTo>
                  <a:lnTo>
                    <a:pt x="55887" y="0"/>
                  </a:lnTo>
                </a:path>
                <a:path w="2898775" h="2278379">
                  <a:moveTo>
                    <a:pt x="2898358" y="2221922"/>
                  </a:moveTo>
                  <a:lnTo>
                    <a:pt x="2898357" y="0"/>
                  </a:lnTo>
                </a:path>
              </a:pathLst>
            </a:custGeom>
            <a:ln w="10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7382" y="4313216"/>
              <a:ext cx="2911321" cy="185943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69000" y="2401073"/>
              <a:ext cx="2911323" cy="1460467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5430328" y="3703274"/>
            <a:ext cx="497205" cy="26517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545"/>
              </a:spcBef>
            </a:pPr>
            <a:r>
              <a:rPr dirty="0" sz="950" spc="-50">
                <a:latin typeface="Arial MT"/>
                <a:cs typeface="Arial MT"/>
              </a:rPr>
              <a:t>0</a:t>
            </a:r>
            <a:endParaRPr sz="9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450"/>
              </a:spcBef>
            </a:pPr>
            <a:r>
              <a:rPr dirty="0" sz="950" spc="-20">
                <a:latin typeface="Arial MT"/>
                <a:cs typeface="Arial MT"/>
              </a:rPr>
              <a:t>1E13</a:t>
            </a:r>
            <a:endParaRPr sz="9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610"/>
              </a:spcBef>
            </a:pPr>
            <a:r>
              <a:rPr dirty="0" sz="950" spc="-20">
                <a:latin typeface="Arial MT"/>
                <a:cs typeface="Arial MT"/>
              </a:rPr>
              <a:t>1E12</a:t>
            </a:r>
            <a:endParaRPr sz="9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610"/>
              </a:spcBef>
            </a:pPr>
            <a:r>
              <a:rPr dirty="0" sz="950" spc="-20">
                <a:latin typeface="Arial MT"/>
                <a:cs typeface="Arial MT"/>
              </a:rPr>
              <a:t>1E11</a:t>
            </a:r>
            <a:endParaRPr sz="9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610"/>
              </a:spcBef>
            </a:pPr>
            <a:r>
              <a:rPr dirty="0" sz="950" spc="-20">
                <a:latin typeface="Arial MT"/>
                <a:cs typeface="Arial MT"/>
              </a:rPr>
              <a:t>1E10</a:t>
            </a:r>
            <a:endParaRPr sz="950">
              <a:latin typeface="Arial MT"/>
              <a:cs typeface="Arial MT"/>
            </a:endParaRPr>
          </a:p>
          <a:p>
            <a:pPr marL="267335">
              <a:lnSpc>
                <a:spcPct val="100000"/>
              </a:lnSpc>
              <a:spcBef>
                <a:spcPts val="610"/>
              </a:spcBef>
            </a:pPr>
            <a:r>
              <a:rPr dirty="0" sz="950" spc="-25">
                <a:latin typeface="Arial MT"/>
                <a:cs typeface="Arial MT"/>
              </a:rPr>
              <a:t>1E9</a:t>
            </a:r>
            <a:endParaRPr sz="950">
              <a:latin typeface="Arial MT"/>
              <a:cs typeface="Arial MT"/>
            </a:endParaRPr>
          </a:p>
          <a:p>
            <a:pPr marL="267335">
              <a:lnSpc>
                <a:spcPct val="100000"/>
              </a:lnSpc>
              <a:spcBef>
                <a:spcPts val="610"/>
              </a:spcBef>
            </a:pPr>
            <a:r>
              <a:rPr dirty="0" sz="950" spc="-25">
                <a:latin typeface="Arial MT"/>
                <a:cs typeface="Arial MT"/>
              </a:rPr>
              <a:t>1E8</a:t>
            </a:r>
            <a:endParaRPr sz="950">
              <a:latin typeface="Arial MT"/>
              <a:cs typeface="Arial MT"/>
            </a:endParaRPr>
          </a:p>
          <a:p>
            <a:pPr marL="267335">
              <a:lnSpc>
                <a:spcPct val="100000"/>
              </a:lnSpc>
              <a:spcBef>
                <a:spcPts val="610"/>
              </a:spcBef>
            </a:pPr>
            <a:r>
              <a:rPr dirty="0" sz="950" spc="-25">
                <a:latin typeface="Arial MT"/>
                <a:cs typeface="Arial MT"/>
              </a:rPr>
              <a:t>1E7</a:t>
            </a:r>
            <a:endParaRPr sz="9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610"/>
              </a:spcBef>
            </a:pPr>
            <a:r>
              <a:rPr dirty="0" sz="950" spc="-10">
                <a:latin typeface="Arial MT"/>
                <a:cs typeface="Arial MT"/>
              </a:rPr>
              <a:t>1000000</a:t>
            </a:r>
            <a:endParaRPr sz="9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610"/>
              </a:spcBef>
            </a:pPr>
            <a:r>
              <a:rPr dirty="0" sz="950" spc="-10">
                <a:latin typeface="Arial MT"/>
                <a:cs typeface="Arial MT"/>
              </a:rPr>
              <a:t>100000</a:t>
            </a:r>
            <a:endParaRPr sz="95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610"/>
              </a:spcBef>
            </a:pPr>
            <a:r>
              <a:rPr dirty="0" sz="950" spc="-10">
                <a:latin typeface="Arial MT"/>
                <a:cs typeface="Arial MT"/>
              </a:rPr>
              <a:t>10000</a:t>
            </a:r>
            <a:endParaRPr sz="950">
              <a:latin typeface="Arial MT"/>
              <a:cs typeface="Arial MT"/>
            </a:endParaRPr>
          </a:p>
          <a:p>
            <a:pPr algn="r" marR="6350">
              <a:lnSpc>
                <a:spcPct val="100000"/>
              </a:lnSpc>
              <a:spcBef>
                <a:spcPts val="605"/>
              </a:spcBef>
            </a:pPr>
            <a:r>
              <a:rPr dirty="0" sz="950" spc="-20">
                <a:latin typeface="Arial MT"/>
                <a:cs typeface="Arial MT"/>
              </a:rPr>
              <a:t>1000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564751" y="2951558"/>
            <a:ext cx="361950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latin typeface="Arial MT"/>
                <a:cs typeface="Arial MT"/>
              </a:rPr>
              <a:t>40000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950" spc="-10">
                <a:latin typeface="Arial MT"/>
                <a:cs typeface="Arial MT"/>
              </a:rPr>
              <a:t>20000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564751" y="2546914"/>
            <a:ext cx="36195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latin typeface="Arial MT"/>
                <a:cs typeface="Arial MT"/>
              </a:rPr>
              <a:t>60000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564751" y="2143059"/>
            <a:ext cx="36195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latin typeface="Arial MT"/>
                <a:cs typeface="Arial MT"/>
              </a:rPr>
              <a:t>80000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497561" y="1739225"/>
            <a:ext cx="429259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latin typeface="Arial MT"/>
                <a:cs typeface="Arial MT"/>
              </a:rPr>
              <a:t>100000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207160" y="4649624"/>
            <a:ext cx="192405" cy="869950"/>
          </a:xfrm>
          <a:prstGeom prst="rect">
            <a:avLst/>
          </a:prstGeom>
        </p:spPr>
        <p:txBody>
          <a:bodyPr wrap="square" lIns="0" tIns="127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Log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Intensity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210019" y="6557715"/>
            <a:ext cx="42672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150">
                <a:latin typeface="Arial MT"/>
                <a:cs typeface="Arial MT"/>
              </a:rPr>
              <a:t>2</a:t>
            </a:r>
            <a:r>
              <a:rPr dirty="0" sz="1150">
                <a:latin typeface="Symbol"/>
                <a:cs typeface="Symbol"/>
              </a:rPr>
              <a:t>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Arial MT"/>
                <a:cs typeface="Arial MT"/>
              </a:rPr>
              <a:t>(</a:t>
            </a:r>
            <a:r>
              <a:rPr dirty="0" baseline="43650" sz="1050" spc="-37">
                <a:latin typeface="Arial MT"/>
                <a:cs typeface="Arial MT"/>
              </a:rPr>
              <a:t>o</a:t>
            </a:r>
            <a:r>
              <a:rPr dirty="0" sz="1150" spc="-25">
                <a:latin typeface="Arial MT"/>
                <a:cs typeface="Arial MT"/>
              </a:rPr>
              <a:t>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112195" y="4154141"/>
            <a:ext cx="66929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>
                <a:solidFill>
                  <a:srgbClr val="0000FF"/>
                </a:solidFill>
                <a:latin typeface="Symbol"/>
                <a:cs typeface="Symbol"/>
              </a:rPr>
              <a:t></a:t>
            </a:r>
            <a:r>
              <a:rPr dirty="0" sz="1150">
                <a:solidFill>
                  <a:srgbClr val="0000FF"/>
                </a:solidFill>
                <a:latin typeface="Arial MT"/>
                <a:cs typeface="Arial MT"/>
              </a:rPr>
              <a:t>-2</a:t>
            </a:r>
            <a:r>
              <a:rPr dirty="0" sz="1150">
                <a:solidFill>
                  <a:srgbClr val="0000FF"/>
                </a:solidFill>
                <a:latin typeface="Symbol"/>
                <a:cs typeface="Symbol"/>
              </a:rPr>
              <a:t></a:t>
            </a:r>
            <a:r>
              <a:rPr dirty="0" sz="1150" spc="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000FF"/>
                </a:solidFill>
                <a:latin typeface="Arial MT"/>
                <a:cs typeface="Arial MT"/>
              </a:rPr>
              <a:t>scan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381210" y="4147654"/>
            <a:ext cx="52451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latin typeface="Arial MT"/>
                <a:cs typeface="Arial MT"/>
              </a:rPr>
              <a:t>substrate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172401" y="3616497"/>
            <a:ext cx="2628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0000FF"/>
                </a:solidFill>
                <a:latin typeface="Arial MT"/>
                <a:cs typeface="Arial MT"/>
              </a:rPr>
              <a:t>(222)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410493" y="3692740"/>
            <a:ext cx="10350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50" spc="-25">
                <a:solidFill>
                  <a:srgbClr val="0000FF"/>
                </a:solidFill>
                <a:latin typeface="Arial MT"/>
                <a:cs typeface="Arial MT"/>
              </a:rPr>
              <a:t>fcc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748566" y="3491634"/>
            <a:ext cx="3924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0000FF"/>
                </a:solidFill>
                <a:latin typeface="Arial MT"/>
                <a:cs typeface="Arial MT"/>
              </a:rPr>
              <a:t>(311)</a:t>
            </a:r>
            <a:r>
              <a:rPr dirty="0" baseline="-37037" sz="675" spc="-15">
                <a:solidFill>
                  <a:srgbClr val="0000FF"/>
                </a:solidFill>
                <a:latin typeface="Arial MT"/>
                <a:cs typeface="Arial MT"/>
              </a:rPr>
              <a:t>fcc</a:t>
            </a:r>
            <a:endParaRPr baseline="-37037" sz="675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288079" y="3541093"/>
            <a:ext cx="2628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0000FF"/>
                </a:solidFill>
                <a:latin typeface="Arial MT"/>
                <a:cs typeface="Arial MT"/>
              </a:rPr>
              <a:t>(220)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526159" y="3617335"/>
            <a:ext cx="10350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50" spc="-25">
                <a:solidFill>
                  <a:srgbClr val="0000FF"/>
                </a:solidFill>
                <a:latin typeface="Arial MT"/>
                <a:cs typeface="Arial MT"/>
              </a:rPr>
              <a:t>fcc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398077" y="2830722"/>
            <a:ext cx="2628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0000FF"/>
                </a:solidFill>
                <a:latin typeface="Arial MT"/>
                <a:cs typeface="Arial MT"/>
              </a:rPr>
              <a:t>(200)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636169" y="2906964"/>
            <a:ext cx="10350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50" spc="-25">
                <a:solidFill>
                  <a:srgbClr val="0000FF"/>
                </a:solidFill>
                <a:latin typeface="Arial MT"/>
                <a:cs typeface="Arial MT"/>
              </a:rPr>
              <a:t>fcc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274393" y="2546233"/>
            <a:ext cx="192405" cy="580390"/>
          </a:xfrm>
          <a:prstGeom prst="rect">
            <a:avLst/>
          </a:prstGeom>
        </p:spPr>
        <p:txBody>
          <a:bodyPr wrap="square" lIns="0" tIns="127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 spc="-10">
                <a:latin typeface="Arial MT"/>
                <a:cs typeface="Arial MT"/>
              </a:rPr>
              <a:t>Intensity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049042" y="1881948"/>
            <a:ext cx="843915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>
                <a:solidFill>
                  <a:srgbClr val="0000FF"/>
                </a:solidFill>
                <a:latin typeface="Arial MT"/>
                <a:cs typeface="Arial MT"/>
              </a:rPr>
              <a:t>GIXRD</a:t>
            </a:r>
            <a:r>
              <a:rPr dirty="0" sz="1150" spc="4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00FF"/>
                </a:solidFill>
                <a:latin typeface="Symbol"/>
                <a:cs typeface="Symbol"/>
              </a:rPr>
              <a:t></a:t>
            </a:r>
            <a:r>
              <a:rPr dirty="0" sz="1150" spc="8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150" spc="-35">
                <a:solidFill>
                  <a:srgbClr val="0000FF"/>
                </a:solidFill>
                <a:latin typeface="Arial MT"/>
                <a:cs typeface="Arial MT"/>
              </a:rPr>
              <a:t>=1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866941" y="1868970"/>
            <a:ext cx="7556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0">
                <a:solidFill>
                  <a:srgbClr val="0000FF"/>
                </a:solidFill>
                <a:latin typeface="Arial MT"/>
                <a:cs typeface="Arial MT"/>
              </a:rPr>
              <a:t>o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7181981" y="2095605"/>
            <a:ext cx="1597025" cy="60134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150">
                <a:solidFill>
                  <a:srgbClr val="0000FF"/>
                </a:solidFill>
                <a:latin typeface="Arial MT"/>
                <a:cs typeface="Arial MT"/>
              </a:rPr>
              <a:t>63Au-35Cu-2Al</a:t>
            </a:r>
            <a:r>
              <a:rPr dirty="0" sz="1150" spc="8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00FF"/>
                </a:solidFill>
                <a:latin typeface="Arial MT"/>
                <a:cs typeface="Arial MT"/>
              </a:rPr>
              <a:t>thin</a:t>
            </a:r>
            <a:r>
              <a:rPr dirty="0" sz="1150" spc="7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00FF"/>
                </a:solidFill>
                <a:latin typeface="Arial MT"/>
                <a:cs typeface="Arial MT"/>
              </a:rPr>
              <a:t>film</a:t>
            </a:r>
            <a:endParaRPr sz="1150">
              <a:latin typeface="Arial MT"/>
              <a:cs typeface="Arial MT"/>
            </a:endParaRPr>
          </a:p>
          <a:p>
            <a:pPr marL="12700" marR="986790">
              <a:lnSpc>
                <a:spcPts val="1440"/>
              </a:lnSpc>
              <a:spcBef>
                <a:spcPts val="60"/>
              </a:spcBef>
            </a:pPr>
            <a:r>
              <a:rPr dirty="0" sz="950">
                <a:solidFill>
                  <a:srgbClr val="0000FF"/>
                </a:solidFill>
                <a:latin typeface="Arial MT"/>
                <a:cs typeface="Arial MT"/>
              </a:rPr>
              <a:t>fcc-</a:t>
            </a:r>
            <a:r>
              <a:rPr dirty="0" sz="950" spc="-10">
                <a:solidFill>
                  <a:srgbClr val="0000FF"/>
                </a:solidFill>
                <a:latin typeface="Arial MT"/>
                <a:cs typeface="Arial MT"/>
              </a:rPr>
              <a:t>phase</a:t>
            </a:r>
            <a:r>
              <a:rPr dirty="0" sz="950" spc="50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00FF"/>
                </a:solidFill>
                <a:latin typeface="Arial MT"/>
                <a:cs typeface="Arial MT"/>
              </a:rPr>
              <a:t>t</a:t>
            </a:r>
            <a:r>
              <a:rPr dirty="0" sz="950" spc="3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00FF"/>
                </a:solidFill>
                <a:latin typeface="Arial MT"/>
                <a:cs typeface="Arial MT"/>
              </a:rPr>
              <a:t>=</a:t>
            </a:r>
            <a:r>
              <a:rPr dirty="0" sz="950" spc="3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00FF"/>
                </a:solidFill>
                <a:latin typeface="Arial MT"/>
                <a:cs typeface="Arial MT"/>
              </a:rPr>
              <a:t>681</a:t>
            </a:r>
            <a:r>
              <a:rPr dirty="0" sz="950" spc="3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0000FF"/>
                </a:solidFill>
                <a:latin typeface="Arial MT"/>
                <a:cs typeface="Arial MT"/>
              </a:rPr>
              <a:t>nm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989366" y="2808046"/>
            <a:ext cx="6667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5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7181981" y="2705831"/>
            <a:ext cx="12674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0000FF"/>
                </a:solidFill>
                <a:latin typeface="Arial MT"/>
                <a:cs typeface="Arial MT"/>
              </a:rPr>
              <a:t>Substrate:</a:t>
            </a:r>
            <a:r>
              <a:rPr dirty="0" sz="950" spc="8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00FF"/>
                </a:solidFill>
                <a:latin typeface="Arial MT"/>
                <a:cs typeface="Arial MT"/>
              </a:rPr>
              <a:t>SiO</a:t>
            </a:r>
            <a:r>
              <a:rPr dirty="0" sz="950" spc="15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00FF"/>
                </a:solidFill>
                <a:latin typeface="Arial MT"/>
                <a:cs typeface="Arial MT"/>
              </a:rPr>
              <a:t>/Si-</a:t>
            </a:r>
            <a:r>
              <a:rPr dirty="0" sz="950" spc="-25">
                <a:solidFill>
                  <a:srgbClr val="0000FF"/>
                </a:solidFill>
                <a:latin typeface="Arial MT"/>
                <a:cs typeface="Arial MT"/>
              </a:rPr>
              <a:t>001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060875" y="2247669"/>
            <a:ext cx="3924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0000FF"/>
                </a:solidFill>
                <a:latin typeface="Arial MT"/>
                <a:cs typeface="Arial MT"/>
              </a:rPr>
              <a:t>(111)</a:t>
            </a:r>
            <a:r>
              <a:rPr dirty="0" baseline="-37037" sz="675" spc="-15">
                <a:solidFill>
                  <a:srgbClr val="0000FF"/>
                </a:solidFill>
                <a:latin typeface="Arial MT"/>
                <a:cs typeface="Arial MT"/>
              </a:rPr>
              <a:t>fcc</a:t>
            </a:r>
            <a:endParaRPr baseline="-37037" sz="675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30173" y="660654"/>
            <a:ext cx="1605280" cy="646430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89535">
              <a:lnSpc>
                <a:spcPts val="2150"/>
              </a:lnSpc>
              <a:spcBef>
                <a:spcPts val="254"/>
              </a:spcBef>
            </a:pPr>
            <a:r>
              <a:rPr dirty="0" sz="1800" spc="-20">
                <a:latin typeface="Symbol"/>
                <a:cs typeface="Symbol"/>
              </a:rPr>
              <a:t></a:t>
            </a:r>
            <a:r>
              <a:rPr dirty="0" sz="1800" spc="-20">
                <a:latin typeface="Calibri"/>
                <a:cs typeface="Calibri"/>
              </a:rPr>
              <a:t>=1</a:t>
            </a:r>
            <a:r>
              <a:rPr dirty="0" baseline="25462" sz="1800" spc="-30">
                <a:latin typeface="Calibri"/>
                <a:cs typeface="Calibri"/>
              </a:rPr>
              <a:t>o</a:t>
            </a:r>
            <a:endParaRPr baseline="25462" sz="1800">
              <a:latin typeface="Calibri"/>
              <a:cs typeface="Calibri"/>
            </a:endParaRPr>
          </a:p>
          <a:p>
            <a:pPr marL="89535">
              <a:lnSpc>
                <a:spcPts val="2150"/>
              </a:lnSpc>
            </a:pPr>
            <a:r>
              <a:rPr dirty="0" sz="1800">
                <a:latin typeface="Calibri"/>
                <a:cs typeface="Calibri"/>
              </a:rPr>
              <a:t>depth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=55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nm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2832354" y="1066038"/>
            <a:ext cx="5567680" cy="594360"/>
          </a:xfrm>
          <a:custGeom>
            <a:avLst/>
            <a:gdLst/>
            <a:ahLst/>
            <a:cxnLst/>
            <a:rect l="l" t="t" r="r" b="b"/>
            <a:pathLst>
              <a:path w="5567680" h="594360">
                <a:moveTo>
                  <a:pt x="0" y="594360"/>
                </a:moveTo>
                <a:lnTo>
                  <a:pt x="5567172" y="594360"/>
                </a:lnTo>
                <a:lnTo>
                  <a:pt x="5567172" y="0"/>
                </a:lnTo>
                <a:lnTo>
                  <a:pt x="0" y="0"/>
                </a:lnTo>
                <a:lnTo>
                  <a:pt x="0" y="594360"/>
                </a:lnTo>
                <a:close/>
              </a:path>
            </a:pathLst>
          </a:custGeom>
          <a:ln w="254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2832354" y="1660398"/>
            <a:ext cx="1673860" cy="680085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90805">
              <a:lnSpc>
                <a:spcPts val="2150"/>
              </a:lnSpc>
              <a:spcBef>
                <a:spcPts val="520"/>
              </a:spcBef>
            </a:pPr>
            <a:r>
              <a:rPr dirty="0" sz="1800">
                <a:latin typeface="Symbol"/>
                <a:cs typeface="Symbol"/>
              </a:rPr>
              <a:t>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Calibri"/>
                <a:cs typeface="Calibri"/>
              </a:rPr>
              <a:t>&gt;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15</a:t>
            </a:r>
            <a:r>
              <a:rPr dirty="0" baseline="25462" sz="1800" spc="-37">
                <a:latin typeface="Calibri"/>
                <a:cs typeface="Calibri"/>
              </a:rPr>
              <a:t>o</a:t>
            </a:r>
            <a:endParaRPr baseline="25462" sz="1800">
              <a:latin typeface="Calibri"/>
              <a:cs typeface="Calibri"/>
            </a:endParaRPr>
          </a:p>
          <a:p>
            <a:pPr marL="90805">
              <a:lnSpc>
                <a:spcPts val="2150"/>
              </a:lnSpc>
            </a:pPr>
            <a:r>
              <a:rPr dirty="0" sz="1800">
                <a:latin typeface="Calibri"/>
                <a:cs typeface="Calibri"/>
              </a:rPr>
              <a:t>depth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&gt;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900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nm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400811" y="4925567"/>
            <a:ext cx="4584700" cy="160020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6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---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Note-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---</a:t>
            </a:r>
            <a:r>
              <a:rPr dirty="0" sz="1600" spc="-5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endParaRPr sz="1600">
              <a:latin typeface="Calibri"/>
              <a:cs typeface="Calibri"/>
            </a:endParaRPr>
          </a:p>
          <a:p>
            <a:pPr marL="90805" marR="361315" indent="153670">
              <a:lnSpc>
                <a:spcPct val="100000"/>
              </a:lnSpc>
              <a:buAutoNum type="romanLcParenR"/>
              <a:tabLst>
                <a:tab pos="244475" algn="l"/>
              </a:tabLst>
            </a:pPr>
            <a:r>
              <a:rPr dirty="0" sz="1600" spc="-25">
                <a:solidFill>
                  <a:srgbClr val="FF0000"/>
                </a:solidFill>
                <a:latin typeface="Calibri"/>
                <a:cs typeface="Calibri"/>
              </a:rPr>
              <a:t>Porosity,</a:t>
            </a:r>
            <a:r>
              <a:rPr dirty="0" sz="16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columnar</a:t>
            </a:r>
            <a:r>
              <a:rPr dirty="0" sz="16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grains,</a:t>
            </a:r>
            <a:r>
              <a:rPr dirty="0" sz="16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voids,</a:t>
            </a:r>
            <a:r>
              <a:rPr dirty="0" sz="16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defects</a:t>
            </a:r>
            <a:r>
              <a:rPr dirty="0" sz="16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dirty="0" sz="16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material</a:t>
            </a:r>
            <a:r>
              <a:rPr dirty="0" sz="16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could</a:t>
            </a:r>
            <a:r>
              <a:rPr dirty="0" sz="16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reduce</a:t>
            </a:r>
            <a:r>
              <a:rPr dirty="0" sz="16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6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effective</a:t>
            </a:r>
            <a:r>
              <a:rPr dirty="0" sz="16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density</a:t>
            </a:r>
            <a:r>
              <a:rPr dirty="0" sz="16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16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film</a:t>
            </a:r>
            <a:r>
              <a:rPr dirty="0" sz="1600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dirty="0" sz="16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therefore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 the</a:t>
            </a:r>
            <a:r>
              <a:rPr dirty="0" sz="16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penetration</a:t>
            </a:r>
            <a:r>
              <a:rPr dirty="0" sz="16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depth</a:t>
            </a:r>
            <a:r>
              <a:rPr dirty="0" sz="16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could</a:t>
            </a:r>
            <a:r>
              <a:rPr dirty="0" sz="16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FF0000"/>
                </a:solidFill>
                <a:latin typeface="Calibri"/>
                <a:cs typeface="Calibri"/>
              </a:rPr>
              <a:t>be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deeper.</a:t>
            </a:r>
            <a:endParaRPr sz="1600">
              <a:latin typeface="Calibri"/>
              <a:cs typeface="Calibri"/>
            </a:endParaRPr>
          </a:p>
          <a:p>
            <a:pPr marL="288290" indent="-197485">
              <a:lnSpc>
                <a:spcPct val="100000"/>
              </a:lnSpc>
              <a:spcBef>
                <a:spcPts val="5"/>
              </a:spcBef>
              <a:buAutoNum type="romanLcParenR"/>
              <a:tabLst>
                <a:tab pos="288290" algn="l"/>
              </a:tabLst>
            </a:pP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Thin</a:t>
            </a:r>
            <a:r>
              <a:rPr dirty="0" sz="16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film</a:t>
            </a:r>
            <a:r>
              <a:rPr dirty="0" sz="16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density</a:t>
            </a:r>
            <a:r>
              <a:rPr dirty="0" sz="16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could</a:t>
            </a:r>
            <a:r>
              <a:rPr dirty="0" sz="16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dirty="0" sz="16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measured</a:t>
            </a:r>
            <a:r>
              <a:rPr dirty="0" sz="16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using</a:t>
            </a:r>
            <a:r>
              <a:rPr dirty="0" sz="16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FF0000"/>
                </a:solidFill>
                <a:latin typeface="Calibri"/>
                <a:cs typeface="Calibri"/>
              </a:rPr>
              <a:t>XRR.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707542" y="6427114"/>
            <a:ext cx="4899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40355" algn="l"/>
              </a:tabLst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5/March/2019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	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FACTS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short</a:t>
            </a:r>
            <a:r>
              <a:rPr dirty="0" sz="1200" spc="-6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course,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Buenconsejo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8255634" y="6427114"/>
            <a:ext cx="181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Hands-</a:t>
            </a:r>
            <a:r>
              <a:rPr dirty="0"/>
              <a:t>on</a:t>
            </a:r>
            <a:r>
              <a:rPr dirty="0" spc="30"/>
              <a:t> </a:t>
            </a:r>
            <a:r>
              <a:rPr dirty="0" spc="-10"/>
              <a:t>training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707542" y="1054636"/>
            <a:ext cx="7011034" cy="477583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527685" algn="l"/>
              </a:tabLst>
            </a:pP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X-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ray</a:t>
            </a:r>
            <a:r>
              <a:rPr dirty="0" sz="28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safety</a:t>
            </a:r>
            <a:r>
              <a:rPr dirty="0" sz="2800" spc="-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measures</a:t>
            </a:r>
            <a:r>
              <a:rPr dirty="0" sz="28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FACTS</a:t>
            </a:r>
            <a:endParaRPr sz="2800">
              <a:latin typeface="Calibri"/>
              <a:cs typeface="Calibri"/>
            </a:endParaRPr>
          </a:p>
          <a:p>
            <a:pPr lvl="1" marL="777240" indent="-307340">
              <a:lnSpc>
                <a:spcPct val="100000"/>
              </a:lnSpc>
              <a:spcBef>
                <a:spcPts val="245"/>
              </a:spcBef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Dosimeter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usage</a:t>
            </a:r>
            <a:r>
              <a:rPr dirty="0" sz="24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4536A"/>
                </a:solidFill>
                <a:latin typeface="Calibri"/>
                <a:cs typeface="Calibri"/>
              </a:rPr>
              <a:t>e-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logging</a:t>
            </a:r>
            <a:endParaRPr sz="2400">
              <a:latin typeface="Calibri"/>
              <a:cs typeface="Calibri"/>
            </a:endParaRPr>
          </a:p>
          <a:p>
            <a:pPr lvl="1" marL="777240" indent="-307340">
              <a:lnSpc>
                <a:spcPct val="100000"/>
              </a:lnSpc>
              <a:spcBef>
                <a:spcPts val="219"/>
              </a:spcBef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XRD</a:t>
            </a:r>
            <a:r>
              <a:rPr dirty="0" sz="24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room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access</a:t>
            </a:r>
            <a:endParaRPr sz="2400">
              <a:latin typeface="Calibri"/>
              <a:cs typeface="Calibri"/>
            </a:endParaRPr>
          </a:p>
          <a:p>
            <a:pPr marL="608330" indent="-59563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608330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Sample</a:t>
            </a:r>
            <a:r>
              <a:rPr dirty="0" sz="28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preparation</a:t>
            </a:r>
            <a:endParaRPr sz="2800">
              <a:latin typeface="Calibri"/>
              <a:cs typeface="Calibri"/>
            </a:endParaRPr>
          </a:p>
          <a:p>
            <a:pPr lvl="1" marL="777240" indent="-307340">
              <a:lnSpc>
                <a:spcPct val="100000"/>
              </a:lnSpc>
              <a:spcBef>
                <a:spcPts val="245"/>
              </a:spcBef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Shimadzu</a:t>
            </a:r>
            <a:r>
              <a:rPr dirty="0" sz="24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(Cluster</a:t>
            </a:r>
            <a:r>
              <a:rPr dirty="0" sz="24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1)</a:t>
            </a:r>
            <a:endParaRPr sz="2400">
              <a:latin typeface="Calibri"/>
              <a:cs typeface="Calibri"/>
            </a:endParaRPr>
          </a:p>
          <a:p>
            <a:pPr lvl="1" marL="777240" indent="-307340">
              <a:lnSpc>
                <a:spcPct val="100000"/>
              </a:lnSpc>
              <a:spcBef>
                <a:spcPts val="204"/>
              </a:spcBef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Bruker</a:t>
            </a:r>
            <a:r>
              <a:rPr dirty="0" sz="2400" spc="-1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&amp;</a:t>
            </a:r>
            <a:r>
              <a:rPr dirty="0" sz="24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Panalytical</a:t>
            </a:r>
            <a:r>
              <a:rPr dirty="0" sz="2400" spc="-1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(Cluster</a:t>
            </a:r>
            <a:r>
              <a:rPr dirty="0" sz="24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2)</a:t>
            </a:r>
            <a:endParaRPr sz="24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527685" algn="l"/>
              </a:tabLst>
            </a:pP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Standard</a:t>
            </a:r>
            <a:r>
              <a:rPr dirty="0" sz="28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operating</a:t>
            </a:r>
            <a:r>
              <a:rPr dirty="0" sz="2800" spc="-9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procedure</a:t>
            </a:r>
            <a:endParaRPr sz="2800">
              <a:latin typeface="Calibri"/>
              <a:cs typeface="Calibri"/>
            </a:endParaRPr>
          </a:p>
          <a:p>
            <a:pPr lvl="1" marL="777240" indent="-307340">
              <a:lnSpc>
                <a:spcPct val="100000"/>
              </a:lnSpc>
              <a:spcBef>
                <a:spcPts val="229"/>
              </a:spcBef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Shimadzu</a:t>
            </a:r>
            <a:r>
              <a:rPr dirty="0" sz="24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(Cluster</a:t>
            </a:r>
            <a:r>
              <a:rPr dirty="0" sz="24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1)</a:t>
            </a:r>
            <a:endParaRPr sz="2400">
              <a:latin typeface="Calibri"/>
              <a:cs typeface="Calibri"/>
            </a:endParaRPr>
          </a:p>
          <a:p>
            <a:pPr lvl="1" marL="777240" indent="-307340">
              <a:lnSpc>
                <a:spcPct val="100000"/>
              </a:lnSpc>
              <a:spcBef>
                <a:spcPts val="220"/>
              </a:spcBef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Bruker</a:t>
            </a:r>
            <a:r>
              <a:rPr dirty="0" sz="2400" spc="-1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&amp;</a:t>
            </a:r>
            <a:r>
              <a:rPr dirty="0" sz="24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Panalytical</a:t>
            </a:r>
            <a:r>
              <a:rPr dirty="0" sz="2400" spc="-1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(Cluster</a:t>
            </a:r>
            <a:r>
              <a:rPr dirty="0" sz="24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2)</a:t>
            </a:r>
            <a:endParaRPr sz="2400">
              <a:latin typeface="Calibri"/>
              <a:cs typeface="Calibri"/>
            </a:endParaRPr>
          </a:p>
          <a:p>
            <a:pPr marL="608330" indent="-59563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608330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Post</a:t>
            </a:r>
            <a:r>
              <a:rPr dirty="0" sz="2800" spc="-114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data</a:t>
            </a:r>
            <a:r>
              <a:rPr dirty="0" sz="2800" spc="-114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collection</a:t>
            </a:r>
            <a:r>
              <a:rPr dirty="0" sz="2800" spc="-1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  <a:p>
            <a:pPr lvl="1" marL="777240" indent="-307340">
              <a:lnSpc>
                <a:spcPct val="100000"/>
              </a:lnSpc>
              <a:spcBef>
                <a:spcPts val="245"/>
              </a:spcBef>
              <a:buFont typeface="Wingdings"/>
              <a:buChar char=""/>
              <a:tabLst>
                <a:tab pos="77724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Match</a:t>
            </a:r>
            <a:r>
              <a:rPr dirty="0" sz="2400" spc="-9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software</a:t>
            </a:r>
            <a:r>
              <a:rPr dirty="0" sz="24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Phase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ID,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Quantitative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analysis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55194"/>
            <a:ext cx="39585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10"/>
              <a:t> </a:t>
            </a:r>
            <a:r>
              <a:rPr dirty="0"/>
              <a:t>safety</a:t>
            </a:r>
            <a:r>
              <a:rPr dirty="0" spc="-105"/>
              <a:t> </a:t>
            </a:r>
            <a:r>
              <a:rPr dirty="0"/>
              <a:t>in</a:t>
            </a:r>
            <a:r>
              <a:rPr dirty="0" spc="-100"/>
              <a:t> </a:t>
            </a:r>
            <a:r>
              <a:rPr dirty="0" spc="-20"/>
              <a:t>FACTS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412" y="1589532"/>
            <a:ext cx="3095243" cy="412851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07542" y="1236980"/>
            <a:ext cx="26473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XRD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users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21708" y="1626107"/>
            <a:ext cx="2898647" cy="386486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601083" y="1242136"/>
            <a:ext cx="20434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Calibri"/>
                <a:cs typeface="Calibri"/>
              </a:rPr>
              <a:t>Personal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Dosimeter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55194"/>
            <a:ext cx="19405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Resources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7" y="696468"/>
            <a:ext cx="8150352" cy="5660136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40"/>
              <a:t> </a:t>
            </a:r>
            <a:r>
              <a:rPr dirty="0" spc="-10"/>
              <a:t>cluster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7962" y="1049274"/>
            <a:ext cx="7339965" cy="104902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 lIns="0" tIns="54610" rIns="0" bIns="0" rtlCol="0" vert="horz">
            <a:spAutoFit/>
          </a:bodyPr>
          <a:lstStyle/>
          <a:p>
            <a:pPr marL="489584" indent="-227329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489584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Cluster</a:t>
            </a:r>
            <a:r>
              <a:rPr dirty="0" sz="2800" spc="-1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4536A"/>
                </a:solidFill>
                <a:latin typeface="Calibri"/>
                <a:cs typeface="Calibri"/>
              </a:rPr>
              <a:t>1:</a:t>
            </a:r>
            <a:endParaRPr sz="2800">
              <a:latin typeface="Calibri"/>
              <a:cs typeface="Calibri"/>
            </a:endParaRPr>
          </a:p>
          <a:p>
            <a:pPr lvl="1" marL="94678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946785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Shimadzu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Powder</a:t>
            </a:r>
            <a:r>
              <a:rPr dirty="0" sz="24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XRD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&amp;</a:t>
            </a:r>
            <a:r>
              <a:rPr dirty="0" sz="24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Thin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Film</a:t>
            </a:r>
            <a:r>
              <a:rPr dirty="0" sz="24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XRD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7542" y="1959849"/>
            <a:ext cx="6873240" cy="335978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Cluster</a:t>
            </a:r>
            <a:r>
              <a:rPr dirty="0" sz="2800" spc="-1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4536A"/>
                </a:solidFill>
                <a:latin typeface="Calibri"/>
                <a:cs typeface="Calibri"/>
              </a:rPr>
              <a:t>2: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Bruker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D8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Advance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&amp;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Panalytical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Xpert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Pro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Cluster</a:t>
            </a:r>
            <a:r>
              <a:rPr dirty="0" sz="2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3:</a:t>
            </a:r>
            <a:r>
              <a:rPr dirty="0" sz="28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4536A"/>
                </a:solidFill>
                <a:latin typeface="Calibri"/>
                <a:cs typeface="Calibri"/>
              </a:rPr>
              <a:t>Training</a:t>
            </a:r>
            <a:r>
              <a:rPr dirty="0" sz="28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is</a:t>
            </a:r>
            <a:r>
              <a:rPr dirty="0" sz="28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by</a:t>
            </a:r>
            <a:r>
              <a:rPr dirty="0" sz="28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appointment</a:t>
            </a:r>
            <a:r>
              <a:rPr dirty="0" sz="2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4536A"/>
                </a:solidFill>
                <a:latin typeface="Calibri"/>
                <a:cs typeface="Calibri"/>
              </a:rPr>
              <a:t>only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Bruker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Apex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II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Single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Crystal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XRD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Bruker</a:t>
            </a:r>
            <a:r>
              <a:rPr dirty="0" sz="2400" spc="-9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D8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Discover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HRXRD</a:t>
            </a:r>
            <a:r>
              <a:rPr dirty="0" sz="24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(multipurpose)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Rigaku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Smartlab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High-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flux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(9kW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4536A"/>
                </a:solidFill>
                <a:latin typeface="Calibri"/>
                <a:cs typeface="Calibri"/>
              </a:rPr>
              <a:t>X-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ray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source)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XRD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Xenocs</a:t>
            </a:r>
            <a:r>
              <a:rPr dirty="0" sz="24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Nanoinxder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4536A"/>
                </a:solidFill>
                <a:latin typeface="Calibri"/>
                <a:cs typeface="Calibri"/>
              </a:rPr>
              <a:t>SAXS/WAXS,</a:t>
            </a:r>
            <a:r>
              <a:rPr dirty="0" sz="2400" spc="-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GISAXS/GIWAXS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Anton</a:t>
            </a:r>
            <a:r>
              <a:rPr dirty="0" sz="24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Paar</a:t>
            </a:r>
            <a:r>
              <a:rPr dirty="0" sz="2400" spc="-1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SAXSess</a:t>
            </a:r>
            <a:r>
              <a:rPr dirty="0" sz="2400" spc="-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SAXS/WAXS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dirty="0" spc="-145"/>
              <a:t> </a:t>
            </a:r>
            <a:r>
              <a:rPr dirty="0" spc="-10"/>
              <a:t>Loading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48640" y="1568196"/>
            <a:ext cx="3782695" cy="2837815"/>
            <a:chOff x="548640" y="1568196"/>
            <a:chExt cx="3782695" cy="28378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568196"/>
              <a:ext cx="3782567" cy="283768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948687" y="2624963"/>
              <a:ext cx="471805" cy="449580"/>
            </a:xfrm>
            <a:custGeom>
              <a:avLst/>
              <a:gdLst/>
              <a:ahLst/>
              <a:cxnLst/>
              <a:rect l="l" t="t" r="r" b="b"/>
              <a:pathLst>
                <a:path w="471805" h="449580">
                  <a:moveTo>
                    <a:pt x="149606" y="0"/>
                  </a:moveTo>
                  <a:lnTo>
                    <a:pt x="222757" y="87884"/>
                  </a:lnTo>
                  <a:lnTo>
                    <a:pt x="0" y="273431"/>
                  </a:lnTo>
                  <a:lnTo>
                    <a:pt x="146431" y="449072"/>
                  </a:lnTo>
                  <a:lnTo>
                    <a:pt x="369062" y="263398"/>
                  </a:lnTo>
                  <a:lnTo>
                    <a:pt x="442213" y="351282"/>
                  </a:lnTo>
                  <a:lnTo>
                    <a:pt x="471550" y="29337"/>
                  </a:lnTo>
                  <a:lnTo>
                    <a:pt x="14960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48687" y="2624963"/>
              <a:ext cx="471805" cy="449580"/>
            </a:xfrm>
            <a:custGeom>
              <a:avLst/>
              <a:gdLst/>
              <a:ahLst/>
              <a:cxnLst/>
              <a:rect l="l" t="t" r="r" b="b"/>
              <a:pathLst>
                <a:path w="471805" h="449580">
                  <a:moveTo>
                    <a:pt x="0" y="273431"/>
                  </a:moveTo>
                  <a:lnTo>
                    <a:pt x="222757" y="87884"/>
                  </a:lnTo>
                  <a:lnTo>
                    <a:pt x="149606" y="0"/>
                  </a:lnTo>
                  <a:lnTo>
                    <a:pt x="471550" y="29337"/>
                  </a:lnTo>
                  <a:lnTo>
                    <a:pt x="442213" y="351282"/>
                  </a:lnTo>
                  <a:lnTo>
                    <a:pt x="369062" y="263398"/>
                  </a:lnTo>
                  <a:lnTo>
                    <a:pt x="146431" y="449072"/>
                  </a:lnTo>
                  <a:lnTo>
                    <a:pt x="0" y="273431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60933" y="1090421"/>
            <a:ext cx="2123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Shimadzu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Powder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XRD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6844" y="1568196"/>
            <a:ext cx="4360163" cy="149961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546219" y="3262121"/>
            <a:ext cx="416306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Calibri"/>
                <a:cs typeface="Calibri"/>
              </a:rPr>
              <a:t>Bulk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sample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holder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shorter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length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by </a:t>
            </a:r>
            <a:r>
              <a:rPr dirty="0" sz="1800">
                <a:latin typeface="Calibri"/>
                <a:cs typeface="Calibri"/>
              </a:rPr>
              <a:t>about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5mm.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Need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consider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35">
                <a:latin typeface="Calibri"/>
                <a:cs typeface="Calibri"/>
              </a:rPr>
              <a:t>as </a:t>
            </a:r>
            <a:r>
              <a:rPr dirty="0" sz="1800">
                <a:latin typeface="Calibri"/>
                <a:cs typeface="Calibri"/>
              </a:rPr>
              <a:t>offset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loading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sample.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dirty="0" spc="-145"/>
              <a:t> </a:t>
            </a:r>
            <a:r>
              <a:rPr dirty="0" spc="-10"/>
              <a:t>Loading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524" y="1292352"/>
            <a:ext cx="3072383" cy="283768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61263" y="1014729"/>
            <a:ext cx="2263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Shimadzu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Film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XRD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2135" y="1292352"/>
            <a:ext cx="2305812" cy="307238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8600" y="1292352"/>
            <a:ext cx="1656588" cy="220827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91128" y="3726179"/>
            <a:ext cx="2538983" cy="190347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415278" y="4373371"/>
            <a:ext cx="221678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stage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height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8.3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0.966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=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7.334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mm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dirty="0" sz="1800" spc="-20">
                <a:latin typeface="Calibri"/>
                <a:cs typeface="Calibri"/>
              </a:rPr>
              <a:t>Turn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pump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fix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sample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</a:t>
            </a:r>
            <a:r>
              <a:rPr dirty="0" sz="1800" spc="5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40"/>
              <a:t> </a:t>
            </a:r>
            <a:r>
              <a:rPr dirty="0" spc="-10"/>
              <a:t>cluster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707542" y="1054636"/>
            <a:ext cx="5556250" cy="8858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Cluster</a:t>
            </a:r>
            <a:r>
              <a:rPr dirty="0" sz="2800" spc="-1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4536A"/>
                </a:solidFill>
                <a:latin typeface="Calibri"/>
                <a:cs typeface="Calibri"/>
              </a:rPr>
              <a:t>1: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Shimadzu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Powder</a:t>
            </a:r>
            <a:r>
              <a:rPr dirty="0" sz="24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XRD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&amp;</a:t>
            </a:r>
            <a:r>
              <a:rPr dirty="0" sz="24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Thin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Film</a:t>
            </a:r>
            <a:r>
              <a:rPr dirty="0" sz="24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XRD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1490" y="1922526"/>
            <a:ext cx="7339965" cy="104711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 lIns="0" tIns="85090" rIns="0" bIns="0" rtlCol="0" vert="horz">
            <a:spAutoFit/>
          </a:bodyPr>
          <a:lstStyle/>
          <a:p>
            <a:pPr marL="455930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455930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Cluster</a:t>
            </a:r>
            <a:r>
              <a:rPr dirty="0" sz="2800" spc="-1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4536A"/>
                </a:solidFill>
                <a:latin typeface="Calibri"/>
                <a:cs typeface="Calibri"/>
              </a:rPr>
              <a:t>2:</a:t>
            </a:r>
            <a:endParaRPr sz="2800">
              <a:latin typeface="Calibri"/>
              <a:cs typeface="Calibri"/>
            </a:endParaRPr>
          </a:p>
          <a:p>
            <a:pPr lvl="1" marL="913130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91313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Bruker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D8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Advance</a:t>
            </a:r>
            <a:r>
              <a:rPr dirty="0" sz="24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&amp;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Panalytical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Xpert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Pro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7542" y="2863444"/>
            <a:ext cx="6873240" cy="245618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Cluster</a:t>
            </a:r>
            <a:r>
              <a:rPr dirty="0" sz="2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3:</a:t>
            </a:r>
            <a:r>
              <a:rPr dirty="0" sz="28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4536A"/>
                </a:solidFill>
                <a:latin typeface="Calibri"/>
                <a:cs typeface="Calibri"/>
              </a:rPr>
              <a:t>Training</a:t>
            </a:r>
            <a:r>
              <a:rPr dirty="0" sz="28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is</a:t>
            </a:r>
            <a:r>
              <a:rPr dirty="0" sz="28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by</a:t>
            </a:r>
            <a:r>
              <a:rPr dirty="0" sz="28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appointment</a:t>
            </a:r>
            <a:r>
              <a:rPr dirty="0" sz="2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4536A"/>
                </a:solidFill>
                <a:latin typeface="Calibri"/>
                <a:cs typeface="Calibri"/>
              </a:rPr>
              <a:t>only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Bruker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Apex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II</a:t>
            </a:r>
            <a:r>
              <a:rPr dirty="0" sz="24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Single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Crystal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XRD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Bruker</a:t>
            </a:r>
            <a:r>
              <a:rPr dirty="0" sz="2400" spc="-9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D8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Discover</a:t>
            </a:r>
            <a:r>
              <a:rPr dirty="0" sz="24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HRXRD</a:t>
            </a:r>
            <a:r>
              <a:rPr dirty="0" sz="24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(multipurpose)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Rigaku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Smartlab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High-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flux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(9kW</a:t>
            </a:r>
            <a:r>
              <a:rPr dirty="0" sz="24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4536A"/>
                </a:solidFill>
                <a:latin typeface="Calibri"/>
                <a:cs typeface="Calibri"/>
              </a:rPr>
              <a:t>X-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ray</a:t>
            </a:r>
            <a:r>
              <a:rPr dirty="0" sz="24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source)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4536A"/>
                </a:solidFill>
                <a:latin typeface="Calibri"/>
                <a:cs typeface="Calibri"/>
              </a:rPr>
              <a:t>XRD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Xenocs</a:t>
            </a:r>
            <a:r>
              <a:rPr dirty="0" sz="2400" spc="-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Nanoinxder</a:t>
            </a:r>
            <a:r>
              <a:rPr dirty="0" sz="24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4536A"/>
                </a:solidFill>
                <a:latin typeface="Calibri"/>
                <a:cs typeface="Calibri"/>
              </a:rPr>
              <a:t>SAXS/WAXS,</a:t>
            </a:r>
            <a:r>
              <a:rPr dirty="0" sz="2400" spc="-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GISAXS/GIWAXS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Anton</a:t>
            </a:r>
            <a:r>
              <a:rPr dirty="0" sz="24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Paar</a:t>
            </a:r>
            <a:r>
              <a:rPr dirty="0" sz="2400" spc="-1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4536A"/>
                </a:solidFill>
                <a:latin typeface="Calibri"/>
                <a:cs typeface="Calibri"/>
              </a:rPr>
              <a:t>SAXSess</a:t>
            </a:r>
            <a:r>
              <a:rPr dirty="0" sz="2400" spc="-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Calibri"/>
                <a:cs typeface="Calibri"/>
              </a:rPr>
              <a:t>SAXS/WAXS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25"/>
              <a:t> </a:t>
            </a:r>
            <a:r>
              <a:rPr dirty="0" spc="-10"/>
              <a:t>analysis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30173" y="1049274"/>
            <a:ext cx="5648325" cy="60706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 lIns="0" tIns="54610" rIns="0" bIns="0" rtlCol="0" vert="horz">
            <a:spAutoFit/>
          </a:bodyPr>
          <a:lstStyle/>
          <a:p>
            <a:pPr marL="316865" indent="-227329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16865" algn="l"/>
              </a:tabLst>
            </a:pPr>
            <a:r>
              <a:rPr dirty="0" sz="2800" spc="-55">
                <a:solidFill>
                  <a:srgbClr val="44536A"/>
                </a:solidFill>
                <a:latin typeface="Calibri"/>
                <a:cs typeface="Calibri"/>
              </a:rPr>
              <a:t>MATCH</a:t>
            </a:r>
            <a:r>
              <a:rPr dirty="0" sz="2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dirty="0" sz="28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Phase</a:t>
            </a:r>
            <a:r>
              <a:rPr dirty="0" sz="2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ID,</a:t>
            </a:r>
            <a:r>
              <a:rPr dirty="0" sz="2800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Calibri"/>
                <a:cs typeface="Calibri"/>
              </a:rPr>
              <a:t>quantification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7542" y="1604010"/>
            <a:ext cx="7436484" cy="13462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PDF</a:t>
            </a:r>
            <a:r>
              <a:rPr dirty="0" sz="28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4+,</a:t>
            </a:r>
            <a:r>
              <a:rPr dirty="0" sz="28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ICSD</a:t>
            </a:r>
            <a:r>
              <a:rPr dirty="0" sz="28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database:</a:t>
            </a:r>
            <a:r>
              <a:rPr dirty="0" sz="2800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dirty="0" sz="2800" spc="-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checking</a:t>
            </a:r>
            <a:r>
              <a:rPr dirty="0" sz="2800" spc="-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structure</a:t>
            </a:r>
            <a:r>
              <a:rPr dirty="0" sz="2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4536A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44536A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4536A"/>
                </a:solidFill>
                <a:latin typeface="Calibri"/>
                <a:cs typeface="Calibri"/>
              </a:rPr>
              <a:t>Cif</a:t>
            </a:r>
            <a:r>
              <a:rPr dirty="0" sz="2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4536A"/>
                </a:solidFill>
                <a:latin typeface="Calibri"/>
                <a:cs typeface="Calibri"/>
              </a:rPr>
              <a:t>files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5">
                <a:solidFill>
                  <a:srgbClr val="44536A"/>
                </a:solidFill>
                <a:latin typeface="Calibri"/>
                <a:cs typeface="Calibri"/>
              </a:rPr>
              <a:t>TOPAS,</a:t>
            </a:r>
            <a:r>
              <a:rPr dirty="0" sz="2800" spc="-1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4536A"/>
                </a:solidFill>
                <a:latin typeface="Calibri"/>
                <a:cs typeface="Calibri"/>
              </a:rPr>
              <a:t>EVA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483870" marR="5080">
              <a:lnSpc>
                <a:spcPts val="3460"/>
              </a:lnSpc>
              <a:spcBef>
                <a:spcPts val="535"/>
              </a:spcBef>
            </a:pPr>
            <a:r>
              <a:rPr dirty="0" sz="3200"/>
              <a:t>Important</a:t>
            </a:r>
            <a:r>
              <a:rPr dirty="0" sz="3200" spc="-100"/>
              <a:t> </a:t>
            </a:r>
            <a:r>
              <a:rPr dirty="0" sz="3200"/>
              <a:t>things</a:t>
            </a:r>
            <a:r>
              <a:rPr dirty="0" sz="3200" spc="-85"/>
              <a:t> </a:t>
            </a:r>
            <a:r>
              <a:rPr dirty="0" sz="3200"/>
              <a:t>to</a:t>
            </a:r>
            <a:r>
              <a:rPr dirty="0" sz="3200" spc="-60"/>
              <a:t> </a:t>
            </a:r>
            <a:r>
              <a:rPr dirty="0" sz="3200"/>
              <a:t>remember</a:t>
            </a:r>
            <a:r>
              <a:rPr dirty="0" sz="3200" spc="-65"/>
              <a:t> </a:t>
            </a:r>
            <a:r>
              <a:rPr dirty="0" sz="3200" spc="-10"/>
              <a:t>after training</a:t>
            </a:r>
            <a:endParaRPr sz="3200"/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98449" y="1009599"/>
            <a:ext cx="7720965" cy="5380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ts val="2055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Only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official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NTU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staff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with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NTU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staff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card;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students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and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exchange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students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ts val="2055"/>
              </a:lnSpc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with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NTU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matriculation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card</a:t>
            </a:r>
            <a:r>
              <a:rPr dirty="0" sz="18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are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allowed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to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use</a:t>
            </a:r>
            <a:r>
              <a:rPr dirty="0" sz="1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FACTS</a:t>
            </a:r>
            <a:r>
              <a:rPr dirty="0" sz="18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facilities.</a:t>
            </a:r>
            <a:endParaRPr sz="1800">
              <a:latin typeface="Calibri"/>
              <a:cs typeface="Calibri"/>
            </a:endParaRPr>
          </a:p>
          <a:p>
            <a:pPr marL="355600" marR="5080" indent="-342900">
              <a:lnSpc>
                <a:spcPts val="1939"/>
              </a:lnSpc>
              <a:spcBef>
                <a:spcPts val="1040"/>
              </a:spcBef>
              <a:buAutoNum type="arabicPeriod" startAt="2"/>
              <a:tabLst>
                <a:tab pos="355600" algn="l"/>
              </a:tabLst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After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training,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XRD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users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must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use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r>
              <a:rPr dirty="0" sz="18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dirty="0" sz="18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hours</a:t>
            </a:r>
            <a:r>
              <a:rPr dirty="0" sz="1800" spc="-5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within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first</a:t>
            </a:r>
            <a:r>
              <a:rPr dirty="0" sz="1800" spc="-2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30</a:t>
            </a:r>
            <a:r>
              <a:rPr dirty="0" sz="1800" spc="-3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days</a:t>
            </a:r>
            <a:r>
              <a:rPr dirty="0" sz="18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training,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or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their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access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will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be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automatically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deactivated.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80">
                <a:solidFill>
                  <a:srgbClr val="44536A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regain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access,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user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must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wait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at</a:t>
            </a:r>
            <a:r>
              <a:rPr dirty="0" sz="1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least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following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month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retraining.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There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will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be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charges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for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retraining.</a:t>
            </a:r>
            <a:endParaRPr sz="1800">
              <a:latin typeface="Calibri"/>
              <a:cs typeface="Calibri"/>
            </a:endParaRPr>
          </a:p>
          <a:p>
            <a:pPr marL="355600" marR="217170" indent="-342900">
              <a:lnSpc>
                <a:spcPts val="1939"/>
              </a:lnSpc>
              <a:spcBef>
                <a:spcPts val="1015"/>
              </a:spcBef>
              <a:buAutoNum type="arabicPeriod" startAt="2"/>
              <a:tabLst>
                <a:tab pos="355600" algn="l"/>
              </a:tabLst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If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there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is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no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usage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instrument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within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365</a:t>
            </a:r>
            <a:r>
              <a:rPr dirty="0" sz="18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days</a:t>
            </a:r>
            <a:r>
              <a:rPr dirty="0" sz="18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from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last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usage,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access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will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be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automatically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removed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by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FOM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server.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Retraining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with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charges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is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applicable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in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this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case.</a:t>
            </a:r>
            <a:endParaRPr sz="1800">
              <a:latin typeface="Calibri"/>
              <a:cs typeface="Calibri"/>
            </a:endParaRPr>
          </a:p>
          <a:p>
            <a:pPr marL="355600" marR="10795" indent="-342900">
              <a:lnSpc>
                <a:spcPts val="1939"/>
              </a:lnSpc>
              <a:spcBef>
                <a:spcPts val="1010"/>
              </a:spcBef>
              <a:buAutoNum type="arabicPeriod" startAt="2"/>
              <a:tabLst>
                <a:tab pos="355600" algn="l"/>
              </a:tabLst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booking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of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instruments,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users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are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encouraged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to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cancel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booking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early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if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they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do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not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need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slots.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Charges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will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still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apply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if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users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cancel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booking</a:t>
            </a:r>
            <a:r>
              <a:rPr dirty="0" sz="1800" spc="5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within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24</a:t>
            </a:r>
            <a:r>
              <a:rPr dirty="0" sz="1800" spc="-3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hours</a:t>
            </a:r>
            <a:r>
              <a:rPr dirty="0" sz="1800" spc="-5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or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fail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to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turn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up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usage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thereafter.</a:t>
            </a:r>
            <a:endParaRPr sz="1800">
              <a:latin typeface="Calibri"/>
              <a:cs typeface="Calibri"/>
            </a:endParaRPr>
          </a:p>
          <a:p>
            <a:pPr marL="355600" marR="24765" indent="-342900">
              <a:lnSpc>
                <a:spcPts val="1939"/>
              </a:lnSpc>
              <a:spcBef>
                <a:spcPts val="1019"/>
              </a:spcBef>
              <a:buAutoNum type="arabicPeriod" startAt="2"/>
              <a:tabLst>
                <a:tab pos="355600" algn="l"/>
              </a:tabLst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If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user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uses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an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instrument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booked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under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name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by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different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user,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this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constitutes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as</a:t>
            </a:r>
            <a:r>
              <a:rPr dirty="0" sz="1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unauthorized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usage.</a:t>
            </a:r>
            <a:r>
              <a:rPr dirty="0" sz="18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Penalties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including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access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removal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to</a:t>
            </a:r>
            <a:r>
              <a:rPr dirty="0" sz="1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ALL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FACTS</a:t>
            </a:r>
            <a:r>
              <a:rPr dirty="0" sz="18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equipment</a:t>
            </a:r>
            <a:r>
              <a:rPr dirty="0" sz="18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will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apply.</a:t>
            </a:r>
            <a:r>
              <a:rPr dirty="0" sz="18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Users</a:t>
            </a:r>
            <a:r>
              <a:rPr dirty="0" sz="1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are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advised</a:t>
            </a:r>
            <a:r>
              <a:rPr dirty="0" sz="1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to</a:t>
            </a:r>
            <a:r>
              <a:rPr dirty="0" sz="1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request</a:t>
            </a:r>
            <a:r>
              <a:rPr dirty="0" sz="1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FACTS</a:t>
            </a:r>
            <a:r>
              <a:rPr dirty="0" sz="1800" spc="-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staff</a:t>
            </a:r>
            <a:r>
              <a:rPr dirty="0" sz="1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to</a:t>
            </a:r>
            <a:r>
              <a:rPr dirty="0" sz="1800" spc="-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change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booking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to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correct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user,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instead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simply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allowing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access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to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someone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who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needs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access.</a:t>
            </a:r>
            <a:endParaRPr sz="1800">
              <a:latin typeface="Calibri"/>
              <a:cs typeface="Calibri"/>
            </a:endParaRPr>
          </a:p>
          <a:p>
            <a:pPr marL="355600" marR="207010" indent="-342900">
              <a:lnSpc>
                <a:spcPts val="1939"/>
              </a:lnSpc>
              <a:spcBef>
                <a:spcPts val="1019"/>
              </a:spcBef>
              <a:buAutoNum type="arabicPeriod" startAt="2"/>
              <a:tabLst>
                <a:tab pos="355600" algn="l"/>
              </a:tabLst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Users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will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bear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cost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of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any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equipment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damage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instrument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access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will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be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revoked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any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misuse.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40"/>
              <a:t> </a:t>
            </a:r>
            <a:r>
              <a:rPr dirty="0" spc="-20"/>
              <a:t>Scattering</a:t>
            </a:r>
            <a:r>
              <a:rPr dirty="0" spc="-130"/>
              <a:t> </a:t>
            </a:r>
            <a:r>
              <a:rPr dirty="0"/>
              <a:t>Analysis</a:t>
            </a:r>
            <a:r>
              <a:rPr dirty="0" spc="-125"/>
              <a:t> </a:t>
            </a:r>
            <a:r>
              <a:rPr dirty="0" spc="-10"/>
              <a:t>@FACTS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14300" y="1025652"/>
            <a:ext cx="8718550" cy="2278380"/>
            <a:chOff x="114300" y="1025652"/>
            <a:chExt cx="8718550" cy="22783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16" y="1100328"/>
              <a:ext cx="2983992" cy="220330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14300" y="1034796"/>
              <a:ext cx="1492250" cy="349250"/>
            </a:xfrm>
            <a:custGeom>
              <a:avLst/>
              <a:gdLst/>
              <a:ahLst/>
              <a:cxnLst/>
              <a:rect l="l" t="t" r="r" b="b"/>
              <a:pathLst>
                <a:path w="1492250" h="349250">
                  <a:moveTo>
                    <a:pt x="1433830" y="0"/>
                  </a:moveTo>
                  <a:lnTo>
                    <a:pt x="58166" y="0"/>
                  </a:lnTo>
                  <a:lnTo>
                    <a:pt x="35527" y="4570"/>
                  </a:lnTo>
                  <a:lnTo>
                    <a:pt x="17038" y="17033"/>
                  </a:lnTo>
                  <a:lnTo>
                    <a:pt x="4571" y="35522"/>
                  </a:lnTo>
                  <a:lnTo>
                    <a:pt x="0" y="58165"/>
                  </a:lnTo>
                  <a:lnTo>
                    <a:pt x="0" y="290829"/>
                  </a:lnTo>
                  <a:lnTo>
                    <a:pt x="4571" y="313473"/>
                  </a:lnTo>
                  <a:lnTo>
                    <a:pt x="17038" y="331962"/>
                  </a:lnTo>
                  <a:lnTo>
                    <a:pt x="35527" y="344425"/>
                  </a:lnTo>
                  <a:lnTo>
                    <a:pt x="58166" y="348995"/>
                  </a:lnTo>
                  <a:lnTo>
                    <a:pt x="1433830" y="348995"/>
                  </a:lnTo>
                  <a:lnTo>
                    <a:pt x="1456473" y="344425"/>
                  </a:lnTo>
                  <a:lnTo>
                    <a:pt x="1474962" y="331962"/>
                  </a:lnTo>
                  <a:lnTo>
                    <a:pt x="1487425" y="313473"/>
                  </a:lnTo>
                  <a:lnTo>
                    <a:pt x="1491996" y="290829"/>
                  </a:lnTo>
                  <a:lnTo>
                    <a:pt x="1491996" y="58165"/>
                  </a:lnTo>
                  <a:lnTo>
                    <a:pt x="1487425" y="35522"/>
                  </a:lnTo>
                  <a:lnTo>
                    <a:pt x="1474962" y="17033"/>
                  </a:lnTo>
                  <a:lnTo>
                    <a:pt x="1456473" y="4570"/>
                  </a:lnTo>
                  <a:lnTo>
                    <a:pt x="1433830" y="0"/>
                  </a:lnTo>
                  <a:close/>
                </a:path>
              </a:pathLst>
            </a:custGeom>
            <a:solidFill>
              <a:srgbClr val="212A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7479" y="1383792"/>
              <a:ext cx="1222248" cy="122224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501129" y="1377442"/>
              <a:ext cx="1235075" cy="1235075"/>
            </a:xfrm>
            <a:custGeom>
              <a:avLst/>
              <a:gdLst/>
              <a:ahLst/>
              <a:cxnLst/>
              <a:rect l="l" t="t" r="r" b="b"/>
              <a:pathLst>
                <a:path w="1235075" h="1235075">
                  <a:moveTo>
                    <a:pt x="0" y="1234948"/>
                  </a:moveTo>
                  <a:lnTo>
                    <a:pt x="1234948" y="1234948"/>
                  </a:lnTo>
                  <a:lnTo>
                    <a:pt x="1234948" y="0"/>
                  </a:lnTo>
                  <a:lnTo>
                    <a:pt x="0" y="0"/>
                  </a:lnTo>
                  <a:lnTo>
                    <a:pt x="0" y="123494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2506" y="1290502"/>
              <a:ext cx="970270" cy="133607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477000" y="1025652"/>
              <a:ext cx="2039620" cy="318770"/>
            </a:xfrm>
            <a:custGeom>
              <a:avLst/>
              <a:gdLst/>
              <a:ahLst/>
              <a:cxnLst/>
              <a:rect l="l" t="t" r="r" b="b"/>
              <a:pathLst>
                <a:path w="2039620" h="318769">
                  <a:moveTo>
                    <a:pt x="1986026" y="0"/>
                  </a:moveTo>
                  <a:lnTo>
                    <a:pt x="53085" y="0"/>
                  </a:lnTo>
                  <a:lnTo>
                    <a:pt x="32414" y="4169"/>
                  </a:lnTo>
                  <a:lnTo>
                    <a:pt x="15541" y="15541"/>
                  </a:lnTo>
                  <a:lnTo>
                    <a:pt x="4169" y="32414"/>
                  </a:lnTo>
                  <a:lnTo>
                    <a:pt x="0" y="53086"/>
                  </a:lnTo>
                  <a:lnTo>
                    <a:pt x="0" y="265430"/>
                  </a:lnTo>
                  <a:lnTo>
                    <a:pt x="4169" y="286101"/>
                  </a:lnTo>
                  <a:lnTo>
                    <a:pt x="15541" y="302974"/>
                  </a:lnTo>
                  <a:lnTo>
                    <a:pt x="32414" y="314346"/>
                  </a:lnTo>
                  <a:lnTo>
                    <a:pt x="53085" y="318515"/>
                  </a:lnTo>
                  <a:lnTo>
                    <a:pt x="1986026" y="318515"/>
                  </a:lnTo>
                  <a:lnTo>
                    <a:pt x="2006697" y="314346"/>
                  </a:lnTo>
                  <a:lnTo>
                    <a:pt x="2023570" y="302974"/>
                  </a:lnTo>
                  <a:lnTo>
                    <a:pt x="2034942" y="286101"/>
                  </a:lnTo>
                  <a:lnTo>
                    <a:pt x="2039111" y="265430"/>
                  </a:lnTo>
                  <a:lnTo>
                    <a:pt x="2039111" y="53086"/>
                  </a:lnTo>
                  <a:lnTo>
                    <a:pt x="2034942" y="32414"/>
                  </a:lnTo>
                  <a:lnTo>
                    <a:pt x="2023570" y="15541"/>
                  </a:lnTo>
                  <a:lnTo>
                    <a:pt x="2006697" y="4169"/>
                  </a:lnTo>
                  <a:lnTo>
                    <a:pt x="1986026" y="0"/>
                  </a:lnTo>
                  <a:close/>
                </a:path>
              </a:pathLst>
            </a:custGeom>
            <a:solidFill>
              <a:srgbClr val="212A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651752" y="1020317"/>
            <a:ext cx="1692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Crystal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XRD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418332" y="1034796"/>
            <a:ext cx="2385060" cy="327660"/>
          </a:xfrm>
          <a:custGeom>
            <a:avLst/>
            <a:gdLst/>
            <a:ahLst/>
            <a:cxnLst/>
            <a:rect l="l" t="t" r="r" b="b"/>
            <a:pathLst>
              <a:path w="2385060" h="327659">
                <a:moveTo>
                  <a:pt x="2330450" y="0"/>
                </a:moveTo>
                <a:lnTo>
                  <a:pt x="54609" y="0"/>
                </a:lnTo>
                <a:lnTo>
                  <a:pt x="33379" y="4300"/>
                </a:lnTo>
                <a:lnTo>
                  <a:pt x="16017" y="16017"/>
                </a:lnTo>
                <a:lnTo>
                  <a:pt x="4300" y="33379"/>
                </a:lnTo>
                <a:lnTo>
                  <a:pt x="0" y="54609"/>
                </a:lnTo>
                <a:lnTo>
                  <a:pt x="0" y="273050"/>
                </a:lnTo>
                <a:lnTo>
                  <a:pt x="4300" y="294280"/>
                </a:lnTo>
                <a:lnTo>
                  <a:pt x="16017" y="311642"/>
                </a:lnTo>
                <a:lnTo>
                  <a:pt x="33379" y="323359"/>
                </a:lnTo>
                <a:lnTo>
                  <a:pt x="54609" y="327659"/>
                </a:lnTo>
                <a:lnTo>
                  <a:pt x="2330450" y="327659"/>
                </a:lnTo>
                <a:lnTo>
                  <a:pt x="2351680" y="323359"/>
                </a:lnTo>
                <a:lnTo>
                  <a:pt x="2369042" y="311642"/>
                </a:lnTo>
                <a:lnTo>
                  <a:pt x="2380759" y="294280"/>
                </a:lnTo>
                <a:lnTo>
                  <a:pt x="2385059" y="273050"/>
                </a:lnTo>
                <a:lnTo>
                  <a:pt x="2385059" y="54609"/>
                </a:lnTo>
                <a:lnTo>
                  <a:pt x="2380759" y="33379"/>
                </a:lnTo>
                <a:lnTo>
                  <a:pt x="2369042" y="16017"/>
                </a:lnTo>
                <a:lnTo>
                  <a:pt x="2351680" y="4300"/>
                </a:lnTo>
                <a:lnTo>
                  <a:pt x="2330450" y="0"/>
                </a:lnTo>
                <a:close/>
              </a:path>
            </a:pathLst>
          </a:custGeom>
          <a:solidFill>
            <a:srgbClr val="212A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75945" y="1044016"/>
            <a:ext cx="53213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2325" algn="l"/>
              </a:tabLst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Powder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XRD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baseline="3086" sz="2700">
                <a:solidFill>
                  <a:srgbClr val="FFFFFF"/>
                </a:solidFill>
                <a:latin typeface="Calibri"/>
                <a:cs typeface="Calibri"/>
              </a:rPr>
              <a:t>Grazing</a:t>
            </a:r>
            <a:r>
              <a:rPr dirty="0" baseline="3086" sz="27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3086" sz="2700">
                <a:solidFill>
                  <a:srgbClr val="FFFFFF"/>
                </a:solidFill>
                <a:latin typeface="Calibri"/>
                <a:cs typeface="Calibri"/>
              </a:rPr>
              <a:t>Incident</a:t>
            </a:r>
            <a:r>
              <a:rPr dirty="0" baseline="3086" sz="2700" spc="-8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3086" sz="2700" spc="-37">
                <a:solidFill>
                  <a:srgbClr val="FFFFFF"/>
                </a:solidFill>
                <a:latin typeface="Calibri"/>
                <a:cs typeface="Calibri"/>
              </a:rPr>
              <a:t>XRD</a:t>
            </a:r>
            <a:endParaRPr baseline="3086" sz="27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601325" y="1409151"/>
            <a:ext cx="2234565" cy="1804670"/>
          </a:xfrm>
          <a:custGeom>
            <a:avLst/>
            <a:gdLst/>
            <a:ahLst/>
            <a:cxnLst/>
            <a:rect l="l" t="t" r="r" b="b"/>
            <a:pathLst>
              <a:path w="2234565" h="1804670">
                <a:moveTo>
                  <a:pt x="34600" y="1769579"/>
                </a:moveTo>
                <a:lnTo>
                  <a:pt x="2234314" y="1769579"/>
                </a:lnTo>
              </a:path>
              <a:path w="2234565" h="1804670">
                <a:moveTo>
                  <a:pt x="382166" y="1769579"/>
                </a:moveTo>
                <a:lnTo>
                  <a:pt x="382166" y="1786600"/>
                </a:lnTo>
              </a:path>
              <a:path w="2234565" h="1804670">
                <a:moveTo>
                  <a:pt x="845072" y="1769579"/>
                </a:moveTo>
                <a:lnTo>
                  <a:pt x="845072" y="1786600"/>
                </a:lnTo>
              </a:path>
              <a:path w="2234565" h="1804670">
                <a:moveTo>
                  <a:pt x="1307979" y="1769579"/>
                </a:moveTo>
                <a:lnTo>
                  <a:pt x="1307979" y="1786600"/>
                </a:lnTo>
              </a:path>
              <a:path w="2234565" h="1804670">
                <a:moveTo>
                  <a:pt x="1771407" y="1769579"/>
                </a:moveTo>
                <a:lnTo>
                  <a:pt x="1771407" y="1786600"/>
                </a:lnTo>
              </a:path>
              <a:path w="2234565" h="1804670">
                <a:moveTo>
                  <a:pt x="2234314" y="1769579"/>
                </a:moveTo>
                <a:lnTo>
                  <a:pt x="2234314" y="1786600"/>
                </a:lnTo>
              </a:path>
              <a:path w="2234565" h="1804670">
                <a:moveTo>
                  <a:pt x="150469" y="1769579"/>
                </a:moveTo>
                <a:lnTo>
                  <a:pt x="150469" y="1804122"/>
                </a:lnTo>
              </a:path>
              <a:path w="2234565" h="1804670">
                <a:moveTo>
                  <a:pt x="613375" y="1769579"/>
                </a:moveTo>
                <a:lnTo>
                  <a:pt x="613375" y="1804122"/>
                </a:lnTo>
              </a:path>
              <a:path w="2234565" h="1804670">
                <a:moveTo>
                  <a:pt x="1076776" y="1769579"/>
                </a:moveTo>
                <a:lnTo>
                  <a:pt x="1076776" y="1804122"/>
                </a:lnTo>
              </a:path>
              <a:path w="2234565" h="1804670">
                <a:moveTo>
                  <a:pt x="1539703" y="1769579"/>
                </a:moveTo>
                <a:lnTo>
                  <a:pt x="1539703" y="1804122"/>
                </a:lnTo>
              </a:path>
              <a:path w="2234565" h="1804670">
                <a:moveTo>
                  <a:pt x="2002610" y="1769579"/>
                </a:moveTo>
                <a:lnTo>
                  <a:pt x="2002610" y="1804122"/>
                </a:lnTo>
              </a:path>
              <a:path w="2234565" h="1804670">
                <a:moveTo>
                  <a:pt x="34600" y="1769579"/>
                </a:moveTo>
                <a:lnTo>
                  <a:pt x="34600" y="0"/>
                </a:lnTo>
              </a:path>
              <a:path w="2234565" h="1804670">
                <a:moveTo>
                  <a:pt x="34600" y="1636379"/>
                </a:moveTo>
                <a:lnTo>
                  <a:pt x="17551" y="1636379"/>
                </a:lnTo>
              </a:path>
              <a:path w="2234565" h="1804670">
                <a:moveTo>
                  <a:pt x="34600" y="1558261"/>
                </a:moveTo>
                <a:lnTo>
                  <a:pt x="17551" y="1558261"/>
                </a:lnTo>
              </a:path>
              <a:path w="2234565" h="1804670">
                <a:moveTo>
                  <a:pt x="34600" y="1503179"/>
                </a:moveTo>
                <a:lnTo>
                  <a:pt x="17551" y="1503179"/>
                </a:lnTo>
              </a:path>
              <a:path w="2234565" h="1804670">
                <a:moveTo>
                  <a:pt x="34600" y="1460125"/>
                </a:moveTo>
                <a:lnTo>
                  <a:pt x="17551" y="1460125"/>
                </a:lnTo>
              </a:path>
              <a:path w="2234565" h="1804670">
                <a:moveTo>
                  <a:pt x="34600" y="1425562"/>
                </a:moveTo>
                <a:lnTo>
                  <a:pt x="17550" y="1425562"/>
                </a:lnTo>
              </a:path>
              <a:path w="2234565" h="1804670">
                <a:moveTo>
                  <a:pt x="34600" y="1395525"/>
                </a:moveTo>
                <a:lnTo>
                  <a:pt x="17550" y="1395525"/>
                </a:lnTo>
              </a:path>
              <a:path w="2234565" h="1804670">
                <a:moveTo>
                  <a:pt x="34600" y="1369993"/>
                </a:moveTo>
                <a:lnTo>
                  <a:pt x="17550" y="1369993"/>
                </a:lnTo>
              </a:path>
              <a:path w="2234565" h="1804670">
                <a:moveTo>
                  <a:pt x="34600" y="1347451"/>
                </a:moveTo>
                <a:lnTo>
                  <a:pt x="17550" y="1347451"/>
                </a:lnTo>
              </a:path>
              <a:path w="2234565" h="1804670">
                <a:moveTo>
                  <a:pt x="34600" y="1194226"/>
                </a:moveTo>
                <a:lnTo>
                  <a:pt x="17550" y="1194226"/>
                </a:lnTo>
              </a:path>
              <a:path w="2234565" h="1804670">
                <a:moveTo>
                  <a:pt x="34600" y="1116109"/>
                </a:moveTo>
                <a:lnTo>
                  <a:pt x="17550" y="1116109"/>
                </a:lnTo>
              </a:path>
              <a:path w="2234565" h="1804670">
                <a:moveTo>
                  <a:pt x="34600" y="1061040"/>
                </a:moveTo>
                <a:lnTo>
                  <a:pt x="17550" y="1061040"/>
                </a:lnTo>
              </a:path>
              <a:path w="2234565" h="1804670">
                <a:moveTo>
                  <a:pt x="34600" y="1017972"/>
                </a:moveTo>
                <a:lnTo>
                  <a:pt x="17550" y="1017972"/>
                </a:lnTo>
              </a:path>
              <a:path w="2234565" h="1804670">
                <a:moveTo>
                  <a:pt x="34600" y="982929"/>
                </a:moveTo>
                <a:lnTo>
                  <a:pt x="17550" y="982929"/>
                </a:lnTo>
              </a:path>
              <a:path w="2234565" h="1804670">
                <a:moveTo>
                  <a:pt x="34600" y="953372"/>
                </a:moveTo>
                <a:lnTo>
                  <a:pt x="17550" y="953372"/>
                </a:lnTo>
              </a:path>
              <a:path w="2234565" h="1804670">
                <a:moveTo>
                  <a:pt x="34600" y="927840"/>
                </a:moveTo>
                <a:lnTo>
                  <a:pt x="17550" y="927840"/>
                </a:lnTo>
              </a:path>
              <a:path w="2234565" h="1804670">
                <a:moveTo>
                  <a:pt x="34600" y="904811"/>
                </a:moveTo>
                <a:lnTo>
                  <a:pt x="17550" y="904811"/>
                </a:lnTo>
              </a:path>
              <a:path w="2234565" h="1804670">
                <a:moveTo>
                  <a:pt x="34600" y="751586"/>
                </a:moveTo>
                <a:lnTo>
                  <a:pt x="17550" y="751586"/>
                </a:lnTo>
              </a:path>
              <a:path w="2234565" h="1804670">
                <a:moveTo>
                  <a:pt x="34600" y="673475"/>
                </a:moveTo>
                <a:lnTo>
                  <a:pt x="17550" y="673475"/>
                </a:lnTo>
              </a:path>
              <a:path w="2234565" h="1804670">
                <a:moveTo>
                  <a:pt x="34600" y="618386"/>
                </a:moveTo>
                <a:lnTo>
                  <a:pt x="17550" y="618386"/>
                </a:lnTo>
              </a:path>
              <a:path w="2234565" h="1804670">
                <a:moveTo>
                  <a:pt x="34600" y="575332"/>
                </a:moveTo>
                <a:lnTo>
                  <a:pt x="17550" y="575332"/>
                </a:lnTo>
              </a:path>
              <a:path w="2234565" h="1804670">
                <a:moveTo>
                  <a:pt x="34600" y="540776"/>
                </a:moveTo>
                <a:lnTo>
                  <a:pt x="17550" y="540776"/>
                </a:lnTo>
              </a:path>
              <a:path w="2234565" h="1804670">
                <a:moveTo>
                  <a:pt x="34600" y="510738"/>
                </a:moveTo>
                <a:lnTo>
                  <a:pt x="17550" y="510738"/>
                </a:lnTo>
              </a:path>
              <a:path w="2234565" h="1804670">
                <a:moveTo>
                  <a:pt x="34600" y="485206"/>
                </a:moveTo>
                <a:lnTo>
                  <a:pt x="17550" y="485206"/>
                </a:lnTo>
              </a:path>
              <a:path w="2234565" h="1804670">
                <a:moveTo>
                  <a:pt x="34600" y="462658"/>
                </a:moveTo>
                <a:lnTo>
                  <a:pt x="17550" y="462658"/>
                </a:lnTo>
              </a:path>
              <a:path w="2234565" h="1804670">
                <a:moveTo>
                  <a:pt x="34600" y="309433"/>
                </a:moveTo>
                <a:lnTo>
                  <a:pt x="17550" y="309433"/>
                </a:lnTo>
              </a:path>
              <a:path w="2234565" h="1804670">
                <a:moveTo>
                  <a:pt x="34600" y="231322"/>
                </a:moveTo>
                <a:lnTo>
                  <a:pt x="17550" y="231322"/>
                </a:lnTo>
              </a:path>
              <a:path w="2234565" h="1804670">
                <a:moveTo>
                  <a:pt x="34600" y="176253"/>
                </a:moveTo>
                <a:lnTo>
                  <a:pt x="17550" y="176253"/>
                </a:lnTo>
              </a:path>
              <a:path w="2234565" h="1804670">
                <a:moveTo>
                  <a:pt x="34600" y="133179"/>
                </a:moveTo>
                <a:lnTo>
                  <a:pt x="17550" y="133179"/>
                </a:lnTo>
              </a:path>
              <a:path w="2234565" h="1804670">
                <a:moveTo>
                  <a:pt x="34600" y="98136"/>
                </a:moveTo>
                <a:lnTo>
                  <a:pt x="17550" y="98136"/>
                </a:lnTo>
              </a:path>
              <a:path w="2234565" h="1804670">
                <a:moveTo>
                  <a:pt x="34600" y="68585"/>
                </a:moveTo>
                <a:lnTo>
                  <a:pt x="17550" y="68585"/>
                </a:lnTo>
              </a:path>
              <a:path w="2234565" h="1804670">
                <a:moveTo>
                  <a:pt x="34600" y="43053"/>
                </a:moveTo>
                <a:lnTo>
                  <a:pt x="17550" y="43053"/>
                </a:lnTo>
              </a:path>
              <a:path w="2234565" h="1804670">
                <a:moveTo>
                  <a:pt x="34600" y="20025"/>
                </a:moveTo>
                <a:lnTo>
                  <a:pt x="17550" y="20025"/>
                </a:lnTo>
              </a:path>
              <a:path w="2234565" h="1804670">
                <a:moveTo>
                  <a:pt x="34600" y="1769579"/>
                </a:moveTo>
                <a:lnTo>
                  <a:pt x="0" y="1769579"/>
                </a:lnTo>
              </a:path>
              <a:path w="2234565" h="1804670">
                <a:moveTo>
                  <a:pt x="34600" y="1327426"/>
                </a:moveTo>
                <a:lnTo>
                  <a:pt x="0" y="1327426"/>
                </a:lnTo>
              </a:path>
              <a:path w="2234565" h="1804670">
                <a:moveTo>
                  <a:pt x="34600" y="884786"/>
                </a:moveTo>
                <a:lnTo>
                  <a:pt x="0" y="884786"/>
                </a:lnTo>
              </a:path>
              <a:path w="2234565" h="1804670">
                <a:moveTo>
                  <a:pt x="34600" y="442633"/>
                </a:moveTo>
                <a:lnTo>
                  <a:pt x="0" y="442633"/>
                </a:lnTo>
              </a:path>
              <a:path w="2234565" h="1804670">
                <a:moveTo>
                  <a:pt x="34600" y="0"/>
                </a:moveTo>
                <a:lnTo>
                  <a:pt x="0" y="0"/>
                </a:lnTo>
              </a:path>
            </a:pathLst>
          </a:custGeom>
          <a:ln w="65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3697454" y="3208084"/>
            <a:ext cx="10922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25">
                <a:latin typeface="Arial MT"/>
                <a:cs typeface="Arial MT"/>
              </a:rPr>
              <a:t>40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60380" y="3208084"/>
            <a:ext cx="10922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25">
                <a:latin typeface="Arial MT"/>
                <a:cs typeface="Arial MT"/>
              </a:rPr>
              <a:t>60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66129" y="3208084"/>
            <a:ext cx="150495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25">
                <a:latin typeface="Arial MT"/>
                <a:cs typeface="Arial MT"/>
              </a:rPr>
              <a:t>100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529035" y="3208084"/>
            <a:ext cx="150495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25">
                <a:latin typeface="Arial MT"/>
                <a:cs typeface="Arial MT"/>
              </a:rPr>
              <a:t>120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481294" y="3113452"/>
            <a:ext cx="10922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25">
                <a:latin typeface="Arial MT"/>
                <a:cs typeface="Arial MT"/>
              </a:rPr>
              <a:t>10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439674" y="2671299"/>
            <a:ext cx="150495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25">
                <a:latin typeface="Arial MT"/>
                <a:cs typeface="Arial MT"/>
              </a:rPr>
              <a:t>100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398040" y="2228659"/>
            <a:ext cx="192405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20">
                <a:latin typeface="Arial MT"/>
                <a:cs typeface="Arial MT"/>
              </a:rPr>
              <a:t>1000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356419" y="1786506"/>
            <a:ext cx="233679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10">
                <a:latin typeface="Arial MT"/>
                <a:cs typeface="Arial MT"/>
              </a:rPr>
              <a:t>10000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314793" y="1343872"/>
            <a:ext cx="275590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10">
                <a:latin typeface="Arial MT"/>
                <a:cs typeface="Arial MT"/>
              </a:rPr>
              <a:t>100000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634655" y="1755883"/>
            <a:ext cx="2202815" cy="1405890"/>
            <a:chOff x="3634655" y="1755883"/>
            <a:chExt cx="2202815" cy="1405890"/>
          </a:xfrm>
        </p:grpSpPr>
        <p:sp>
          <p:nvSpPr>
            <p:cNvPr id="24" name="object 24" descr=""/>
            <p:cNvSpPr/>
            <p:nvPr/>
          </p:nvSpPr>
          <p:spPr>
            <a:xfrm>
              <a:off x="3635925" y="2546808"/>
              <a:ext cx="2200275" cy="613410"/>
            </a:xfrm>
            <a:custGeom>
              <a:avLst/>
              <a:gdLst/>
              <a:ahLst/>
              <a:cxnLst/>
              <a:rect l="l" t="t" r="r" b="b"/>
              <a:pathLst>
                <a:path w="2200275" h="613410">
                  <a:moveTo>
                    <a:pt x="0" y="104143"/>
                  </a:moveTo>
                  <a:lnTo>
                    <a:pt x="1002" y="101640"/>
                  </a:lnTo>
                  <a:lnTo>
                    <a:pt x="2520" y="137685"/>
                  </a:lnTo>
                  <a:lnTo>
                    <a:pt x="3523" y="134681"/>
                  </a:lnTo>
                  <a:lnTo>
                    <a:pt x="4526" y="111652"/>
                  </a:lnTo>
                  <a:lnTo>
                    <a:pt x="6030" y="109149"/>
                  </a:lnTo>
                  <a:lnTo>
                    <a:pt x="7033" y="120664"/>
                  </a:lnTo>
                  <a:lnTo>
                    <a:pt x="8036" y="106646"/>
                  </a:lnTo>
                  <a:lnTo>
                    <a:pt x="9039" y="123667"/>
                  </a:lnTo>
                  <a:lnTo>
                    <a:pt x="10543" y="126171"/>
                  </a:lnTo>
                  <a:lnTo>
                    <a:pt x="11546" y="129174"/>
                  </a:lnTo>
                  <a:lnTo>
                    <a:pt x="12549" y="120664"/>
                  </a:lnTo>
                  <a:lnTo>
                    <a:pt x="14054" y="112654"/>
                  </a:lnTo>
                  <a:lnTo>
                    <a:pt x="15056" y="120664"/>
                  </a:lnTo>
                  <a:lnTo>
                    <a:pt x="16059" y="137685"/>
                  </a:lnTo>
                  <a:lnTo>
                    <a:pt x="17564" y="110151"/>
                  </a:lnTo>
                  <a:lnTo>
                    <a:pt x="18567" y="137685"/>
                  </a:lnTo>
                  <a:lnTo>
                    <a:pt x="19569" y="145214"/>
                  </a:lnTo>
                  <a:lnTo>
                    <a:pt x="21074" y="120664"/>
                  </a:lnTo>
                  <a:lnTo>
                    <a:pt x="22077" y="111652"/>
                  </a:lnTo>
                  <a:lnTo>
                    <a:pt x="23080" y="143713"/>
                  </a:lnTo>
                  <a:lnTo>
                    <a:pt x="24083" y="118161"/>
                  </a:lnTo>
                  <a:lnTo>
                    <a:pt x="25587" y="149720"/>
                  </a:lnTo>
                  <a:lnTo>
                    <a:pt x="26590" y="151222"/>
                  </a:lnTo>
                  <a:lnTo>
                    <a:pt x="27593" y="154726"/>
                  </a:lnTo>
                  <a:lnTo>
                    <a:pt x="29097" y="133179"/>
                  </a:lnTo>
                  <a:lnTo>
                    <a:pt x="30100" y="166241"/>
                  </a:lnTo>
                  <a:lnTo>
                    <a:pt x="31103" y="124669"/>
                  </a:lnTo>
                  <a:lnTo>
                    <a:pt x="32607" y="140689"/>
                  </a:lnTo>
                  <a:lnTo>
                    <a:pt x="33610" y="134681"/>
                  </a:lnTo>
                  <a:lnTo>
                    <a:pt x="34613" y="151222"/>
                  </a:lnTo>
                  <a:lnTo>
                    <a:pt x="36117" y="151222"/>
                  </a:lnTo>
                  <a:lnTo>
                    <a:pt x="37120" y="130676"/>
                  </a:lnTo>
                  <a:lnTo>
                    <a:pt x="38123" y="133179"/>
                  </a:lnTo>
                  <a:lnTo>
                    <a:pt x="39126" y="146716"/>
                  </a:lnTo>
                  <a:lnTo>
                    <a:pt x="40630" y="136183"/>
                  </a:lnTo>
                  <a:lnTo>
                    <a:pt x="41633" y="161234"/>
                  </a:lnTo>
                  <a:lnTo>
                    <a:pt x="42636" y="129174"/>
                  </a:lnTo>
                  <a:lnTo>
                    <a:pt x="44141" y="131677"/>
                  </a:lnTo>
                  <a:lnTo>
                    <a:pt x="45144" y="110151"/>
                  </a:lnTo>
                  <a:lnTo>
                    <a:pt x="46146" y="142211"/>
                  </a:lnTo>
                  <a:lnTo>
                    <a:pt x="47651" y="136183"/>
                  </a:lnTo>
                  <a:lnTo>
                    <a:pt x="48654" y="145214"/>
                  </a:lnTo>
                  <a:lnTo>
                    <a:pt x="49657" y="142211"/>
                  </a:lnTo>
                  <a:lnTo>
                    <a:pt x="51161" y="137685"/>
                  </a:lnTo>
                  <a:lnTo>
                    <a:pt x="52164" y="131677"/>
                  </a:lnTo>
                  <a:lnTo>
                    <a:pt x="53167" y="139187"/>
                  </a:lnTo>
                  <a:lnTo>
                    <a:pt x="54170" y="164238"/>
                  </a:lnTo>
                  <a:lnTo>
                    <a:pt x="55674" y="164238"/>
                  </a:lnTo>
                  <a:lnTo>
                    <a:pt x="56677" y="143713"/>
                  </a:lnTo>
                  <a:lnTo>
                    <a:pt x="57680" y="180258"/>
                  </a:lnTo>
                  <a:lnTo>
                    <a:pt x="59184" y="174751"/>
                  </a:lnTo>
                  <a:lnTo>
                    <a:pt x="60187" y="148218"/>
                  </a:lnTo>
                  <a:lnTo>
                    <a:pt x="61190" y="154726"/>
                  </a:lnTo>
                  <a:lnTo>
                    <a:pt x="62694" y="167743"/>
                  </a:lnTo>
                  <a:lnTo>
                    <a:pt x="63697" y="193275"/>
                  </a:lnTo>
                  <a:lnTo>
                    <a:pt x="64700" y="195277"/>
                  </a:lnTo>
                  <a:lnTo>
                    <a:pt x="66204" y="185765"/>
                  </a:lnTo>
                  <a:lnTo>
                    <a:pt x="67207" y="161234"/>
                  </a:lnTo>
                  <a:lnTo>
                    <a:pt x="68210" y="143713"/>
                  </a:lnTo>
                  <a:lnTo>
                    <a:pt x="69715" y="162736"/>
                  </a:lnTo>
                  <a:lnTo>
                    <a:pt x="70718" y="159232"/>
                  </a:lnTo>
                  <a:lnTo>
                    <a:pt x="71720" y="151222"/>
                  </a:lnTo>
                  <a:lnTo>
                    <a:pt x="72723" y="145214"/>
                  </a:lnTo>
                  <a:lnTo>
                    <a:pt x="74228" y="134681"/>
                  </a:lnTo>
                  <a:lnTo>
                    <a:pt x="75231" y="164238"/>
                  </a:lnTo>
                  <a:lnTo>
                    <a:pt x="76234" y="185765"/>
                  </a:lnTo>
                  <a:lnTo>
                    <a:pt x="77738" y="174751"/>
                  </a:lnTo>
                  <a:lnTo>
                    <a:pt x="78741" y="183763"/>
                  </a:lnTo>
                  <a:lnTo>
                    <a:pt x="79744" y="162736"/>
                  </a:lnTo>
                  <a:lnTo>
                    <a:pt x="81248" y="156228"/>
                  </a:lnTo>
                  <a:lnTo>
                    <a:pt x="82251" y="157730"/>
                  </a:lnTo>
                  <a:lnTo>
                    <a:pt x="83254" y="162736"/>
                  </a:lnTo>
                  <a:lnTo>
                    <a:pt x="84758" y="167743"/>
                  </a:lnTo>
                  <a:lnTo>
                    <a:pt x="85761" y="172749"/>
                  </a:lnTo>
                  <a:lnTo>
                    <a:pt x="86764" y="167743"/>
                  </a:lnTo>
                  <a:lnTo>
                    <a:pt x="87767" y="172749"/>
                  </a:lnTo>
                  <a:lnTo>
                    <a:pt x="89271" y="152724"/>
                  </a:lnTo>
                  <a:lnTo>
                    <a:pt x="90274" y="169244"/>
                  </a:lnTo>
                  <a:lnTo>
                    <a:pt x="91277" y="118161"/>
                  </a:lnTo>
                  <a:lnTo>
                    <a:pt x="92781" y="109149"/>
                  </a:lnTo>
                  <a:lnTo>
                    <a:pt x="93784" y="83117"/>
                  </a:lnTo>
                  <a:lnTo>
                    <a:pt x="94787" y="119662"/>
                  </a:lnTo>
                  <a:lnTo>
                    <a:pt x="96292" y="98136"/>
                  </a:lnTo>
                  <a:lnTo>
                    <a:pt x="97294" y="94631"/>
                  </a:lnTo>
                  <a:lnTo>
                    <a:pt x="98297" y="71102"/>
                  </a:lnTo>
                  <a:lnTo>
                    <a:pt x="99802" y="39549"/>
                  </a:lnTo>
                  <a:lnTo>
                    <a:pt x="100805" y="52565"/>
                  </a:lnTo>
                  <a:lnTo>
                    <a:pt x="101808" y="55569"/>
                  </a:lnTo>
                  <a:lnTo>
                    <a:pt x="102810" y="55569"/>
                  </a:lnTo>
                  <a:lnTo>
                    <a:pt x="104315" y="48560"/>
                  </a:lnTo>
                  <a:lnTo>
                    <a:pt x="105318" y="18022"/>
                  </a:lnTo>
                  <a:lnTo>
                    <a:pt x="106321" y="20525"/>
                  </a:lnTo>
                  <a:lnTo>
                    <a:pt x="107825" y="36045"/>
                  </a:lnTo>
                  <a:lnTo>
                    <a:pt x="108848" y="43554"/>
                  </a:lnTo>
                  <a:lnTo>
                    <a:pt x="109851" y="39549"/>
                  </a:lnTo>
                  <a:lnTo>
                    <a:pt x="111355" y="35544"/>
                  </a:lnTo>
                  <a:lnTo>
                    <a:pt x="112358" y="35544"/>
                  </a:lnTo>
                  <a:lnTo>
                    <a:pt x="113361" y="49561"/>
                  </a:lnTo>
                  <a:lnTo>
                    <a:pt x="114865" y="33041"/>
                  </a:lnTo>
                  <a:lnTo>
                    <a:pt x="115868" y="51564"/>
                  </a:lnTo>
                  <a:lnTo>
                    <a:pt x="116871" y="26032"/>
                  </a:lnTo>
                  <a:lnTo>
                    <a:pt x="117874" y="78611"/>
                  </a:lnTo>
                  <a:lnTo>
                    <a:pt x="119378" y="46057"/>
                  </a:lnTo>
                  <a:lnTo>
                    <a:pt x="120381" y="94631"/>
                  </a:lnTo>
                  <a:lnTo>
                    <a:pt x="121384" y="104143"/>
                  </a:lnTo>
                  <a:lnTo>
                    <a:pt x="122889" y="98136"/>
                  </a:lnTo>
                  <a:lnTo>
                    <a:pt x="123891" y="112654"/>
                  </a:lnTo>
                  <a:lnTo>
                    <a:pt x="124894" y="149720"/>
                  </a:lnTo>
                  <a:lnTo>
                    <a:pt x="126399" y="136183"/>
                  </a:lnTo>
                  <a:lnTo>
                    <a:pt x="127402" y="148218"/>
                  </a:lnTo>
                  <a:lnTo>
                    <a:pt x="128405" y="149720"/>
                  </a:lnTo>
                  <a:lnTo>
                    <a:pt x="129909" y="211798"/>
                  </a:lnTo>
                  <a:lnTo>
                    <a:pt x="130912" y="189770"/>
                  </a:lnTo>
                  <a:lnTo>
                    <a:pt x="131915" y="218306"/>
                  </a:lnTo>
                  <a:lnTo>
                    <a:pt x="132918" y="189770"/>
                  </a:lnTo>
                  <a:lnTo>
                    <a:pt x="134422" y="197280"/>
                  </a:lnTo>
                  <a:lnTo>
                    <a:pt x="135425" y="187768"/>
                  </a:lnTo>
                  <a:lnTo>
                    <a:pt x="136428" y="174751"/>
                  </a:lnTo>
                  <a:lnTo>
                    <a:pt x="137932" y="183763"/>
                  </a:lnTo>
                  <a:lnTo>
                    <a:pt x="138935" y="178256"/>
                  </a:lnTo>
                  <a:lnTo>
                    <a:pt x="139938" y="189770"/>
                  </a:lnTo>
                  <a:lnTo>
                    <a:pt x="141442" y="181760"/>
                  </a:lnTo>
                  <a:lnTo>
                    <a:pt x="142445" y="209795"/>
                  </a:lnTo>
                  <a:lnTo>
                    <a:pt x="143448" y="152724"/>
                  </a:lnTo>
                  <a:lnTo>
                    <a:pt x="144952" y="227831"/>
                  </a:lnTo>
                  <a:lnTo>
                    <a:pt x="145955" y="187768"/>
                  </a:lnTo>
                  <a:lnTo>
                    <a:pt x="146958" y="193275"/>
                  </a:lnTo>
                  <a:lnTo>
                    <a:pt x="147961" y="181760"/>
                  </a:lnTo>
                  <a:lnTo>
                    <a:pt x="149465" y="201285"/>
                  </a:lnTo>
                  <a:lnTo>
                    <a:pt x="150468" y="205290"/>
                  </a:lnTo>
                  <a:lnTo>
                    <a:pt x="151471" y="166241"/>
                  </a:lnTo>
                  <a:lnTo>
                    <a:pt x="152976" y="197280"/>
                  </a:lnTo>
                  <a:lnTo>
                    <a:pt x="153979" y="207793"/>
                  </a:lnTo>
                  <a:lnTo>
                    <a:pt x="154981" y="216303"/>
                  </a:lnTo>
                  <a:lnTo>
                    <a:pt x="156486" y="229834"/>
                  </a:lnTo>
                  <a:lnTo>
                    <a:pt x="157489" y="199282"/>
                  </a:lnTo>
                  <a:lnTo>
                    <a:pt x="158492" y="218306"/>
                  </a:lnTo>
                  <a:lnTo>
                    <a:pt x="159996" y="220809"/>
                  </a:lnTo>
                  <a:lnTo>
                    <a:pt x="160999" y="269383"/>
                  </a:lnTo>
                  <a:lnTo>
                    <a:pt x="162002" y="225328"/>
                  </a:lnTo>
                  <a:lnTo>
                    <a:pt x="163005" y="197280"/>
                  </a:lnTo>
                  <a:lnTo>
                    <a:pt x="164509" y="203287"/>
                  </a:lnTo>
                  <a:lnTo>
                    <a:pt x="165512" y="227831"/>
                  </a:lnTo>
                  <a:lnTo>
                    <a:pt x="166515" y="209795"/>
                  </a:lnTo>
                  <a:lnTo>
                    <a:pt x="168019" y="203287"/>
                  </a:lnTo>
                  <a:lnTo>
                    <a:pt x="169022" y="234840"/>
                  </a:lnTo>
                  <a:lnTo>
                    <a:pt x="170025" y="201285"/>
                  </a:lnTo>
                  <a:lnTo>
                    <a:pt x="171529" y="195277"/>
                  </a:lnTo>
                  <a:lnTo>
                    <a:pt x="172532" y="234840"/>
                  </a:lnTo>
                  <a:lnTo>
                    <a:pt x="173535" y="229834"/>
                  </a:lnTo>
                  <a:lnTo>
                    <a:pt x="175040" y="220809"/>
                  </a:lnTo>
                  <a:lnTo>
                    <a:pt x="176042" y="197280"/>
                  </a:lnTo>
                  <a:lnTo>
                    <a:pt x="177045" y="244852"/>
                  </a:lnTo>
                  <a:lnTo>
                    <a:pt x="178048" y="252862"/>
                  </a:lnTo>
                  <a:lnTo>
                    <a:pt x="179553" y="229834"/>
                  </a:lnTo>
                  <a:lnTo>
                    <a:pt x="180555" y="249859"/>
                  </a:lnTo>
                  <a:lnTo>
                    <a:pt x="181558" y="247355"/>
                  </a:lnTo>
                  <a:lnTo>
                    <a:pt x="183063" y="181760"/>
                  </a:lnTo>
                  <a:lnTo>
                    <a:pt x="184066" y="225328"/>
                  </a:lnTo>
                  <a:lnTo>
                    <a:pt x="185069" y="255366"/>
                  </a:lnTo>
                  <a:lnTo>
                    <a:pt x="186573" y="234840"/>
                  </a:lnTo>
                  <a:lnTo>
                    <a:pt x="187576" y="205290"/>
                  </a:lnTo>
                  <a:lnTo>
                    <a:pt x="188579" y="209795"/>
                  </a:lnTo>
                  <a:lnTo>
                    <a:pt x="190083" y="242349"/>
                  </a:lnTo>
                  <a:lnTo>
                    <a:pt x="191086" y="255366"/>
                  </a:lnTo>
                  <a:lnTo>
                    <a:pt x="192089" y="220809"/>
                  </a:lnTo>
                  <a:lnTo>
                    <a:pt x="193593" y="232337"/>
                  </a:lnTo>
                  <a:lnTo>
                    <a:pt x="194596" y="222825"/>
                  </a:lnTo>
                  <a:lnTo>
                    <a:pt x="195599" y="255366"/>
                  </a:lnTo>
                  <a:lnTo>
                    <a:pt x="196602" y="211798"/>
                  </a:lnTo>
                  <a:lnTo>
                    <a:pt x="198106" y="237343"/>
                  </a:lnTo>
                  <a:lnTo>
                    <a:pt x="199109" y="247355"/>
                  </a:lnTo>
                  <a:lnTo>
                    <a:pt x="200112" y="239846"/>
                  </a:lnTo>
                  <a:lnTo>
                    <a:pt x="201616" y="242349"/>
                  </a:lnTo>
                  <a:lnTo>
                    <a:pt x="202619" y="234840"/>
                  </a:lnTo>
                  <a:lnTo>
                    <a:pt x="203622" y="234840"/>
                  </a:lnTo>
                  <a:lnTo>
                    <a:pt x="205127" y="249859"/>
                  </a:lnTo>
                  <a:lnTo>
                    <a:pt x="206129" y="234840"/>
                  </a:lnTo>
                  <a:lnTo>
                    <a:pt x="207132" y="199282"/>
                  </a:lnTo>
                  <a:lnTo>
                    <a:pt x="208637" y="201285"/>
                  </a:lnTo>
                  <a:lnTo>
                    <a:pt x="209640" y="257869"/>
                  </a:lnTo>
                  <a:lnTo>
                    <a:pt x="210643" y="266379"/>
                  </a:lnTo>
                  <a:lnTo>
                    <a:pt x="211645" y="225328"/>
                  </a:lnTo>
                  <a:lnTo>
                    <a:pt x="213150" y="222825"/>
                  </a:lnTo>
                  <a:lnTo>
                    <a:pt x="214153" y="284402"/>
                  </a:lnTo>
                  <a:lnTo>
                    <a:pt x="215169" y="255366"/>
                  </a:lnTo>
                  <a:lnTo>
                    <a:pt x="216673" y="239846"/>
                  </a:lnTo>
                  <a:lnTo>
                    <a:pt x="217676" y="197280"/>
                  </a:lnTo>
                  <a:lnTo>
                    <a:pt x="218679" y="263376"/>
                  </a:lnTo>
                  <a:lnTo>
                    <a:pt x="220184" y="255366"/>
                  </a:lnTo>
                  <a:lnTo>
                    <a:pt x="221186" y="232337"/>
                  </a:lnTo>
                  <a:lnTo>
                    <a:pt x="222189" y="278394"/>
                  </a:lnTo>
                  <a:lnTo>
                    <a:pt x="223694" y="239846"/>
                  </a:lnTo>
                  <a:lnTo>
                    <a:pt x="224697" y="266379"/>
                  </a:lnTo>
                  <a:lnTo>
                    <a:pt x="225699" y="266379"/>
                  </a:lnTo>
                  <a:lnTo>
                    <a:pt x="226702" y="234840"/>
                  </a:lnTo>
                  <a:lnTo>
                    <a:pt x="228207" y="209795"/>
                  </a:lnTo>
                  <a:lnTo>
                    <a:pt x="229210" y="211798"/>
                  </a:lnTo>
                  <a:lnTo>
                    <a:pt x="230213" y="242349"/>
                  </a:lnTo>
                  <a:lnTo>
                    <a:pt x="231717" y="266379"/>
                  </a:lnTo>
                  <a:lnTo>
                    <a:pt x="232720" y="266379"/>
                  </a:lnTo>
                  <a:lnTo>
                    <a:pt x="233723" y="229834"/>
                  </a:lnTo>
                  <a:lnTo>
                    <a:pt x="235227" y="222825"/>
                  </a:lnTo>
                  <a:lnTo>
                    <a:pt x="236230" y="242349"/>
                  </a:lnTo>
                  <a:lnTo>
                    <a:pt x="237233" y="229834"/>
                  </a:lnTo>
                  <a:lnTo>
                    <a:pt x="238737" y="222825"/>
                  </a:lnTo>
                  <a:lnTo>
                    <a:pt x="239740" y="229834"/>
                  </a:lnTo>
                  <a:lnTo>
                    <a:pt x="240743" y="218306"/>
                  </a:lnTo>
                  <a:lnTo>
                    <a:pt x="241746" y="216303"/>
                  </a:lnTo>
                  <a:lnTo>
                    <a:pt x="243250" y="225328"/>
                  </a:lnTo>
                  <a:lnTo>
                    <a:pt x="244253" y="183763"/>
                  </a:lnTo>
                  <a:lnTo>
                    <a:pt x="245256" y="191272"/>
                  </a:lnTo>
                  <a:lnTo>
                    <a:pt x="246760" y="195277"/>
                  </a:lnTo>
                  <a:lnTo>
                    <a:pt x="247763" y="154726"/>
                  </a:lnTo>
                  <a:lnTo>
                    <a:pt x="248766" y="164238"/>
                  </a:lnTo>
                  <a:lnTo>
                    <a:pt x="250271" y="146716"/>
                  </a:lnTo>
                  <a:lnTo>
                    <a:pt x="251273" y="157730"/>
                  </a:lnTo>
                  <a:lnTo>
                    <a:pt x="252276" y="105144"/>
                  </a:lnTo>
                  <a:lnTo>
                    <a:pt x="253781" y="85119"/>
                  </a:lnTo>
                  <a:lnTo>
                    <a:pt x="254784" y="89625"/>
                  </a:lnTo>
                  <a:lnTo>
                    <a:pt x="255787" y="51564"/>
                  </a:lnTo>
                  <a:lnTo>
                    <a:pt x="256789" y="56570"/>
                  </a:lnTo>
                  <a:lnTo>
                    <a:pt x="258294" y="49561"/>
                  </a:lnTo>
                  <a:lnTo>
                    <a:pt x="259297" y="47058"/>
                  </a:lnTo>
                  <a:lnTo>
                    <a:pt x="260300" y="3003"/>
                  </a:lnTo>
                  <a:lnTo>
                    <a:pt x="261804" y="30538"/>
                  </a:lnTo>
                  <a:lnTo>
                    <a:pt x="262807" y="43554"/>
                  </a:lnTo>
                  <a:lnTo>
                    <a:pt x="263810" y="3003"/>
                  </a:lnTo>
                  <a:lnTo>
                    <a:pt x="265314" y="21526"/>
                  </a:lnTo>
                  <a:lnTo>
                    <a:pt x="266317" y="9511"/>
                  </a:lnTo>
                  <a:lnTo>
                    <a:pt x="267320" y="0"/>
                  </a:lnTo>
                  <a:lnTo>
                    <a:pt x="268824" y="1501"/>
                  </a:lnTo>
                  <a:lnTo>
                    <a:pt x="269827" y="22027"/>
                  </a:lnTo>
                  <a:lnTo>
                    <a:pt x="270830" y="22027"/>
                  </a:lnTo>
                  <a:lnTo>
                    <a:pt x="271833" y="13516"/>
                  </a:lnTo>
                  <a:lnTo>
                    <a:pt x="273337" y="33041"/>
                  </a:lnTo>
                  <a:lnTo>
                    <a:pt x="274340" y="49561"/>
                  </a:lnTo>
                  <a:lnTo>
                    <a:pt x="275343" y="71102"/>
                  </a:lnTo>
                  <a:lnTo>
                    <a:pt x="276847" y="39048"/>
                  </a:lnTo>
                  <a:lnTo>
                    <a:pt x="277850" y="71102"/>
                  </a:lnTo>
                  <a:lnTo>
                    <a:pt x="278853" y="61076"/>
                  </a:lnTo>
                  <a:lnTo>
                    <a:pt x="280358" y="120664"/>
                  </a:lnTo>
                  <a:lnTo>
                    <a:pt x="281361" y="109149"/>
                  </a:lnTo>
                  <a:lnTo>
                    <a:pt x="282363" y="118161"/>
                  </a:lnTo>
                  <a:lnTo>
                    <a:pt x="283868" y="157730"/>
                  </a:lnTo>
                  <a:lnTo>
                    <a:pt x="284871" y="203287"/>
                  </a:lnTo>
                  <a:lnTo>
                    <a:pt x="285874" y="225328"/>
                  </a:lnTo>
                  <a:lnTo>
                    <a:pt x="286877" y="214301"/>
                  </a:lnTo>
                  <a:lnTo>
                    <a:pt x="288381" y="227831"/>
                  </a:lnTo>
                  <a:lnTo>
                    <a:pt x="289384" y="229834"/>
                  </a:lnTo>
                  <a:lnTo>
                    <a:pt x="290387" y="249859"/>
                  </a:lnTo>
                  <a:lnTo>
                    <a:pt x="291891" y="237343"/>
                  </a:lnTo>
                  <a:lnTo>
                    <a:pt x="292894" y="247355"/>
                  </a:lnTo>
                  <a:lnTo>
                    <a:pt x="293897" y="255366"/>
                  </a:lnTo>
                  <a:lnTo>
                    <a:pt x="295401" y="266379"/>
                  </a:lnTo>
                  <a:lnTo>
                    <a:pt x="296404" y="304447"/>
                  </a:lnTo>
                  <a:lnTo>
                    <a:pt x="297407" y="278394"/>
                  </a:lnTo>
                  <a:lnTo>
                    <a:pt x="298911" y="311456"/>
                  </a:lnTo>
                  <a:lnTo>
                    <a:pt x="299914" y="281398"/>
                  </a:lnTo>
                  <a:lnTo>
                    <a:pt x="300917" y="297418"/>
                  </a:lnTo>
                  <a:lnTo>
                    <a:pt x="301920" y="342995"/>
                  </a:lnTo>
                  <a:lnTo>
                    <a:pt x="303424" y="257869"/>
                  </a:lnTo>
                  <a:lnTo>
                    <a:pt x="304427" y="275391"/>
                  </a:lnTo>
                  <a:lnTo>
                    <a:pt x="305430" y="287906"/>
                  </a:lnTo>
                  <a:lnTo>
                    <a:pt x="306935" y="294414"/>
                  </a:lnTo>
                  <a:lnTo>
                    <a:pt x="307938" y="330479"/>
                  </a:lnTo>
                  <a:lnTo>
                    <a:pt x="308940" y="275391"/>
                  </a:lnTo>
                  <a:lnTo>
                    <a:pt x="310445" y="297418"/>
                  </a:lnTo>
                  <a:lnTo>
                    <a:pt x="311448" y="294414"/>
                  </a:lnTo>
                  <a:lnTo>
                    <a:pt x="312451" y="284402"/>
                  </a:lnTo>
                  <a:lnTo>
                    <a:pt x="313955" y="304447"/>
                  </a:lnTo>
                  <a:lnTo>
                    <a:pt x="314958" y="255366"/>
                  </a:lnTo>
                  <a:lnTo>
                    <a:pt x="315961" y="304447"/>
                  </a:lnTo>
                  <a:lnTo>
                    <a:pt x="317465" y="275391"/>
                  </a:lnTo>
                  <a:lnTo>
                    <a:pt x="318468" y="365523"/>
                  </a:lnTo>
                  <a:lnTo>
                    <a:pt x="319471" y="347501"/>
                  </a:lnTo>
                  <a:lnTo>
                    <a:pt x="320487" y="361018"/>
                  </a:lnTo>
                  <a:lnTo>
                    <a:pt x="321992" y="284402"/>
                  </a:lnTo>
                  <a:lnTo>
                    <a:pt x="322994" y="294414"/>
                  </a:lnTo>
                  <a:lnTo>
                    <a:pt x="323997" y="322469"/>
                  </a:lnTo>
                  <a:lnTo>
                    <a:pt x="325502" y="252862"/>
                  </a:lnTo>
                  <a:lnTo>
                    <a:pt x="326505" y="297418"/>
                  </a:lnTo>
                  <a:lnTo>
                    <a:pt x="327507" y="269383"/>
                  </a:lnTo>
                  <a:lnTo>
                    <a:pt x="329012" y="284402"/>
                  </a:lnTo>
                  <a:lnTo>
                    <a:pt x="330015" y="297418"/>
                  </a:lnTo>
                  <a:lnTo>
                    <a:pt x="331018" y="300922"/>
                  </a:lnTo>
                  <a:lnTo>
                    <a:pt x="332522" y="318965"/>
                  </a:lnTo>
                  <a:lnTo>
                    <a:pt x="333525" y="281398"/>
                  </a:lnTo>
                  <a:lnTo>
                    <a:pt x="334528" y="314960"/>
                  </a:lnTo>
                  <a:lnTo>
                    <a:pt x="335531" y="304447"/>
                  </a:lnTo>
                  <a:lnTo>
                    <a:pt x="337035" y="284402"/>
                  </a:lnTo>
                  <a:lnTo>
                    <a:pt x="338038" y="318965"/>
                  </a:lnTo>
                  <a:lnTo>
                    <a:pt x="339041" y="266379"/>
                  </a:lnTo>
                  <a:lnTo>
                    <a:pt x="340545" y="290910"/>
                  </a:lnTo>
                  <a:lnTo>
                    <a:pt x="341548" y="269383"/>
                  </a:lnTo>
                  <a:lnTo>
                    <a:pt x="342551" y="326474"/>
                  </a:lnTo>
                  <a:lnTo>
                    <a:pt x="344055" y="281398"/>
                  </a:lnTo>
                  <a:lnTo>
                    <a:pt x="345058" y="294414"/>
                  </a:lnTo>
                  <a:lnTo>
                    <a:pt x="346061" y="338489"/>
                  </a:lnTo>
                  <a:lnTo>
                    <a:pt x="347566" y="351506"/>
                  </a:lnTo>
                  <a:lnTo>
                    <a:pt x="348568" y="304447"/>
                  </a:lnTo>
                  <a:lnTo>
                    <a:pt x="349571" y="304447"/>
                  </a:lnTo>
                  <a:lnTo>
                    <a:pt x="350574" y="322469"/>
                  </a:lnTo>
                  <a:lnTo>
                    <a:pt x="352079" y="300922"/>
                  </a:lnTo>
                  <a:lnTo>
                    <a:pt x="353082" y="322469"/>
                  </a:lnTo>
                  <a:lnTo>
                    <a:pt x="354084" y="284402"/>
                  </a:lnTo>
                  <a:lnTo>
                    <a:pt x="355589" y="342995"/>
                  </a:lnTo>
                  <a:lnTo>
                    <a:pt x="356592" y="326474"/>
                  </a:lnTo>
                  <a:lnTo>
                    <a:pt x="357595" y="334484"/>
                  </a:lnTo>
                  <a:lnTo>
                    <a:pt x="359099" y="294414"/>
                  </a:lnTo>
                  <a:lnTo>
                    <a:pt x="360102" y="356011"/>
                  </a:lnTo>
                  <a:lnTo>
                    <a:pt x="361105" y="375536"/>
                  </a:lnTo>
                  <a:lnTo>
                    <a:pt x="362609" y="330479"/>
                  </a:lnTo>
                  <a:lnTo>
                    <a:pt x="363612" y="272387"/>
                  </a:lnTo>
                  <a:lnTo>
                    <a:pt x="364615" y="311456"/>
                  </a:lnTo>
                  <a:lnTo>
                    <a:pt x="365618" y="342995"/>
                  </a:lnTo>
                  <a:lnTo>
                    <a:pt x="367122" y="311456"/>
                  </a:lnTo>
                  <a:lnTo>
                    <a:pt x="368125" y="284402"/>
                  </a:lnTo>
                  <a:lnTo>
                    <a:pt x="369128" y="318965"/>
                  </a:lnTo>
                  <a:lnTo>
                    <a:pt x="370632" y="311456"/>
                  </a:lnTo>
                  <a:lnTo>
                    <a:pt x="371635" y="311456"/>
                  </a:lnTo>
                  <a:lnTo>
                    <a:pt x="372638" y="338489"/>
                  </a:lnTo>
                  <a:lnTo>
                    <a:pt x="374142" y="300922"/>
                  </a:lnTo>
                  <a:lnTo>
                    <a:pt x="375145" y="278394"/>
                  </a:lnTo>
                  <a:lnTo>
                    <a:pt x="376148" y="318965"/>
                  </a:lnTo>
                  <a:lnTo>
                    <a:pt x="377653" y="347501"/>
                  </a:lnTo>
                  <a:lnTo>
                    <a:pt x="378656" y="338489"/>
                  </a:lnTo>
                  <a:lnTo>
                    <a:pt x="379658" y="284402"/>
                  </a:lnTo>
                  <a:lnTo>
                    <a:pt x="380661" y="257869"/>
                  </a:lnTo>
                  <a:lnTo>
                    <a:pt x="382166" y="263376"/>
                  </a:lnTo>
                  <a:lnTo>
                    <a:pt x="383169" y="275391"/>
                  </a:lnTo>
                  <a:lnTo>
                    <a:pt x="384172" y="300922"/>
                  </a:lnTo>
                  <a:lnTo>
                    <a:pt x="385676" y="260872"/>
                  </a:lnTo>
                  <a:lnTo>
                    <a:pt x="386679" y="278394"/>
                  </a:lnTo>
                  <a:lnTo>
                    <a:pt x="387682" y="322469"/>
                  </a:lnTo>
                  <a:lnTo>
                    <a:pt x="389186" y="287906"/>
                  </a:lnTo>
                  <a:lnTo>
                    <a:pt x="390189" y="266379"/>
                  </a:lnTo>
                  <a:lnTo>
                    <a:pt x="391192" y="307951"/>
                  </a:lnTo>
                  <a:lnTo>
                    <a:pt x="392696" y="290910"/>
                  </a:lnTo>
                  <a:lnTo>
                    <a:pt x="393699" y="281398"/>
                  </a:lnTo>
                  <a:lnTo>
                    <a:pt x="394702" y="307951"/>
                  </a:lnTo>
                  <a:lnTo>
                    <a:pt x="395705" y="257869"/>
                  </a:lnTo>
                  <a:lnTo>
                    <a:pt x="397209" y="272387"/>
                  </a:lnTo>
                  <a:lnTo>
                    <a:pt x="398212" y="314960"/>
                  </a:lnTo>
                  <a:lnTo>
                    <a:pt x="399215" y="263376"/>
                  </a:lnTo>
                  <a:lnTo>
                    <a:pt x="400719" y="304447"/>
                  </a:lnTo>
                  <a:lnTo>
                    <a:pt x="401722" y="314960"/>
                  </a:lnTo>
                  <a:lnTo>
                    <a:pt x="402725" y="297418"/>
                  </a:lnTo>
                  <a:lnTo>
                    <a:pt x="404230" y="338489"/>
                  </a:lnTo>
                  <a:lnTo>
                    <a:pt x="405232" y="278394"/>
                  </a:lnTo>
                  <a:lnTo>
                    <a:pt x="406235" y="326474"/>
                  </a:lnTo>
                  <a:lnTo>
                    <a:pt x="407740" y="311456"/>
                  </a:lnTo>
                  <a:lnTo>
                    <a:pt x="408743" y="318965"/>
                  </a:lnTo>
                  <a:lnTo>
                    <a:pt x="409746" y="330479"/>
                  </a:lnTo>
                  <a:lnTo>
                    <a:pt x="410748" y="294414"/>
                  </a:lnTo>
                  <a:lnTo>
                    <a:pt x="412253" y="330479"/>
                  </a:lnTo>
                  <a:lnTo>
                    <a:pt x="413256" y="334484"/>
                  </a:lnTo>
                  <a:lnTo>
                    <a:pt x="414259" y="347501"/>
                  </a:lnTo>
                  <a:lnTo>
                    <a:pt x="415763" y="318965"/>
                  </a:lnTo>
                  <a:lnTo>
                    <a:pt x="416766" y="304447"/>
                  </a:lnTo>
                  <a:lnTo>
                    <a:pt x="417769" y="351506"/>
                  </a:lnTo>
                  <a:lnTo>
                    <a:pt x="419273" y="304447"/>
                  </a:lnTo>
                  <a:lnTo>
                    <a:pt x="420276" y="307951"/>
                  </a:lnTo>
                  <a:lnTo>
                    <a:pt x="421279" y="370530"/>
                  </a:lnTo>
                  <a:lnTo>
                    <a:pt x="422783" y="287906"/>
                  </a:lnTo>
                  <a:lnTo>
                    <a:pt x="423786" y="314960"/>
                  </a:lnTo>
                  <a:lnTo>
                    <a:pt x="424789" y="334484"/>
                  </a:lnTo>
                  <a:lnTo>
                    <a:pt x="425792" y="330479"/>
                  </a:lnTo>
                  <a:lnTo>
                    <a:pt x="427316" y="272387"/>
                  </a:lnTo>
                  <a:lnTo>
                    <a:pt x="428319" y="380542"/>
                  </a:lnTo>
                  <a:lnTo>
                    <a:pt x="429322" y="275391"/>
                  </a:lnTo>
                  <a:lnTo>
                    <a:pt x="430827" y="338489"/>
                  </a:lnTo>
                  <a:lnTo>
                    <a:pt x="431829" y="252862"/>
                  </a:lnTo>
                  <a:lnTo>
                    <a:pt x="432832" y="318965"/>
                  </a:lnTo>
                  <a:lnTo>
                    <a:pt x="434337" y="314960"/>
                  </a:lnTo>
                  <a:lnTo>
                    <a:pt x="435340" y="326474"/>
                  </a:lnTo>
                  <a:lnTo>
                    <a:pt x="436343" y="342995"/>
                  </a:lnTo>
                  <a:lnTo>
                    <a:pt x="437847" y="287906"/>
                  </a:lnTo>
                  <a:lnTo>
                    <a:pt x="438850" y="311456"/>
                  </a:lnTo>
                  <a:lnTo>
                    <a:pt x="439853" y="330479"/>
                  </a:lnTo>
                  <a:lnTo>
                    <a:pt x="441357" y="322469"/>
                  </a:lnTo>
                  <a:lnTo>
                    <a:pt x="442360" y="402583"/>
                  </a:lnTo>
                  <a:lnTo>
                    <a:pt x="443363" y="278394"/>
                  </a:lnTo>
                  <a:lnTo>
                    <a:pt x="444366" y="342995"/>
                  </a:lnTo>
                  <a:lnTo>
                    <a:pt x="445870" y="334484"/>
                  </a:lnTo>
                  <a:lnTo>
                    <a:pt x="446873" y="322469"/>
                  </a:lnTo>
                  <a:lnTo>
                    <a:pt x="447876" y="318965"/>
                  </a:lnTo>
                  <a:lnTo>
                    <a:pt x="449380" y="351506"/>
                  </a:lnTo>
                  <a:lnTo>
                    <a:pt x="450383" y="284402"/>
                  </a:lnTo>
                  <a:lnTo>
                    <a:pt x="451386" y="260872"/>
                  </a:lnTo>
                  <a:lnTo>
                    <a:pt x="452890" y="294414"/>
                  </a:lnTo>
                  <a:lnTo>
                    <a:pt x="453893" y="300922"/>
                  </a:lnTo>
                  <a:lnTo>
                    <a:pt x="454896" y="342995"/>
                  </a:lnTo>
                  <a:lnTo>
                    <a:pt x="456401" y="272387"/>
                  </a:lnTo>
                  <a:lnTo>
                    <a:pt x="457403" y="311456"/>
                  </a:lnTo>
                  <a:lnTo>
                    <a:pt x="458406" y="278394"/>
                  </a:lnTo>
                  <a:lnTo>
                    <a:pt x="459409" y="300922"/>
                  </a:lnTo>
                  <a:lnTo>
                    <a:pt x="460914" y="278394"/>
                  </a:lnTo>
                  <a:lnTo>
                    <a:pt x="461917" y="338489"/>
                  </a:lnTo>
                  <a:lnTo>
                    <a:pt x="462919" y="300922"/>
                  </a:lnTo>
                  <a:lnTo>
                    <a:pt x="464424" y="342995"/>
                  </a:lnTo>
                  <a:lnTo>
                    <a:pt x="465427" y="351506"/>
                  </a:lnTo>
                  <a:lnTo>
                    <a:pt x="466430" y="314960"/>
                  </a:lnTo>
                  <a:lnTo>
                    <a:pt x="467934" y="255366"/>
                  </a:lnTo>
                  <a:lnTo>
                    <a:pt x="468937" y="318965"/>
                  </a:lnTo>
                  <a:lnTo>
                    <a:pt x="469940" y="311456"/>
                  </a:lnTo>
                  <a:lnTo>
                    <a:pt x="471444" y="322469"/>
                  </a:lnTo>
                  <a:lnTo>
                    <a:pt x="472447" y="375536"/>
                  </a:lnTo>
                  <a:lnTo>
                    <a:pt x="473450" y="297418"/>
                  </a:lnTo>
                  <a:lnTo>
                    <a:pt x="474453" y="330479"/>
                  </a:lnTo>
                  <a:lnTo>
                    <a:pt x="475957" y="347501"/>
                  </a:lnTo>
                  <a:lnTo>
                    <a:pt x="476960" y="307951"/>
                  </a:lnTo>
                  <a:lnTo>
                    <a:pt x="477963" y="304447"/>
                  </a:lnTo>
                  <a:lnTo>
                    <a:pt x="479467" y="297418"/>
                  </a:lnTo>
                  <a:lnTo>
                    <a:pt x="480470" y="347501"/>
                  </a:lnTo>
                  <a:lnTo>
                    <a:pt x="481473" y="297418"/>
                  </a:lnTo>
                  <a:lnTo>
                    <a:pt x="482978" y="284402"/>
                  </a:lnTo>
                  <a:lnTo>
                    <a:pt x="483980" y="307951"/>
                  </a:lnTo>
                  <a:lnTo>
                    <a:pt x="484983" y="300922"/>
                  </a:lnTo>
                  <a:lnTo>
                    <a:pt x="486488" y="342995"/>
                  </a:lnTo>
                  <a:lnTo>
                    <a:pt x="487491" y="304447"/>
                  </a:lnTo>
                  <a:lnTo>
                    <a:pt x="488493" y="300922"/>
                  </a:lnTo>
                  <a:lnTo>
                    <a:pt x="489496" y="290910"/>
                  </a:lnTo>
                  <a:lnTo>
                    <a:pt x="491001" y="297418"/>
                  </a:lnTo>
                  <a:lnTo>
                    <a:pt x="492004" y="275391"/>
                  </a:lnTo>
                  <a:lnTo>
                    <a:pt x="493007" y="260872"/>
                  </a:lnTo>
                  <a:lnTo>
                    <a:pt x="494511" y="330479"/>
                  </a:lnTo>
                  <a:lnTo>
                    <a:pt x="495514" y="314960"/>
                  </a:lnTo>
                  <a:lnTo>
                    <a:pt x="496517" y="304447"/>
                  </a:lnTo>
                  <a:lnTo>
                    <a:pt x="498021" y="334484"/>
                  </a:lnTo>
                  <a:lnTo>
                    <a:pt x="499024" y="290910"/>
                  </a:lnTo>
                  <a:lnTo>
                    <a:pt x="500027" y="307951"/>
                  </a:lnTo>
                  <a:lnTo>
                    <a:pt x="501531" y="311456"/>
                  </a:lnTo>
                  <a:lnTo>
                    <a:pt x="502534" y="326474"/>
                  </a:lnTo>
                  <a:lnTo>
                    <a:pt x="503537" y="311456"/>
                  </a:lnTo>
                  <a:lnTo>
                    <a:pt x="504540" y="304447"/>
                  </a:lnTo>
                  <a:lnTo>
                    <a:pt x="506044" y="342995"/>
                  </a:lnTo>
                  <a:lnTo>
                    <a:pt x="507047" y="338489"/>
                  </a:lnTo>
                  <a:lnTo>
                    <a:pt x="508050" y="311456"/>
                  </a:lnTo>
                  <a:lnTo>
                    <a:pt x="509554" y="314960"/>
                  </a:lnTo>
                  <a:lnTo>
                    <a:pt x="510557" y="380542"/>
                  </a:lnTo>
                  <a:lnTo>
                    <a:pt x="511560" y="342995"/>
                  </a:lnTo>
                  <a:lnTo>
                    <a:pt x="513065" y="304447"/>
                  </a:lnTo>
                  <a:lnTo>
                    <a:pt x="514067" y="311456"/>
                  </a:lnTo>
                  <a:lnTo>
                    <a:pt x="515070" y="294414"/>
                  </a:lnTo>
                  <a:lnTo>
                    <a:pt x="516575" y="380542"/>
                  </a:lnTo>
                  <a:lnTo>
                    <a:pt x="517578" y="356011"/>
                  </a:lnTo>
                  <a:lnTo>
                    <a:pt x="518581" y="386062"/>
                  </a:lnTo>
                  <a:lnTo>
                    <a:pt x="519583" y="370530"/>
                  </a:lnTo>
                  <a:lnTo>
                    <a:pt x="521088" y="361018"/>
                  </a:lnTo>
                  <a:lnTo>
                    <a:pt x="522091" y="396575"/>
                  </a:lnTo>
                  <a:lnTo>
                    <a:pt x="523094" y="342995"/>
                  </a:lnTo>
                  <a:lnTo>
                    <a:pt x="524598" y="334484"/>
                  </a:lnTo>
                  <a:lnTo>
                    <a:pt x="525601" y="326474"/>
                  </a:lnTo>
                  <a:lnTo>
                    <a:pt x="526604" y="326474"/>
                  </a:lnTo>
                  <a:lnTo>
                    <a:pt x="528108" y="342995"/>
                  </a:lnTo>
                  <a:lnTo>
                    <a:pt x="529111" y="356011"/>
                  </a:lnTo>
                  <a:lnTo>
                    <a:pt x="530114" y="365523"/>
                  </a:lnTo>
                  <a:lnTo>
                    <a:pt x="531618" y="322469"/>
                  </a:lnTo>
                  <a:lnTo>
                    <a:pt x="532641" y="356011"/>
                  </a:lnTo>
                  <a:lnTo>
                    <a:pt x="533644" y="361018"/>
                  </a:lnTo>
                  <a:lnTo>
                    <a:pt x="534647" y="414598"/>
                  </a:lnTo>
                  <a:lnTo>
                    <a:pt x="536151" y="351506"/>
                  </a:lnTo>
                  <a:lnTo>
                    <a:pt x="537154" y="427114"/>
                  </a:lnTo>
                  <a:lnTo>
                    <a:pt x="538157" y="347501"/>
                  </a:lnTo>
                  <a:lnTo>
                    <a:pt x="539662" y="347501"/>
                  </a:lnTo>
                  <a:lnTo>
                    <a:pt x="540664" y="322469"/>
                  </a:lnTo>
                  <a:lnTo>
                    <a:pt x="541667" y="334484"/>
                  </a:lnTo>
                  <a:lnTo>
                    <a:pt x="543172" y="330479"/>
                  </a:lnTo>
                  <a:lnTo>
                    <a:pt x="544175" y="330479"/>
                  </a:lnTo>
                  <a:lnTo>
                    <a:pt x="545178" y="334484"/>
                  </a:lnTo>
                  <a:lnTo>
                    <a:pt x="546682" y="351506"/>
                  </a:lnTo>
                  <a:lnTo>
                    <a:pt x="547685" y="351506"/>
                  </a:lnTo>
                  <a:lnTo>
                    <a:pt x="548688" y="463659"/>
                  </a:lnTo>
                  <a:lnTo>
                    <a:pt x="550192" y="380542"/>
                  </a:lnTo>
                  <a:lnTo>
                    <a:pt x="551195" y="318965"/>
                  </a:lnTo>
                  <a:lnTo>
                    <a:pt x="552198" y="326474"/>
                  </a:lnTo>
                  <a:lnTo>
                    <a:pt x="553201" y="334484"/>
                  </a:lnTo>
                  <a:lnTo>
                    <a:pt x="554705" y="391069"/>
                  </a:lnTo>
                  <a:lnTo>
                    <a:pt x="555708" y="434122"/>
                  </a:lnTo>
                  <a:lnTo>
                    <a:pt x="556711" y="414598"/>
                  </a:lnTo>
                  <a:lnTo>
                    <a:pt x="558215" y="334484"/>
                  </a:lnTo>
                  <a:lnTo>
                    <a:pt x="559218" y="361018"/>
                  </a:lnTo>
                  <a:lnTo>
                    <a:pt x="560221" y="347501"/>
                  </a:lnTo>
                  <a:lnTo>
                    <a:pt x="561725" y="365523"/>
                  </a:lnTo>
                  <a:lnTo>
                    <a:pt x="562728" y="391069"/>
                  </a:lnTo>
                  <a:lnTo>
                    <a:pt x="563731" y="365523"/>
                  </a:lnTo>
                  <a:lnTo>
                    <a:pt x="565236" y="370530"/>
                  </a:lnTo>
                  <a:lnTo>
                    <a:pt x="566239" y="370530"/>
                  </a:lnTo>
                  <a:lnTo>
                    <a:pt x="567241" y="375536"/>
                  </a:lnTo>
                  <a:lnTo>
                    <a:pt x="568244" y="391069"/>
                  </a:lnTo>
                  <a:lnTo>
                    <a:pt x="569749" y="375536"/>
                  </a:lnTo>
                  <a:lnTo>
                    <a:pt x="570752" y="356011"/>
                  </a:lnTo>
                  <a:lnTo>
                    <a:pt x="571754" y="408590"/>
                  </a:lnTo>
                  <a:lnTo>
                    <a:pt x="573259" y="380542"/>
                  </a:lnTo>
                  <a:lnTo>
                    <a:pt x="574262" y="361018"/>
                  </a:lnTo>
                  <a:lnTo>
                    <a:pt x="575265" y="322469"/>
                  </a:lnTo>
                  <a:lnTo>
                    <a:pt x="576769" y="326474"/>
                  </a:lnTo>
                  <a:lnTo>
                    <a:pt x="577772" y="351506"/>
                  </a:lnTo>
                  <a:lnTo>
                    <a:pt x="578775" y="356011"/>
                  </a:lnTo>
                  <a:lnTo>
                    <a:pt x="580279" y="375536"/>
                  </a:lnTo>
                  <a:lnTo>
                    <a:pt x="581282" y="414598"/>
                  </a:lnTo>
                  <a:lnTo>
                    <a:pt x="582285" y="391069"/>
                  </a:lnTo>
                  <a:lnTo>
                    <a:pt x="583288" y="330479"/>
                  </a:lnTo>
                  <a:lnTo>
                    <a:pt x="584792" y="351506"/>
                  </a:lnTo>
                  <a:lnTo>
                    <a:pt x="585795" y="347501"/>
                  </a:lnTo>
                  <a:lnTo>
                    <a:pt x="586798" y="375536"/>
                  </a:lnTo>
                  <a:lnTo>
                    <a:pt x="588302" y="361018"/>
                  </a:lnTo>
                  <a:lnTo>
                    <a:pt x="589305" y="326474"/>
                  </a:lnTo>
                  <a:lnTo>
                    <a:pt x="590308" y="365523"/>
                  </a:lnTo>
                  <a:lnTo>
                    <a:pt x="591813" y="375536"/>
                  </a:lnTo>
                  <a:lnTo>
                    <a:pt x="592815" y="463659"/>
                  </a:lnTo>
                  <a:lnTo>
                    <a:pt x="593818" y="370530"/>
                  </a:lnTo>
                  <a:lnTo>
                    <a:pt x="595323" y="361018"/>
                  </a:lnTo>
                  <a:lnTo>
                    <a:pt x="596326" y="402583"/>
                  </a:lnTo>
                  <a:lnTo>
                    <a:pt x="597328" y="370530"/>
                  </a:lnTo>
                  <a:lnTo>
                    <a:pt x="598331" y="365523"/>
                  </a:lnTo>
                  <a:lnTo>
                    <a:pt x="599836" y="408590"/>
                  </a:lnTo>
                  <a:lnTo>
                    <a:pt x="600839" y="375536"/>
                  </a:lnTo>
                  <a:lnTo>
                    <a:pt x="601842" y="434122"/>
                  </a:lnTo>
                  <a:lnTo>
                    <a:pt x="603346" y="356011"/>
                  </a:lnTo>
                  <a:lnTo>
                    <a:pt x="604349" y="375536"/>
                  </a:lnTo>
                  <a:lnTo>
                    <a:pt x="605352" y="318965"/>
                  </a:lnTo>
                  <a:lnTo>
                    <a:pt x="606856" y="370530"/>
                  </a:lnTo>
                  <a:lnTo>
                    <a:pt x="607859" y="396575"/>
                  </a:lnTo>
                  <a:lnTo>
                    <a:pt x="608862" y="408590"/>
                  </a:lnTo>
                  <a:lnTo>
                    <a:pt x="610366" y="396575"/>
                  </a:lnTo>
                  <a:lnTo>
                    <a:pt x="611369" y="380542"/>
                  </a:lnTo>
                  <a:lnTo>
                    <a:pt x="612372" y="434122"/>
                  </a:lnTo>
                  <a:lnTo>
                    <a:pt x="613375" y="448140"/>
                  </a:lnTo>
                  <a:lnTo>
                    <a:pt x="614879" y="402583"/>
                  </a:lnTo>
                  <a:lnTo>
                    <a:pt x="615882" y="386062"/>
                  </a:lnTo>
                  <a:lnTo>
                    <a:pt x="616885" y="420605"/>
                  </a:lnTo>
                  <a:lnTo>
                    <a:pt x="618389" y="391069"/>
                  </a:lnTo>
                  <a:lnTo>
                    <a:pt x="619392" y="391069"/>
                  </a:lnTo>
                  <a:lnTo>
                    <a:pt x="620395" y="365523"/>
                  </a:lnTo>
                  <a:lnTo>
                    <a:pt x="621900" y="455649"/>
                  </a:lnTo>
                  <a:lnTo>
                    <a:pt x="622903" y="380542"/>
                  </a:lnTo>
                  <a:lnTo>
                    <a:pt x="623905" y="342995"/>
                  </a:lnTo>
                  <a:lnTo>
                    <a:pt x="625410" y="322469"/>
                  </a:lnTo>
                  <a:lnTo>
                    <a:pt x="626413" y="375536"/>
                  </a:lnTo>
                  <a:lnTo>
                    <a:pt x="627416" y="361018"/>
                  </a:lnTo>
                  <a:lnTo>
                    <a:pt x="628418" y="420605"/>
                  </a:lnTo>
                  <a:lnTo>
                    <a:pt x="629923" y="365523"/>
                  </a:lnTo>
                  <a:lnTo>
                    <a:pt x="630926" y="414598"/>
                  </a:lnTo>
                  <a:lnTo>
                    <a:pt x="631929" y="427114"/>
                  </a:lnTo>
                  <a:lnTo>
                    <a:pt x="633433" y="361018"/>
                  </a:lnTo>
                  <a:lnTo>
                    <a:pt x="634436" y="370530"/>
                  </a:lnTo>
                  <a:lnTo>
                    <a:pt x="635439" y="414598"/>
                  </a:lnTo>
                  <a:lnTo>
                    <a:pt x="636943" y="375536"/>
                  </a:lnTo>
                  <a:lnTo>
                    <a:pt x="637946" y="480200"/>
                  </a:lnTo>
                  <a:lnTo>
                    <a:pt x="638962" y="370530"/>
                  </a:lnTo>
                  <a:lnTo>
                    <a:pt x="640467" y="420605"/>
                  </a:lnTo>
                  <a:lnTo>
                    <a:pt x="641470" y="370530"/>
                  </a:lnTo>
                  <a:lnTo>
                    <a:pt x="642472" y="347501"/>
                  </a:lnTo>
                  <a:lnTo>
                    <a:pt x="643475" y="347501"/>
                  </a:lnTo>
                  <a:lnTo>
                    <a:pt x="644980" y="441131"/>
                  </a:lnTo>
                  <a:lnTo>
                    <a:pt x="645983" y="380542"/>
                  </a:lnTo>
                  <a:lnTo>
                    <a:pt x="646986" y="370530"/>
                  </a:lnTo>
                  <a:lnTo>
                    <a:pt x="648490" y="414598"/>
                  </a:lnTo>
                  <a:lnTo>
                    <a:pt x="649493" y="361018"/>
                  </a:lnTo>
                  <a:lnTo>
                    <a:pt x="650496" y="391069"/>
                  </a:lnTo>
                  <a:lnTo>
                    <a:pt x="652000" y="375536"/>
                  </a:lnTo>
                  <a:lnTo>
                    <a:pt x="653003" y="338489"/>
                  </a:lnTo>
                  <a:lnTo>
                    <a:pt x="654006" y="455649"/>
                  </a:lnTo>
                  <a:lnTo>
                    <a:pt x="655510" y="347501"/>
                  </a:lnTo>
                  <a:lnTo>
                    <a:pt x="656513" y="365523"/>
                  </a:lnTo>
                  <a:lnTo>
                    <a:pt x="657516" y="342995"/>
                  </a:lnTo>
                  <a:lnTo>
                    <a:pt x="658519" y="386062"/>
                  </a:lnTo>
                  <a:lnTo>
                    <a:pt x="660023" y="391069"/>
                  </a:lnTo>
                  <a:lnTo>
                    <a:pt x="661026" y="380542"/>
                  </a:lnTo>
                  <a:lnTo>
                    <a:pt x="662029" y="370530"/>
                  </a:lnTo>
                  <a:lnTo>
                    <a:pt x="663533" y="463659"/>
                  </a:lnTo>
                  <a:lnTo>
                    <a:pt x="664536" y="396575"/>
                  </a:lnTo>
                  <a:lnTo>
                    <a:pt x="665539" y="463659"/>
                  </a:lnTo>
                  <a:lnTo>
                    <a:pt x="667044" y="365523"/>
                  </a:lnTo>
                  <a:lnTo>
                    <a:pt x="668047" y="391069"/>
                  </a:lnTo>
                  <a:lnTo>
                    <a:pt x="669049" y="391069"/>
                  </a:lnTo>
                  <a:lnTo>
                    <a:pt x="670554" y="414598"/>
                  </a:lnTo>
                  <a:lnTo>
                    <a:pt x="671557" y="402583"/>
                  </a:lnTo>
                  <a:lnTo>
                    <a:pt x="672560" y="361018"/>
                  </a:lnTo>
                  <a:lnTo>
                    <a:pt x="674064" y="402583"/>
                  </a:lnTo>
                  <a:lnTo>
                    <a:pt x="675067" y="441131"/>
                  </a:lnTo>
                  <a:lnTo>
                    <a:pt x="676070" y="375536"/>
                  </a:lnTo>
                  <a:lnTo>
                    <a:pt x="677073" y="420605"/>
                  </a:lnTo>
                  <a:lnTo>
                    <a:pt x="678577" y="338489"/>
                  </a:lnTo>
                  <a:lnTo>
                    <a:pt x="679580" y="414598"/>
                  </a:lnTo>
                  <a:lnTo>
                    <a:pt x="680583" y="414598"/>
                  </a:lnTo>
                  <a:lnTo>
                    <a:pt x="682087" y="375536"/>
                  </a:lnTo>
                  <a:lnTo>
                    <a:pt x="683090" y="365523"/>
                  </a:lnTo>
                  <a:lnTo>
                    <a:pt x="684093" y="386062"/>
                  </a:lnTo>
                  <a:lnTo>
                    <a:pt x="685597" y="420605"/>
                  </a:lnTo>
                  <a:lnTo>
                    <a:pt x="686600" y="402583"/>
                  </a:lnTo>
                  <a:lnTo>
                    <a:pt x="687603" y="361018"/>
                  </a:lnTo>
                  <a:lnTo>
                    <a:pt x="689107" y="361018"/>
                  </a:lnTo>
                  <a:lnTo>
                    <a:pt x="690110" y="396575"/>
                  </a:lnTo>
                  <a:lnTo>
                    <a:pt x="691113" y="375536"/>
                  </a:lnTo>
                  <a:lnTo>
                    <a:pt x="692116" y="361018"/>
                  </a:lnTo>
                  <a:lnTo>
                    <a:pt x="693621" y="391069"/>
                  </a:lnTo>
                  <a:lnTo>
                    <a:pt x="694623" y="455649"/>
                  </a:lnTo>
                  <a:lnTo>
                    <a:pt x="695626" y="408590"/>
                  </a:lnTo>
                  <a:lnTo>
                    <a:pt x="697131" y="375536"/>
                  </a:lnTo>
                  <a:lnTo>
                    <a:pt x="698134" y="391069"/>
                  </a:lnTo>
                  <a:lnTo>
                    <a:pt x="699137" y="351506"/>
                  </a:lnTo>
                  <a:lnTo>
                    <a:pt x="700641" y="391069"/>
                  </a:lnTo>
                  <a:lnTo>
                    <a:pt x="701644" y="396575"/>
                  </a:lnTo>
                  <a:lnTo>
                    <a:pt x="702647" y="427114"/>
                  </a:lnTo>
                  <a:lnTo>
                    <a:pt x="704151" y="448140"/>
                  </a:lnTo>
                  <a:lnTo>
                    <a:pt x="705154" y="365523"/>
                  </a:lnTo>
                  <a:lnTo>
                    <a:pt x="706157" y="380542"/>
                  </a:lnTo>
                  <a:lnTo>
                    <a:pt x="707160" y="380542"/>
                  </a:lnTo>
                  <a:lnTo>
                    <a:pt x="708664" y="448140"/>
                  </a:lnTo>
                  <a:lnTo>
                    <a:pt x="709667" y="370530"/>
                  </a:lnTo>
                  <a:lnTo>
                    <a:pt x="710670" y="396575"/>
                  </a:lnTo>
                  <a:lnTo>
                    <a:pt x="712174" y="356011"/>
                  </a:lnTo>
                  <a:lnTo>
                    <a:pt x="713177" y="365523"/>
                  </a:lnTo>
                  <a:lnTo>
                    <a:pt x="714180" y="318965"/>
                  </a:lnTo>
                  <a:lnTo>
                    <a:pt x="715684" y="391069"/>
                  </a:lnTo>
                  <a:lnTo>
                    <a:pt x="716687" y="370530"/>
                  </a:lnTo>
                  <a:lnTo>
                    <a:pt x="717690" y="370530"/>
                  </a:lnTo>
                  <a:lnTo>
                    <a:pt x="719195" y="287906"/>
                  </a:lnTo>
                  <a:lnTo>
                    <a:pt x="720197" y="330479"/>
                  </a:lnTo>
                  <a:lnTo>
                    <a:pt x="721200" y="351506"/>
                  </a:lnTo>
                  <a:lnTo>
                    <a:pt x="722203" y="334484"/>
                  </a:lnTo>
                  <a:lnTo>
                    <a:pt x="723708" y="334484"/>
                  </a:lnTo>
                  <a:lnTo>
                    <a:pt x="724711" y="351506"/>
                  </a:lnTo>
                  <a:lnTo>
                    <a:pt x="725713" y="249859"/>
                  </a:lnTo>
                  <a:lnTo>
                    <a:pt x="727218" y="322469"/>
                  </a:lnTo>
                  <a:lnTo>
                    <a:pt x="728221" y="272387"/>
                  </a:lnTo>
                  <a:lnTo>
                    <a:pt x="729224" y="257869"/>
                  </a:lnTo>
                  <a:lnTo>
                    <a:pt x="730728" y="216303"/>
                  </a:lnTo>
                  <a:lnTo>
                    <a:pt x="731731" y="220809"/>
                  </a:lnTo>
                  <a:lnTo>
                    <a:pt x="732734" y="244852"/>
                  </a:lnTo>
                  <a:lnTo>
                    <a:pt x="734238" y="185765"/>
                  </a:lnTo>
                  <a:lnTo>
                    <a:pt x="735241" y="178256"/>
                  </a:lnTo>
                  <a:lnTo>
                    <a:pt x="736244" y="225328"/>
                  </a:lnTo>
                  <a:lnTo>
                    <a:pt x="737247" y="152724"/>
                  </a:lnTo>
                  <a:lnTo>
                    <a:pt x="738751" y="140689"/>
                  </a:lnTo>
                  <a:lnTo>
                    <a:pt x="739754" y="171247"/>
                  </a:lnTo>
                  <a:lnTo>
                    <a:pt x="740757" y="143713"/>
                  </a:lnTo>
                  <a:lnTo>
                    <a:pt x="742261" y="166241"/>
                  </a:lnTo>
                  <a:lnTo>
                    <a:pt x="743264" y="142211"/>
                  </a:lnTo>
                  <a:lnTo>
                    <a:pt x="744267" y="154726"/>
                  </a:lnTo>
                  <a:lnTo>
                    <a:pt x="745792" y="131677"/>
                  </a:lnTo>
                  <a:lnTo>
                    <a:pt x="746794" y="166241"/>
                  </a:lnTo>
                  <a:lnTo>
                    <a:pt x="747797" y="133179"/>
                  </a:lnTo>
                  <a:lnTo>
                    <a:pt x="749302" y="149720"/>
                  </a:lnTo>
                  <a:lnTo>
                    <a:pt x="750305" y="185765"/>
                  </a:lnTo>
                  <a:lnTo>
                    <a:pt x="751307" y="187768"/>
                  </a:lnTo>
                  <a:lnTo>
                    <a:pt x="752310" y="195277"/>
                  </a:lnTo>
                  <a:lnTo>
                    <a:pt x="753815" y="149720"/>
                  </a:lnTo>
                  <a:lnTo>
                    <a:pt x="754818" y="180258"/>
                  </a:lnTo>
                  <a:lnTo>
                    <a:pt x="755821" y="229834"/>
                  </a:lnTo>
                  <a:lnTo>
                    <a:pt x="757325" y="201285"/>
                  </a:lnTo>
                  <a:lnTo>
                    <a:pt x="758328" y="214301"/>
                  </a:lnTo>
                  <a:lnTo>
                    <a:pt x="759331" y="201285"/>
                  </a:lnTo>
                  <a:lnTo>
                    <a:pt x="760835" y="287906"/>
                  </a:lnTo>
                  <a:lnTo>
                    <a:pt x="761838" y="232337"/>
                  </a:lnTo>
                  <a:lnTo>
                    <a:pt x="762841" y="322469"/>
                  </a:lnTo>
                  <a:lnTo>
                    <a:pt x="764345" y="338489"/>
                  </a:lnTo>
                  <a:lnTo>
                    <a:pt x="765348" y="247355"/>
                  </a:lnTo>
                  <a:lnTo>
                    <a:pt x="766351" y="342995"/>
                  </a:lnTo>
                  <a:lnTo>
                    <a:pt x="767354" y="326474"/>
                  </a:lnTo>
                  <a:lnTo>
                    <a:pt x="768858" y="370530"/>
                  </a:lnTo>
                  <a:lnTo>
                    <a:pt x="769861" y="391069"/>
                  </a:lnTo>
                  <a:lnTo>
                    <a:pt x="770864" y="386062"/>
                  </a:lnTo>
                  <a:lnTo>
                    <a:pt x="772368" y="311456"/>
                  </a:lnTo>
                  <a:lnTo>
                    <a:pt x="773371" y="448140"/>
                  </a:lnTo>
                  <a:lnTo>
                    <a:pt x="774374" y="380542"/>
                  </a:lnTo>
                  <a:lnTo>
                    <a:pt x="775879" y="361018"/>
                  </a:lnTo>
                  <a:lnTo>
                    <a:pt x="776882" y="402583"/>
                  </a:lnTo>
                  <a:lnTo>
                    <a:pt x="777884" y="414598"/>
                  </a:lnTo>
                  <a:lnTo>
                    <a:pt x="779389" y="375536"/>
                  </a:lnTo>
                  <a:lnTo>
                    <a:pt x="780392" y="356011"/>
                  </a:lnTo>
                  <a:lnTo>
                    <a:pt x="781395" y="375536"/>
                  </a:lnTo>
                  <a:lnTo>
                    <a:pt x="782398" y="414598"/>
                  </a:lnTo>
                  <a:lnTo>
                    <a:pt x="783902" y="386062"/>
                  </a:lnTo>
                  <a:lnTo>
                    <a:pt x="784905" y="342995"/>
                  </a:lnTo>
                  <a:lnTo>
                    <a:pt x="785908" y="480200"/>
                  </a:lnTo>
                  <a:lnTo>
                    <a:pt x="787412" y="408590"/>
                  </a:lnTo>
                  <a:lnTo>
                    <a:pt x="788415" y="375536"/>
                  </a:lnTo>
                  <a:lnTo>
                    <a:pt x="789418" y="380542"/>
                  </a:lnTo>
                  <a:lnTo>
                    <a:pt x="790922" y="380542"/>
                  </a:lnTo>
                  <a:lnTo>
                    <a:pt x="791925" y="463659"/>
                  </a:lnTo>
                  <a:lnTo>
                    <a:pt x="792921" y="463659"/>
                  </a:lnTo>
                  <a:lnTo>
                    <a:pt x="794426" y="427114"/>
                  </a:lnTo>
                  <a:lnTo>
                    <a:pt x="795429" y="370530"/>
                  </a:lnTo>
                  <a:lnTo>
                    <a:pt x="796431" y="347501"/>
                  </a:lnTo>
                  <a:lnTo>
                    <a:pt x="797936" y="463659"/>
                  </a:lnTo>
                  <a:lnTo>
                    <a:pt x="798939" y="375536"/>
                  </a:lnTo>
                  <a:lnTo>
                    <a:pt x="799942" y="420605"/>
                  </a:lnTo>
                  <a:lnTo>
                    <a:pt x="800945" y="356011"/>
                  </a:lnTo>
                  <a:lnTo>
                    <a:pt x="802449" y="402583"/>
                  </a:lnTo>
                  <a:lnTo>
                    <a:pt x="803452" y="434122"/>
                  </a:lnTo>
                  <a:lnTo>
                    <a:pt x="804455" y="455649"/>
                  </a:lnTo>
                  <a:lnTo>
                    <a:pt x="805959" y="380542"/>
                  </a:lnTo>
                  <a:lnTo>
                    <a:pt x="806962" y="380542"/>
                  </a:lnTo>
                  <a:lnTo>
                    <a:pt x="807965" y="356011"/>
                  </a:lnTo>
                  <a:lnTo>
                    <a:pt x="809469" y="380542"/>
                  </a:lnTo>
                </a:path>
                <a:path w="2200275" h="613410">
                  <a:moveTo>
                    <a:pt x="809469" y="380542"/>
                  </a:moveTo>
                  <a:lnTo>
                    <a:pt x="810472" y="391069"/>
                  </a:lnTo>
                  <a:lnTo>
                    <a:pt x="811475" y="386062"/>
                  </a:lnTo>
                  <a:lnTo>
                    <a:pt x="812979" y="427114"/>
                  </a:lnTo>
                  <a:lnTo>
                    <a:pt x="813982" y="361018"/>
                  </a:lnTo>
                  <a:lnTo>
                    <a:pt x="814985" y="408590"/>
                  </a:lnTo>
                  <a:lnTo>
                    <a:pt x="815988" y="391069"/>
                  </a:lnTo>
                  <a:lnTo>
                    <a:pt x="817492" y="380542"/>
                  </a:lnTo>
                  <a:lnTo>
                    <a:pt x="818495" y="471689"/>
                  </a:lnTo>
                  <a:lnTo>
                    <a:pt x="819498" y="480200"/>
                  </a:lnTo>
                  <a:lnTo>
                    <a:pt x="821003" y="480200"/>
                  </a:lnTo>
                  <a:lnTo>
                    <a:pt x="822005" y="402583"/>
                  </a:lnTo>
                  <a:lnTo>
                    <a:pt x="823008" y="414598"/>
                  </a:lnTo>
                  <a:lnTo>
                    <a:pt x="824513" y="375536"/>
                  </a:lnTo>
                  <a:lnTo>
                    <a:pt x="825516" y="402583"/>
                  </a:lnTo>
                  <a:lnTo>
                    <a:pt x="826519" y="448140"/>
                  </a:lnTo>
                  <a:lnTo>
                    <a:pt x="828023" y="434122"/>
                  </a:lnTo>
                  <a:lnTo>
                    <a:pt x="829026" y="441131"/>
                  </a:lnTo>
                  <a:lnTo>
                    <a:pt x="830029" y="434122"/>
                  </a:lnTo>
                  <a:lnTo>
                    <a:pt x="831032" y="420605"/>
                  </a:lnTo>
                  <a:lnTo>
                    <a:pt x="832536" y="396575"/>
                  </a:lnTo>
                  <a:lnTo>
                    <a:pt x="833539" y="420605"/>
                  </a:lnTo>
                  <a:lnTo>
                    <a:pt x="834542" y="402583"/>
                  </a:lnTo>
                  <a:lnTo>
                    <a:pt x="836046" y="434122"/>
                  </a:lnTo>
                  <a:lnTo>
                    <a:pt x="837049" y="463659"/>
                  </a:lnTo>
                  <a:lnTo>
                    <a:pt x="838052" y="463659"/>
                  </a:lnTo>
                  <a:lnTo>
                    <a:pt x="839556" y="434122"/>
                  </a:lnTo>
                  <a:lnTo>
                    <a:pt x="840559" y="480200"/>
                  </a:lnTo>
                  <a:lnTo>
                    <a:pt x="841562" y="402583"/>
                  </a:lnTo>
                  <a:lnTo>
                    <a:pt x="843066" y="351506"/>
                  </a:lnTo>
                  <a:lnTo>
                    <a:pt x="844069" y="448140"/>
                  </a:lnTo>
                  <a:lnTo>
                    <a:pt x="845072" y="402583"/>
                  </a:lnTo>
                  <a:lnTo>
                    <a:pt x="846075" y="402583"/>
                  </a:lnTo>
                  <a:lnTo>
                    <a:pt x="847580" y="420605"/>
                  </a:lnTo>
                  <a:lnTo>
                    <a:pt x="848582" y="489211"/>
                  </a:lnTo>
                  <a:lnTo>
                    <a:pt x="849585" y="455649"/>
                  </a:lnTo>
                  <a:lnTo>
                    <a:pt x="851110" y="414598"/>
                  </a:lnTo>
                  <a:lnTo>
                    <a:pt x="852113" y="434122"/>
                  </a:lnTo>
                  <a:lnTo>
                    <a:pt x="853116" y="427114"/>
                  </a:lnTo>
                  <a:lnTo>
                    <a:pt x="854620" y="375536"/>
                  </a:lnTo>
                  <a:lnTo>
                    <a:pt x="855623" y="448140"/>
                  </a:lnTo>
                  <a:lnTo>
                    <a:pt x="856626" y="386062"/>
                  </a:lnTo>
                  <a:lnTo>
                    <a:pt x="858130" y="402583"/>
                  </a:lnTo>
                  <a:lnTo>
                    <a:pt x="859133" y="427114"/>
                  </a:lnTo>
                  <a:lnTo>
                    <a:pt x="860136" y="463659"/>
                  </a:lnTo>
                  <a:lnTo>
                    <a:pt x="861139" y="414598"/>
                  </a:lnTo>
                  <a:lnTo>
                    <a:pt x="862643" y="414598"/>
                  </a:lnTo>
                  <a:lnTo>
                    <a:pt x="863646" y="391069"/>
                  </a:lnTo>
                  <a:lnTo>
                    <a:pt x="864649" y="396575"/>
                  </a:lnTo>
                  <a:lnTo>
                    <a:pt x="866153" y="448140"/>
                  </a:lnTo>
                  <a:lnTo>
                    <a:pt x="867156" y="380542"/>
                  </a:lnTo>
                  <a:lnTo>
                    <a:pt x="868159" y="448140"/>
                  </a:lnTo>
                  <a:lnTo>
                    <a:pt x="869663" y="463659"/>
                  </a:lnTo>
                  <a:lnTo>
                    <a:pt x="870666" y="370530"/>
                  </a:lnTo>
                  <a:lnTo>
                    <a:pt x="871669" y="441131"/>
                  </a:lnTo>
                  <a:lnTo>
                    <a:pt x="873174" y="420605"/>
                  </a:lnTo>
                  <a:lnTo>
                    <a:pt x="874177" y="408590"/>
                  </a:lnTo>
                  <a:lnTo>
                    <a:pt x="875179" y="448140"/>
                  </a:lnTo>
                  <a:lnTo>
                    <a:pt x="876182" y="448140"/>
                  </a:lnTo>
                  <a:lnTo>
                    <a:pt x="877687" y="375536"/>
                  </a:lnTo>
                  <a:lnTo>
                    <a:pt x="878690" y="434122"/>
                  </a:lnTo>
                  <a:lnTo>
                    <a:pt x="879692" y="480200"/>
                  </a:lnTo>
                  <a:lnTo>
                    <a:pt x="881197" y="408590"/>
                  </a:lnTo>
                  <a:lnTo>
                    <a:pt x="882200" y="402583"/>
                  </a:lnTo>
                  <a:lnTo>
                    <a:pt x="883203" y="408590"/>
                  </a:lnTo>
                  <a:lnTo>
                    <a:pt x="884707" y="375536"/>
                  </a:lnTo>
                  <a:lnTo>
                    <a:pt x="885710" y="448140"/>
                  </a:lnTo>
                  <a:lnTo>
                    <a:pt x="886713" y="386062"/>
                  </a:lnTo>
                  <a:lnTo>
                    <a:pt x="888217" y="420605"/>
                  </a:lnTo>
                  <a:lnTo>
                    <a:pt x="889220" y="375536"/>
                  </a:lnTo>
                  <a:lnTo>
                    <a:pt x="890223" y="356011"/>
                  </a:lnTo>
                  <a:lnTo>
                    <a:pt x="891226" y="386062"/>
                  </a:lnTo>
                  <a:lnTo>
                    <a:pt x="892730" y="427114"/>
                  </a:lnTo>
                  <a:lnTo>
                    <a:pt x="893733" y="441131"/>
                  </a:lnTo>
                  <a:lnTo>
                    <a:pt x="894736" y="408590"/>
                  </a:lnTo>
                  <a:lnTo>
                    <a:pt x="896240" y="386062"/>
                  </a:lnTo>
                  <a:lnTo>
                    <a:pt x="897243" y="408590"/>
                  </a:lnTo>
                  <a:lnTo>
                    <a:pt x="898246" y="408590"/>
                  </a:lnTo>
                  <a:lnTo>
                    <a:pt x="899751" y="455649"/>
                  </a:lnTo>
                  <a:lnTo>
                    <a:pt x="900753" y="463659"/>
                  </a:lnTo>
                  <a:lnTo>
                    <a:pt x="901756" y="375536"/>
                  </a:lnTo>
                  <a:lnTo>
                    <a:pt x="903261" y="408590"/>
                  </a:lnTo>
                  <a:lnTo>
                    <a:pt x="904264" y="434122"/>
                  </a:lnTo>
                  <a:lnTo>
                    <a:pt x="905266" y="402583"/>
                  </a:lnTo>
                  <a:lnTo>
                    <a:pt x="906269" y="370530"/>
                  </a:lnTo>
                  <a:lnTo>
                    <a:pt x="907774" y="463659"/>
                  </a:lnTo>
                  <a:lnTo>
                    <a:pt x="908777" y="463659"/>
                  </a:lnTo>
                  <a:lnTo>
                    <a:pt x="909780" y="508736"/>
                  </a:lnTo>
                  <a:lnTo>
                    <a:pt x="911284" y="553805"/>
                  </a:lnTo>
                  <a:lnTo>
                    <a:pt x="912287" y="408590"/>
                  </a:lnTo>
                  <a:lnTo>
                    <a:pt x="913290" y="441131"/>
                  </a:lnTo>
                  <a:lnTo>
                    <a:pt x="914794" y="508736"/>
                  </a:lnTo>
                  <a:lnTo>
                    <a:pt x="915797" y="414598"/>
                  </a:lnTo>
                  <a:lnTo>
                    <a:pt x="916800" y="455649"/>
                  </a:lnTo>
                  <a:lnTo>
                    <a:pt x="918304" y="489211"/>
                  </a:lnTo>
                  <a:lnTo>
                    <a:pt x="919307" y="434122"/>
                  </a:lnTo>
                  <a:lnTo>
                    <a:pt x="920310" y="441131"/>
                  </a:lnTo>
                  <a:lnTo>
                    <a:pt x="921814" y="434122"/>
                  </a:lnTo>
                  <a:lnTo>
                    <a:pt x="922817" y="427114"/>
                  </a:lnTo>
                  <a:lnTo>
                    <a:pt x="923820" y="434122"/>
                  </a:lnTo>
                  <a:lnTo>
                    <a:pt x="924823" y="420605"/>
                  </a:lnTo>
                  <a:lnTo>
                    <a:pt x="926327" y="386062"/>
                  </a:lnTo>
                  <a:lnTo>
                    <a:pt x="927330" y="391069"/>
                  </a:lnTo>
                  <a:lnTo>
                    <a:pt x="928333" y="396575"/>
                  </a:lnTo>
                  <a:lnTo>
                    <a:pt x="929838" y="441131"/>
                  </a:lnTo>
                  <a:lnTo>
                    <a:pt x="930841" y="441131"/>
                  </a:lnTo>
                  <a:lnTo>
                    <a:pt x="931843" y="414598"/>
                  </a:lnTo>
                  <a:lnTo>
                    <a:pt x="933348" y="420605"/>
                  </a:lnTo>
                  <a:lnTo>
                    <a:pt x="934351" y="402583"/>
                  </a:lnTo>
                  <a:lnTo>
                    <a:pt x="935354" y="386062"/>
                  </a:lnTo>
                  <a:lnTo>
                    <a:pt x="936858" y="380542"/>
                  </a:lnTo>
                  <a:lnTo>
                    <a:pt x="937861" y="455649"/>
                  </a:lnTo>
                  <a:lnTo>
                    <a:pt x="938864" y="471689"/>
                  </a:lnTo>
                  <a:lnTo>
                    <a:pt x="939867" y="414598"/>
                  </a:lnTo>
                  <a:lnTo>
                    <a:pt x="941371" y="414598"/>
                  </a:lnTo>
                  <a:lnTo>
                    <a:pt x="942374" y="463659"/>
                  </a:lnTo>
                  <a:lnTo>
                    <a:pt x="943377" y="375536"/>
                  </a:lnTo>
                  <a:lnTo>
                    <a:pt x="944881" y="365523"/>
                  </a:lnTo>
                  <a:lnTo>
                    <a:pt x="945884" y="455649"/>
                  </a:lnTo>
                  <a:lnTo>
                    <a:pt x="946887" y="396575"/>
                  </a:lnTo>
                  <a:lnTo>
                    <a:pt x="948391" y="480200"/>
                  </a:lnTo>
                  <a:lnTo>
                    <a:pt x="949394" y="455649"/>
                  </a:lnTo>
                  <a:lnTo>
                    <a:pt x="950397" y="375536"/>
                  </a:lnTo>
                  <a:lnTo>
                    <a:pt x="951901" y="408590"/>
                  </a:lnTo>
                  <a:lnTo>
                    <a:pt x="952904" y="441131"/>
                  </a:lnTo>
                  <a:lnTo>
                    <a:pt x="953907" y="448140"/>
                  </a:lnTo>
                  <a:lnTo>
                    <a:pt x="954910" y="408590"/>
                  </a:lnTo>
                  <a:lnTo>
                    <a:pt x="956428" y="448140"/>
                  </a:lnTo>
                  <a:lnTo>
                    <a:pt x="957431" y="420605"/>
                  </a:lnTo>
                  <a:lnTo>
                    <a:pt x="958434" y="402583"/>
                  </a:lnTo>
                  <a:lnTo>
                    <a:pt x="959938" y="441131"/>
                  </a:lnTo>
                  <a:lnTo>
                    <a:pt x="960941" y="380542"/>
                  </a:lnTo>
                  <a:lnTo>
                    <a:pt x="961944" y="386062"/>
                  </a:lnTo>
                  <a:lnTo>
                    <a:pt x="963448" y="434122"/>
                  </a:lnTo>
                  <a:lnTo>
                    <a:pt x="964451" y="420605"/>
                  </a:lnTo>
                  <a:lnTo>
                    <a:pt x="965454" y="402583"/>
                  </a:lnTo>
                  <a:lnTo>
                    <a:pt x="966958" y="434122"/>
                  </a:lnTo>
                  <a:lnTo>
                    <a:pt x="967961" y="463659"/>
                  </a:lnTo>
                  <a:lnTo>
                    <a:pt x="968964" y="455649"/>
                  </a:lnTo>
                  <a:lnTo>
                    <a:pt x="969967" y="391069"/>
                  </a:lnTo>
                  <a:lnTo>
                    <a:pt x="971471" y="361018"/>
                  </a:lnTo>
                  <a:lnTo>
                    <a:pt x="972474" y="420605"/>
                  </a:lnTo>
                  <a:lnTo>
                    <a:pt x="973477" y="361018"/>
                  </a:lnTo>
                  <a:lnTo>
                    <a:pt x="974982" y="455649"/>
                  </a:lnTo>
                  <a:lnTo>
                    <a:pt x="975985" y="420605"/>
                  </a:lnTo>
                  <a:lnTo>
                    <a:pt x="976987" y="471689"/>
                  </a:lnTo>
                  <a:lnTo>
                    <a:pt x="978492" y="408590"/>
                  </a:lnTo>
                  <a:lnTo>
                    <a:pt x="979495" y="408590"/>
                  </a:lnTo>
                  <a:lnTo>
                    <a:pt x="980498" y="427114"/>
                  </a:lnTo>
                  <a:lnTo>
                    <a:pt x="982002" y="386062"/>
                  </a:lnTo>
                  <a:lnTo>
                    <a:pt x="983005" y="463659"/>
                  </a:lnTo>
                  <a:lnTo>
                    <a:pt x="984008" y="455649"/>
                  </a:lnTo>
                  <a:lnTo>
                    <a:pt x="985011" y="386062"/>
                  </a:lnTo>
                  <a:lnTo>
                    <a:pt x="986515" y="396575"/>
                  </a:lnTo>
                  <a:lnTo>
                    <a:pt x="987518" y="489211"/>
                  </a:lnTo>
                  <a:lnTo>
                    <a:pt x="988521" y="448140"/>
                  </a:lnTo>
                  <a:lnTo>
                    <a:pt x="990025" y="434122"/>
                  </a:lnTo>
                  <a:lnTo>
                    <a:pt x="991028" y="414598"/>
                  </a:lnTo>
                  <a:lnTo>
                    <a:pt x="992031" y="414598"/>
                  </a:lnTo>
                  <a:lnTo>
                    <a:pt x="993535" y="402583"/>
                  </a:lnTo>
                  <a:lnTo>
                    <a:pt x="994538" y="480200"/>
                  </a:lnTo>
                  <a:lnTo>
                    <a:pt x="995541" y="508736"/>
                  </a:lnTo>
                  <a:lnTo>
                    <a:pt x="997045" y="455649"/>
                  </a:lnTo>
                  <a:lnTo>
                    <a:pt x="998048" y="402583"/>
                  </a:lnTo>
                  <a:lnTo>
                    <a:pt x="999051" y="489211"/>
                  </a:lnTo>
                  <a:lnTo>
                    <a:pt x="1000054" y="414598"/>
                  </a:lnTo>
                  <a:lnTo>
                    <a:pt x="1001559" y="408590"/>
                  </a:lnTo>
                  <a:lnTo>
                    <a:pt x="1002561" y="480200"/>
                  </a:lnTo>
                  <a:lnTo>
                    <a:pt x="1003564" y="471689"/>
                  </a:lnTo>
                  <a:lnTo>
                    <a:pt x="1005069" y="386062"/>
                  </a:lnTo>
                  <a:lnTo>
                    <a:pt x="1006072" y="396575"/>
                  </a:lnTo>
                  <a:lnTo>
                    <a:pt x="1007075" y="420605"/>
                  </a:lnTo>
                  <a:lnTo>
                    <a:pt x="1008579" y="408590"/>
                  </a:lnTo>
                  <a:lnTo>
                    <a:pt x="1009582" y="463659"/>
                  </a:lnTo>
                  <a:lnTo>
                    <a:pt x="1010585" y="375536"/>
                  </a:lnTo>
                  <a:lnTo>
                    <a:pt x="1012089" y="365523"/>
                  </a:lnTo>
                  <a:lnTo>
                    <a:pt x="1013092" y="408590"/>
                  </a:lnTo>
                  <a:lnTo>
                    <a:pt x="1014095" y="380542"/>
                  </a:lnTo>
                  <a:lnTo>
                    <a:pt x="1015098" y="408590"/>
                  </a:lnTo>
                  <a:lnTo>
                    <a:pt x="1016602" y="391069"/>
                  </a:lnTo>
                  <a:lnTo>
                    <a:pt x="1017605" y="375536"/>
                  </a:lnTo>
                  <a:lnTo>
                    <a:pt x="1018608" y="375536"/>
                  </a:lnTo>
                  <a:lnTo>
                    <a:pt x="1020112" y="370530"/>
                  </a:lnTo>
                  <a:lnTo>
                    <a:pt x="1021115" y="427114"/>
                  </a:lnTo>
                  <a:lnTo>
                    <a:pt x="1022118" y="434122"/>
                  </a:lnTo>
                  <a:lnTo>
                    <a:pt x="1023622" y="356011"/>
                  </a:lnTo>
                  <a:lnTo>
                    <a:pt x="1024625" y="402583"/>
                  </a:lnTo>
                  <a:lnTo>
                    <a:pt x="1025628" y="434122"/>
                  </a:lnTo>
                  <a:lnTo>
                    <a:pt x="1027133" y="356011"/>
                  </a:lnTo>
                  <a:lnTo>
                    <a:pt x="1028135" y="365523"/>
                  </a:lnTo>
                  <a:lnTo>
                    <a:pt x="1029138" y="375536"/>
                  </a:lnTo>
                  <a:lnTo>
                    <a:pt x="1030141" y="386062"/>
                  </a:lnTo>
                  <a:lnTo>
                    <a:pt x="1031646" y="326474"/>
                  </a:lnTo>
                  <a:lnTo>
                    <a:pt x="1032649" y="365523"/>
                  </a:lnTo>
                  <a:lnTo>
                    <a:pt x="1033651" y="318965"/>
                  </a:lnTo>
                  <a:lnTo>
                    <a:pt x="1035156" y="347501"/>
                  </a:lnTo>
                  <a:lnTo>
                    <a:pt x="1036159" y="356011"/>
                  </a:lnTo>
                  <a:lnTo>
                    <a:pt x="1037162" y="326474"/>
                  </a:lnTo>
                  <a:lnTo>
                    <a:pt x="1038666" y="326474"/>
                  </a:lnTo>
                  <a:lnTo>
                    <a:pt x="1039669" y="255366"/>
                  </a:lnTo>
                  <a:lnTo>
                    <a:pt x="1040672" y="275391"/>
                  </a:lnTo>
                  <a:lnTo>
                    <a:pt x="1042176" y="266379"/>
                  </a:lnTo>
                  <a:lnTo>
                    <a:pt x="1043179" y="197280"/>
                  </a:lnTo>
                  <a:lnTo>
                    <a:pt x="1044182" y="199282"/>
                  </a:lnTo>
                  <a:lnTo>
                    <a:pt x="1045686" y="209795"/>
                  </a:lnTo>
                  <a:lnTo>
                    <a:pt x="1046689" y="257869"/>
                  </a:lnTo>
                  <a:lnTo>
                    <a:pt x="1047692" y="209795"/>
                  </a:lnTo>
                  <a:lnTo>
                    <a:pt x="1048695" y="197280"/>
                  </a:lnTo>
                  <a:lnTo>
                    <a:pt x="1050199" y="229834"/>
                  </a:lnTo>
                  <a:lnTo>
                    <a:pt x="1051202" y="201285"/>
                  </a:lnTo>
                  <a:lnTo>
                    <a:pt x="1052205" y="185765"/>
                  </a:lnTo>
                  <a:lnTo>
                    <a:pt x="1053709" y="176754"/>
                  </a:lnTo>
                  <a:lnTo>
                    <a:pt x="1054712" y="181760"/>
                  </a:lnTo>
                  <a:lnTo>
                    <a:pt x="1055715" y="203287"/>
                  </a:lnTo>
                  <a:lnTo>
                    <a:pt x="1057220" y="197280"/>
                  </a:lnTo>
                  <a:lnTo>
                    <a:pt x="1058223" y="161234"/>
                  </a:lnTo>
                  <a:lnTo>
                    <a:pt x="1059225" y="151222"/>
                  </a:lnTo>
                  <a:lnTo>
                    <a:pt x="1060730" y="115657"/>
                  </a:lnTo>
                  <a:lnTo>
                    <a:pt x="1061733" y="162736"/>
                  </a:lnTo>
                  <a:lnTo>
                    <a:pt x="1062756" y="167743"/>
                  </a:lnTo>
                  <a:lnTo>
                    <a:pt x="1063759" y="162736"/>
                  </a:lnTo>
                  <a:lnTo>
                    <a:pt x="1065263" y="166241"/>
                  </a:lnTo>
                  <a:lnTo>
                    <a:pt x="1066266" y="164238"/>
                  </a:lnTo>
                  <a:lnTo>
                    <a:pt x="1067269" y="205290"/>
                  </a:lnTo>
                  <a:lnTo>
                    <a:pt x="1068773" y="181760"/>
                  </a:lnTo>
                  <a:lnTo>
                    <a:pt x="1069776" y="187768"/>
                  </a:lnTo>
                  <a:lnTo>
                    <a:pt x="1070779" y="174751"/>
                  </a:lnTo>
                  <a:lnTo>
                    <a:pt x="1072283" y="195277"/>
                  </a:lnTo>
                  <a:lnTo>
                    <a:pt x="1073286" y="191272"/>
                  </a:lnTo>
                  <a:lnTo>
                    <a:pt x="1074289" y="227831"/>
                  </a:lnTo>
                  <a:lnTo>
                    <a:pt x="1075793" y="263376"/>
                  </a:lnTo>
                  <a:lnTo>
                    <a:pt x="1076796" y="242349"/>
                  </a:lnTo>
                  <a:lnTo>
                    <a:pt x="1077799" y="287906"/>
                  </a:lnTo>
                  <a:lnTo>
                    <a:pt x="1078802" y="247355"/>
                  </a:lnTo>
                  <a:lnTo>
                    <a:pt x="1080306" y="257869"/>
                  </a:lnTo>
                  <a:lnTo>
                    <a:pt x="1081309" y="244852"/>
                  </a:lnTo>
                  <a:lnTo>
                    <a:pt x="1082312" y="304447"/>
                  </a:lnTo>
                  <a:lnTo>
                    <a:pt x="1083817" y="260872"/>
                  </a:lnTo>
                  <a:lnTo>
                    <a:pt x="1084820" y="338489"/>
                  </a:lnTo>
                  <a:lnTo>
                    <a:pt x="1085822" y="318965"/>
                  </a:lnTo>
                  <a:lnTo>
                    <a:pt x="1087327" y="297418"/>
                  </a:lnTo>
                  <a:lnTo>
                    <a:pt x="1088330" y="402583"/>
                  </a:lnTo>
                  <a:lnTo>
                    <a:pt x="1089333" y="347501"/>
                  </a:lnTo>
                  <a:lnTo>
                    <a:pt x="1090837" y="347501"/>
                  </a:lnTo>
                  <a:lnTo>
                    <a:pt x="1091840" y="342995"/>
                  </a:lnTo>
                  <a:lnTo>
                    <a:pt x="1092843" y="396575"/>
                  </a:lnTo>
                  <a:lnTo>
                    <a:pt x="1093846" y="351506"/>
                  </a:lnTo>
                  <a:lnTo>
                    <a:pt x="1095350" y="380542"/>
                  </a:lnTo>
                  <a:lnTo>
                    <a:pt x="1096353" y="338489"/>
                  </a:lnTo>
                  <a:lnTo>
                    <a:pt x="1097356" y="351506"/>
                  </a:lnTo>
                  <a:lnTo>
                    <a:pt x="1098860" y="391069"/>
                  </a:lnTo>
                  <a:lnTo>
                    <a:pt x="1099863" y="391069"/>
                  </a:lnTo>
                  <a:lnTo>
                    <a:pt x="1100866" y="380542"/>
                  </a:lnTo>
                  <a:lnTo>
                    <a:pt x="1102370" y="338489"/>
                  </a:lnTo>
                  <a:lnTo>
                    <a:pt x="1103373" y="370530"/>
                  </a:lnTo>
                  <a:lnTo>
                    <a:pt x="1104376" y="414598"/>
                  </a:lnTo>
                  <a:lnTo>
                    <a:pt x="1105881" y="414598"/>
                  </a:lnTo>
                  <a:lnTo>
                    <a:pt x="1106883" y="480200"/>
                  </a:lnTo>
                  <a:lnTo>
                    <a:pt x="1107886" y="391069"/>
                  </a:lnTo>
                  <a:lnTo>
                    <a:pt x="1108889" y="434122"/>
                  </a:lnTo>
                  <a:lnTo>
                    <a:pt x="1110394" y="420605"/>
                  </a:lnTo>
                  <a:lnTo>
                    <a:pt x="1111396" y="420605"/>
                  </a:lnTo>
                  <a:lnTo>
                    <a:pt x="1112399" y="361018"/>
                  </a:lnTo>
                  <a:lnTo>
                    <a:pt x="1113904" y="448140"/>
                  </a:lnTo>
                  <a:lnTo>
                    <a:pt x="1114907" y="455649"/>
                  </a:lnTo>
                  <a:lnTo>
                    <a:pt x="1115910" y="427114"/>
                  </a:lnTo>
                  <a:lnTo>
                    <a:pt x="1117414" y="380542"/>
                  </a:lnTo>
                  <a:lnTo>
                    <a:pt x="1118417" y="386062"/>
                  </a:lnTo>
                  <a:lnTo>
                    <a:pt x="1119420" y="391069"/>
                  </a:lnTo>
                  <a:lnTo>
                    <a:pt x="1120924" y="420605"/>
                  </a:lnTo>
                  <a:lnTo>
                    <a:pt x="1121927" y="396575"/>
                  </a:lnTo>
                  <a:lnTo>
                    <a:pt x="1122930" y="498723"/>
                  </a:lnTo>
                  <a:lnTo>
                    <a:pt x="1123933" y="420605"/>
                  </a:lnTo>
                  <a:lnTo>
                    <a:pt x="1125437" y="463659"/>
                  </a:lnTo>
                  <a:lnTo>
                    <a:pt x="1126440" y="463659"/>
                  </a:lnTo>
                  <a:lnTo>
                    <a:pt x="1127443" y="408590"/>
                  </a:lnTo>
                  <a:lnTo>
                    <a:pt x="1128947" y="396575"/>
                  </a:lnTo>
                  <a:lnTo>
                    <a:pt x="1129950" y="414598"/>
                  </a:lnTo>
                  <a:lnTo>
                    <a:pt x="1130953" y="463659"/>
                  </a:lnTo>
                  <a:lnTo>
                    <a:pt x="1132457" y="396575"/>
                  </a:lnTo>
                  <a:lnTo>
                    <a:pt x="1133460" y="489211"/>
                  </a:lnTo>
                  <a:lnTo>
                    <a:pt x="1134463" y="402583"/>
                  </a:lnTo>
                  <a:lnTo>
                    <a:pt x="1135968" y="375536"/>
                  </a:lnTo>
                  <a:lnTo>
                    <a:pt x="1136970" y="365523"/>
                  </a:lnTo>
                  <a:lnTo>
                    <a:pt x="1137973" y="448140"/>
                  </a:lnTo>
                  <a:lnTo>
                    <a:pt x="1138976" y="402583"/>
                  </a:lnTo>
                  <a:lnTo>
                    <a:pt x="1140481" y="408590"/>
                  </a:lnTo>
                  <a:lnTo>
                    <a:pt x="1141484" y="420605"/>
                  </a:lnTo>
                  <a:lnTo>
                    <a:pt x="1142486" y="386062"/>
                  </a:lnTo>
                  <a:lnTo>
                    <a:pt x="1143991" y="356011"/>
                  </a:lnTo>
                  <a:lnTo>
                    <a:pt x="1144994" y="370530"/>
                  </a:lnTo>
                  <a:lnTo>
                    <a:pt x="1145997" y="347501"/>
                  </a:lnTo>
                  <a:lnTo>
                    <a:pt x="1147501" y="455649"/>
                  </a:lnTo>
                  <a:lnTo>
                    <a:pt x="1148504" y="347501"/>
                  </a:lnTo>
                  <a:lnTo>
                    <a:pt x="1149507" y="386062"/>
                  </a:lnTo>
                  <a:lnTo>
                    <a:pt x="1151011" y="311456"/>
                  </a:lnTo>
                  <a:lnTo>
                    <a:pt x="1152014" y="297418"/>
                  </a:lnTo>
                  <a:lnTo>
                    <a:pt x="1153017" y="294414"/>
                  </a:lnTo>
                  <a:lnTo>
                    <a:pt x="1154020" y="338489"/>
                  </a:lnTo>
                  <a:lnTo>
                    <a:pt x="1155524" y="278394"/>
                  </a:lnTo>
                  <a:lnTo>
                    <a:pt x="1156527" y="314960"/>
                  </a:lnTo>
                  <a:lnTo>
                    <a:pt x="1157530" y="307951"/>
                  </a:lnTo>
                  <a:lnTo>
                    <a:pt x="1159034" y="330479"/>
                  </a:lnTo>
                  <a:lnTo>
                    <a:pt x="1160037" y="278394"/>
                  </a:lnTo>
                  <a:lnTo>
                    <a:pt x="1161040" y="342995"/>
                  </a:lnTo>
                  <a:lnTo>
                    <a:pt x="1162545" y="300922"/>
                  </a:lnTo>
                  <a:lnTo>
                    <a:pt x="1163547" y="356011"/>
                  </a:lnTo>
                  <a:lnTo>
                    <a:pt x="1164550" y="300922"/>
                  </a:lnTo>
                  <a:lnTo>
                    <a:pt x="1166055" y="334484"/>
                  </a:lnTo>
                  <a:lnTo>
                    <a:pt x="1167058" y="318965"/>
                  </a:lnTo>
                  <a:lnTo>
                    <a:pt x="1168060" y="338489"/>
                  </a:lnTo>
                  <a:lnTo>
                    <a:pt x="1169578" y="365523"/>
                  </a:lnTo>
                  <a:lnTo>
                    <a:pt x="1170581" y="338489"/>
                  </a:lnTo>
                  <a:lnTo>
                    <a:pt x="1171584" y="338489"/>
                  </a:lnTo>
                  <a:lnTo>
                    <a:pt x="1172587" y="342995"/>
                  </a:lnTo>
                  <a:lnTo>
                    <a:pt x="1174091" y="386062"/>
                  </a:lnTo>
                  <a:lnTo>
                    <a:pt x="1175094" y="396575"/>
                  </a:lnTo>
                  <a:lnTo>
                    <a:pt x="1176097" y="441131"/>
                  </a:lnTo>
                  <a:lnTo>
                    <a:pt x="1177601" y="402583"/>
                  </a:lnTo>
                  <a:lnTo>
                    <a:pt x="1178604" y="529762"/>
                  </a:lnTo>
                  <a:lnTo>
                    <a:pt x="1179607" y="414598"/>
                  </a:lnTo>
                  <a:lnTo>
                    <a:pt x="1181112" y="434122"/>
                  </a:lnTo>
                  <a:lnTo>
                    <a:pt x="1182114" y="414598"/>
                  </a:lnTo>
                  <a:lnTo>
                    <a:pt x="1183117" y="448140"/>
                  </a:lnTo>
                  <a:lnTo>
                    <a:pt x="1184622" y="441131"/>
                  </a:lnTo>
                  <a:lnTo>
                    <a:pt x="1185625" y="463659"/>
                  </a:lnTo>
                  <a:lnTo>
                    <a:pt x="1186628" y="396575"/>
                  </a:lnTo>
                  <a:lnTo>
                    <a:pt x="1187630" y="414598"/>
                  </a:lnTo>
                  <a:lnTo>
                    <a:pt x="1189135" y="471689"/>
                  </a:lnTo>
                  <a:lnTo>
                    <a:pt x="1190138" y="471689"/>
                  </a:lnTo>
                  <a:lnTo>
                    <a:pt x="1191141" y="463659"/>
                  </a:lnTo>
                  <a:lnTo>
                    <a:pt x="1192645" y="427114"/>
                  </a:lnTo>
                  <a:lnTo>
                    <a:pt x="1193648" y="489211"/>
                  </a:lnTo>
                  <a:lnTo>
                    <a:pt x="1194651" y="408590"/>
                  </a:lnTo>
                  <a:lnTo>
                    <a:pt x="1196155" y="402583"/>
                  </a:lnTo>
                  <a:lnTo>
                    <a:pt x="1197158" y="414598"/>
                  </a:lnTo>
                  <a:lnTo>
                    <a:pt x="1198161" y="441131"/>
                  </a:lnTo>
                  <a:lnTo>
                    <a:pt x="1199665" y="414598"/>
                  </a:lnTo>
                  <a:lnTo>
                    <a:pt x="1200668" y="402583"/>
                  </a:lnTo>
                  <a:lnTo>
                    <a:pt x="1201671" y="455649"/>
                  </a:lnTo>
                  <a:lnTo>
                    <a:pt x="1202674" y="471689"/>
                  </a:lnTo>
                  <a:lnTo>
                    <a:pt x="1204178" y="420605"/>
                  </a:lnTo>
                  <a:lnTo>
                    <a:pt x="1205181" y="471689"/>
                  </a:lnTo>
                  <a:lnTo>
                    <a:pt x="1206184" y="441131"/>
                  </a:lnTo>
                  <a:lnTo>
                    <a:pt x="1207689" y="434122"/>
                  </a:lnTo>
                  <a:lnTo>
                    <a:pt x="1208691" y="455649"/>
                  </a:lnTo>
                  <a:lnTo>
                    <a:pt x="1209694" y="420605"/>
                  </a:lnTo>
                  <a:lnTo>
                    <a:pt x="1211199" y="489211"/>
                  </a:lnTo>
                  <a:lnTo>
                    <a:pt x="1212202" y="408590"/>
                  </a:lnTo>
                  <a:lnTo>
                    <a:pt x="1213204" y="471689"/>
                  </a:lnTo>
                  <a:lnTo>
                    <a:pt x="1214709" y="361018"/>
                  </a:lnTo>
                  <a:lnTo>
                    <a:pt x="1215712" y="391069"/>
                  </a:lnTo>
                  <a:lnTo>
                    <a:pt x="1216715" y="455649"/>
                  </a:lnTo>
                  <a:lnTo>
                    <a:pt x="1217718" y="463659"/>
                  </a:lnTo>
                  <a:lnTo>
                    <a:pt x="1219222" y="370530"/>
                  </a:lnTo>
                  <a:lnTo>
                    <a:pt x="1220225" y="498723"/>
                  </a:lnTo>
                  <a:lnTo>
                    <a:pt x="1221228" y="441131"/>
                  </a:lnTo>
                  <a:lnTo>
                    <a:pt x="1222732" y="420605"/>
                  </a:lnTo>
                  <a:lnTo>
                    <a:pt x="1223735" y="420605"/>
                  </a:lnTo>
                  <a:lnTo>
                    <a:pt x="1224738" y="420605"/>
                  </a:lnTo>
                  <a:lnTo>
                    <a:pt x="1226242" y="567322"/>
                  </a:lnTo>
                  <a:lnTo>
                    <a:pt x="1227245" y="414598"/>
                  </a:lnTo>
                  <a:lnTo>
                    <a:pt x="1228248" y="448140"/>
                  </a:lnTo>
                  <a:lnTo>
                    <a:pt x="1229752" y="408590"/>
                  </a:lnTo>
                  <a:lnTo>
                    <a:pt x="1230755" y="441131"/>
                  </a:lnTo>
                  <a:lnTo>
                    <a:pt x="1231758" y="489211"/>
                  </a:lnTo>
                  <a:lnTo>
                    <a:pt x="1232761" y="434122"/>
                  </a:lnTo>
                  <a:lnTo>
                    <a:pt x="1234265" y="448140"/>
                  </a:lnTo>
                  <a:lnTo>
                    <a:pt x="1235268" y="408590"/>
                  </a:lnTo>
                  <a:lnTo>
                    <a:pt x="1236271" y="420605"/>
                  </a:lnTo>
                  <a:lnTo>
                    <a:pt x="1237776" y="508736"/>
                  </a:lnTo>
                  <a:lnTo>
                    <a:pt x="1238779" y="420605"/>
                  </a:lnTo>
                  <a:lnTo>
                    <a:pt x="1239781" y="471689"/>
                  </a:lnTo>
                  <a:lnTo>
                    <a:pt x="1241286" y="427114"/>
                  </a:lnTo>
                  <a:lnTo>
                    <a:pt x="1242289" y="414598"/>
                  </a:lnTo>
                  <a:lnTo>
                    <a:pt x="1243292" y="402583"/>
                  </a:lnTo>
                  <a:lnTo>
                    <a:pt x="1244796" y="434122"/>
                  </a:lnTo>
                  <a:lnTo>
                    <a:pt x="1245799" y="518748"/>
                  </a:lnTo>
                  <a:lnTo>
                    <a:pt x="1246802" y="489211"/>
                  </a:lnTo>
                  <a:lnTo>
                    <a:pt x="1247805" y="408590"/>
                  </a:lnTo>
                  <a:lnTo>
                    <a:pt x="1249309" y="498723"/>
                  </a:lnTo>
                  <a:lnTo>
                    <a:pt x="1250312" y="414598"/>
                  </a:lnTo>
                  <a:lnTo>
                    <a:pt x="1251315" y="402583"/>
                  </a:lnTo>
                  <a:lnTo>
                    <a:pt x="1252819" y="434122"/>
                  </a:lnTo>
                  <a:lnTo>
                    <a:pt x="1253822" y="448140"/>
                  </a:lnTo>
                  <a:lnTo>
                    <a:pt x="1254825" y="489211"/>
                  </a:lnTo>
                  <a:lnTo>
                    <a:pt x="1256329" y="489211"/>
                  </a:lnTo>
                  <a:lnTo>
                    <a:pt x="1257332" y="498723"/>
                  </a:lnTo>
                  <a:lnTo>
                    <a:pt x="1258335" y="498723"/>
                  </a:lnTo>
                  <a:lnTo>
                    <a:pt x="1259839" y="441131"/>
                  </a:lnTo>
                  <a:lnTo>
                    <a:pt x="1260842" y="434122"/>
                  </a:lnTo>
                  <a:lnTo>
                    <a:pt x="1261845" y="420605"/>
                  </a:lnTo>
                  <a:lnTo>
                    <a:pt x="1262848" y="463659"/>
                  </a:lnTo>
                  <a:lnTo>
                    <a:pt x="1264353" y="567322"/>
                  </a:lnTo>
                  <a:lnTo>
                    <a:pt x="1265355" y="518748"/>
                  </a:lnTo>
                  <a:lnTo>
                    <a:pt x="1266358" y="434122"/>
                  </a:lnTo>
                  <a:lnTo>
                    <a:pt x="1267863" y="441131"/>
                  </a:lnTo>
                  <a:lnTo>
                    <a:pt x="1268866" y="427114"/>
                  </a:lnTo>
                  <a:lnTo>
                    <a:pt x="1269869" y="441131"/>
                  </a:lnTo>
                  <a:lnTo>
                    <a:pt x="1271373" y="471689"/>
                  </a:lnTo>
                  <a:lnTo>
                    <a:pt x="1272376" y="441131"/>
                  </a:lnTo>
                  <a:lnTo>
                    <a:pt x="1273379" y="471689"/>
                  </a:lnTo>
                  <a:lnTo>
                    <a:pt x="1274903" y="386062"/>
                  </a:lnTo>
                  <a:lnTo>
                    <a:pt x="1275906" y="463659"/>
                  </a:lnTo>
                  <a:lnTo>
                    <a:pt x="1276909" y="408590"/>
                  </a:lnTo>
                  <a:lnTo>
                    <a:pt x="1277912" y="380542"/>
                  </a:lnTo>
                  <a:lnTo>
                    <a:pt x="1279416" y="402583"/>
                  </a:lnTo>
                  <a:lnTo>
                    <a:pt x="1280419" y="480200"/>
                  </a:lnTo>
                  <a:lnTo>
                    <a:pt x="1281422" y="455649"/>
                  </a:lnTo>
                  <a:lnTo>
                    <a:pt x="1282926" y="434122"/>
                  </a:lnTo>
                  <a:lnTo>
                    <a:pt x="1283929" y="441131"/>
                  </a:lnTo>
                  <a:lnTo>
                    <a:pt x="1284932" y="402583"/>
                  </a:lnTo>
                  <a:lnTo>
                    <a:pt x="1286436" y="420605"/>
                  </a:lnTo>
                  <a:lnTo>
                    <a:pt x="1287439" y="480200"/>
                  </a:lnTo>
                  <a:lnTo>
                    <a:pt x="1288442" y="427114"/>
                  </a:lnTo>
                  <a:lnTo>
                    <a:pt x="1289947" y="448140"/>
                  </a:lnTo>
                  <a:lnTo>
                    <a:pt x="1290950" y="420605"/>
                  </a:lnTo>
                  <a:lnTo>
                    <a:pt x="1291952" y="508736"/>
                  </a:lnTo>
                  <a:lnTo>
                    <a:pt x="1293457" y="508736"/>
                  </a:lnTo>
                  <a:lnTo>
                    <a:pt x="1294460" y="414598"/>
                  </a:lnTo>
                  <a:lnTo>
                    <a:pt x="1295463" y="448140"/>
                  </a:lnTo>
                  <a:lnTo>
                    <a:pt x="1296465" y="396575"/>
                  </a:lnTo>
                  <a:lnTo>
                    <a:pt x="1297970" y="463659"/>
                  </a:lnTo>
                  <a:lnTo>
                    <a:pt x="1298973" y="455649"/>
                  </a:lnTo>
                  <a:lnTo>
                    <a:pt x="1299976" y="448140"/>
                  </a:lnTo>
                  <a:lnTo>
                    <a:pt x="1301480" y="518748"/>
                  </a:lnTo>
                  <a:lnTo>
                    <a:pt x="1302483" y="508736"/>
                  </a:lnTo>
                  <a:lnTo>
                    <a:pt x="1303486" y="441131"/>
                  </a:lnTo>
                  <a:lnTo>
                    <a:pt x="1304990" y="427114"/>
                  </a:lnTo>
                  <a:lnTo>
                    <a:pt x="1305993" y="427114"/>
                  </a:lnTo>
                  <a:lnTo>
                    <a:pt x="1306996" y="441131"/>
                  </a:lnTo>
                  <a:lnTo>
                    <a:pt x="1308500" y="402583"/>
                  </a:lnTo>
                  <a:lnTo>
                    <a:pt x="1309503" y="498723"/>
                  </a:lnTo>
                  <a:lnTo>
                    <a:pt x="1310506" y="434122"/>
                  </a:lnTo>
                  <a:lnTo>
                    <a:pt x="1311509" y="529762"/>
                  </a:lnTo>
                  <a:lnTo>
                    <a:pt x="1313013" y="414598"/>
                  </a:lnTo>
                  <a:lnTo>
                    <a:pt x="1314016" y="463659"/>
                  </a:lnTo>
                  <a:lnTo>
                    <a:pt x="1315019" y="471689"/>
                  </a:lnTo>
                  <a:lnTo>
                    <a:pt x="1316524" y="448140"/>
                  </a:lnTo>
                  <a:lnTo>
                    <a:pt x="1317526" y="391069"/>
                  </a:lnTo>
                  <a:lnTo>
                    <a:pt x="1318529" y="391069"/>
                  </a:lnTo>
                  <a:lnTo>
                    <a:pt x="1320034" y="581340"/>
                  </a:lnTo>
                  <a:lnTo>
                    <a:pt x="1321037" y="480200"/>
                  </a:lnTo>
                  <a:lnTo>
                    <a:pt x="1322040" y="391069"/>
                  </a:lnTo>
                  <a:lnTo>
                    <a:pt x="1323544" y="529762"/>
                  </a:lnTo>
                  <a:lnTo>
                    <a:pt x="1324547" y="498723"/>
                  </a:lnTo>
                  <a:lnTo>
                    <a:pt x="1325550" y="498723"/>
                  </a:lnTo>
                  <a:lnTo>
                    <a:pt x="1326553" y="441131"/>
                  </a:lnTo>
                  <a:lnTo>
                    <a:pt x="1328057" y="441131"/>
                  </a:lnTo>
                  <a:lnTo>
                    <a:pt x="1329060" y="396575"/>
                  </a:lnTo>
                  <a:lnTo>
                    <a:pt x="1330063" y="455649"/>
                  </a:lnTo>
                  <a:lnTo>
                    <a:pt x="1331567" y="489211"/>
                  </a:lnTo>
                  <a:lnTo>
                    <a:pt x="1332570" y="489211"/>
                  </a:lnTo>
                  <a:lnTo>
                    <a:pt x="1333573" y="489211"/>
                  </a:lnTo>
                  <a:lnTo>
                    <a:pt x="1335077" y="427114"/>
                  </a:lnTo>
                  <a:lnTo>
                    <a:pt x="1336080" y="518748"/>
                  </a:lnTo>
                  <a:lnTo>
                    <a:pt x="1337083" y="463659"/>
                  </a:lnTo>
                  <a:lnTo>
                    <a:pt x="1338587" y="471689"/>
                  </a:lnTo>
                  <a:lnTo>
                    <a:pt x="1339590" y="463659"/>
                  </a:lnTo>
                  <a:lnTo>
                    <a:pt x="1340593" y="480200"/>
                  </a:lnTo>
                  <a:lnTo>
                    <a:pt x="1341596" y="508736"/>
                  </a:lnTo>
                  <a:lnTo>
                    <a:pt x="1343100" y="463659"/>
                  </a:lnTo>
                  <a:lnTo>
                    <a:pt x="1344103" y="434122"/>
                  </a:lnTo>
                  <a:lnTo>
                    <a:pt x="1345106" y="434122"/>
                  </a:lnTo>
                  <a:lnTo>
                    <a:pt x="1346611" y="441131"/>
                  </a:lnTo>
                  <a:lnTo>
                    <a:pt x="1347614" y="427114"/>
                  </a:lnTo>
                  <a:lnTo>
                    <a:pt x="1348616" y="386062"/>
                  </a:lnTo>
                  <a:lnTo>
                    <a:pt x="1350121" y="448140"/>
                  </a:lnTo>
                  <a:lnTo>
                    <a:pt x="1351124" y="434122"/>
                  </a:lnTo>
                  <a:lnTo>
                    <a:pt x="1352127" y="489211"/>
                  </a:lnTo>
                  <a:lnTo>
                    <a:pt x="1353631" y="463659"/>
                  </a:lnTo>
                  <a:lnTo>
                    <a:pt x="1354634" y="396575"/>
                  </a:lnTo>
                  <a:lnTo>
                    <a:pt x="1355637" y="441131"/>
                  </a:lnTo>
                  <a:lnTo>
                    <a:pt x="1356640" y="441131"/>
                  </a:lnTo>
                  <a:lnTo>
                    <a:pt x="1358144" y="427114"/>
                  </a:lnTo>
                  <a:lnTo>
                    <a:pt x="1359147" y="396575"/>
                  </a:lnTo>
                  <a:lnTo>
                    <a:pt x="1360150" y="434122"/>
                  </a:lnTo>
                  <a:lnTo>
                    <a:pt x="1361654" y="480200"/>
                  </a:lnTo>
                  <a:lnTo>
                    <a:pt x="1362657" y="529762"/>
                  </a:lnTo>
                  <a:lnTo>
                    <a:pt x="1363660" y="455649"/>
                  </a:lnTo>
                  <a:lnTo>
                    <a:pt x="1365164" y="427114"/>
                  </a:lnTo>
                  <a:lnTo>
                    <a:pt x="1366167" y="480200"/>
                  </a:lnTo>
                  <a:lnTo>
                    <a:pt x="1367170" y="463659"/>
                  </a:lnTo>
                  <a:lnTo>
                    <a:pt x="1368674" y="434122"/>
                  </a:lnTo>
                  <a:lnTo>
                    <a:pt x="1369677" y="471689"/>
                  </a:lnTo>
                  <a:lnTo>
                    <a:pt x="1370680" y="448140"/>
                  </a:lnTo>
                  <a:lnTo>
                    <a:pt x="1371683" y="414598"/>
                  </a:lnTo>
                  <a:lnTo>
                    <a:pt x="1373188" y="498723"/>
                  </a:lnTo>
                  <a:lnTo>
                    <a:pt x="1374190" y="553805"/>
                  </a:lnTo>
                  <a:lnTo>
                    <a:pt x="1375193" y="567322"/>
                  </a:lnTo>
                  <a:lnTo>
                    <a:pt x="1376698" y="480200"/>
                  </a:lnTo>
                  <a:lnTo>
                    <a:pt x="1377701" y="471689"/>
                  </a:lnTo>
                  <a:lnTo>
                    <a:pt x="1378704" y="471689"/>
                  </a:lnTo>
                  <a:lnTo>
                    <a:pt x="1380208" y="448140"/>
                  </a:lnTo>
                  <a:lnTo>
                    <a:pt x="1381224" y="434122"/>
                  </a:lnTo>
                  <a:lnTo>
                    <a:pt x="1382227" y="441131"/>
                  </a:lnTo>
                  <a:lnTo>
                    <a:pt x="1383731" y="480200"/>
                  </a:lnTo>
                  <a:lnTo>
                    <a:pt x="1384734" y="427114"/>
                  </a:lnTo>
                  <a:lnTo>
                    <a:pt x="1385737" y="434122"/>
                  </a:lnTo>
                  <a:lnTo>
                    <a:pt x="1386740" y="480200"/>
                  </a:lnTo>
                  <a:lnTo>
                    <a:pt x="1388244" y="402583"/>
                  </a:lnTo>
                  <a:lnTo>
                    <a:pt x="1389247" y="434122"/>
                  </a:lnTo>
                  <a:lnTo>
                    <a:pt x="1390250" y="480200"/>
                  </a:lnTo>
                  <a:lnTo>
                    <a:pt x="1391755" y="463659"/>
                  </a:lnTo>
                  <a:lnTo>
                    <a:pt x="1392758" y="508736"/>
                  </a:lnTo>
                  <a:lnTo>
                    <a:pt x="1393760" y="518748"/>
                  </a:lnTo>
                  <a:lnTo>
                    <a:pt x="1395265" y="498723"/>
                  </a:lnTo>
                  <a:lnTo>
                    <a:pt x="1396268" y="414598"/>
                  </a:lnTo>
                  <a:lnTo>
                    <a:pt x="1397271" y="489211"/>
                  </a:lnTo>
                  <a:lnTo>
                    <a:pt x="1398775" y="420605"/>
                  </a:lnTo>
                  <a:lnTo>
                    <a:pt x="1399778" y="434122"/>
                  </a:lnTo>
                  <a:lnTo>
                    <a:pt x="1400781" y="414598"/>
                  </a:lnTo>
                  <a:lnTo>
                    <a:pt x="1401784" y="448140"/>
                  </a:lnTo>
                  <a:lnTo>
                    <a:pt x="1403288" y="434122"/>
                  </a:lnTo>
                  <a:lnTo>
                    <a:pt x="1404291" y="471689"/>
                  </a:lnTo>
                  <a:lnTo>
                    <a:pt x="1405294" y="380542"/>
                  </a:lnTo>
                  <a:lnTo>
                    <a:pt x="1406798" y="441131"/>
                  </a:lnTo>
                  <a:lnTo>
                    <a:pt x="1407801" y="441131"/>
                  </a:lnTo>
                  <a:lnTo>
                    <a:pt x="1408804" y="471689"/>
                  </a:lnTo>
                  <a:lnTo>
                    <a:pt x="1410308" y="370530"/>
                  </a:lnTo>
                  <a:lnTo>
                    <a:pt x="1411311" y="480200"/>
                  </a:lnTo>
                  <a:lnTo>
                    <a:pt x="1412314" y="408590"/>
                  </a:lnTo>
                  <a:lnTo>
                    <a:pt x="1413818" y="420605"/>
                  </a:lnTo>
                  <a:lnTo>
                    <a:pt x="1414821" y="518748"/>
                  </a:lnTo>
                  <a:lnTo>
                    <a:pt x="1415824" y="463659"/>
                  </a:lnTo>
                  <a:lnTo>
                    <a:pt x="1417329" y="541777"/>
                  </a:lnTo>
                  <a:lnTo>
                    <a:pt x="1418332" y="408590"/>
                  </a:lnTo>
                  <a:lnTo>
                    <a:pt x="1419334" y="414598"/>
                  </a:lnTo>
                  <a:lnTo>
                    <a:pt x="1420337" y="455649"/>
                  </a:lnTo>
                  <a:lnTo>
                    <a:pt x="1421842" y="448140"/>
                  </a:lnTo>
                  <a:lnTo>
                    <a:pt x="1422845" y="463659"/>
                  </a:lnTo>
                  <a:lnTo>
                    <a:pt x="1423848" y="448140"/>
                  </a:lnTo>
                  <a:lnTo>
                    <a:pt x="1425352" y="508736"/>
                  </a:lnTo>
                  <a:lnTo>
                    <a:pt x="1426355" y="518748"/>
                  </a:lnTo>
                  <a:lnTo>
                    <a:pt x="1427358" y="402583"/>
                  </a:lnTo>
                  <a:lnTo>
                    <a:pt x="1428862" y="498723"/>
                  </a:lnTo>
                  <a:lnTo>
                    <a:pt x="1429865" y="553805"/>
                  </a:lnTo>
                  <a:lnTo>
                    <a:pt x="1430868" y="480200"/>
                  </a:lnTo>
                  <a:lnTo>
                    <a:pt x="1432372" y="480200"/>
                  </a:lnTo>
                  <a:lnTo>
                    <a:pt x="1433375" y="480200"/>
                  </a:lnTo>
                  <a:lnTo>
                    <a:pt x="1434378" y="414598"/>
                  </a:lnTo>
                  <a:lnTo>
                    <a:pt x="1435381" y="414598"/>
                  </a:lnTo>
                  <a:lnTo>
                    <a:pt x="1436885" y="427114"/>
                  </a:lnTo>
                  <a:lnTo>
                    <a:pt x="1437888" y="427114"/>
                  </a:lnTo>
                  <a:lnTo>
                    <a:pt x="1438891" y="498723"/>
                  </a:lnTo>
                  <a:lnTo>
                    <a:pt x="1440395" y="427114"/>
                  </a:lnTo>
                  <a:lnTo>
                    <a:pt x="1441398" y="471689"/>
                  </a:lnTo>
                  <a:lnTo>
                    <a:pt x="1442401" y="463659"/>
                  </a:lnTo>
                  <a:lnTo>
                    <a:pt x="1443906" y="498723"/>
                  </a:lnTo>
                  <a:lnTo>
                    <a:pt x="1444909" y="529762"/>
                  </a:lnTo>
                  <a:lnTo>
                    <a:pt x="1445911" y="448140"/>
                  </a:lnTo>
                  <a:lnTo>
                    <a:pt x="1447416" y="471689"/>
                  </a:lnTo>
                  <a:lnTo>
                    <a:pt x="1448419" y="498723"/>
                  </a:lnTo>
                  <a:lnTo>
                    <a:pt x="1449422" y="518748"/>
                  </a:lnTo>
                  <a:lnTo>
                    <a:pt x="1450424" y="448140"/>
                  </a:lnTo>
                  <a:lnTo>
                    <a:pt x="1451929" y="427114"/>
                  </a:lnTo>
                  <a:lnTo>
                    <a:pt x="1452932" y="441131"/>
                  </a:lnTo>
                  <a:lnTo>
                    <a:pt x="1453935" y="441131"/>
                  </a:lnTo>
                  <a:lnTo>
                    <a:pt x="1455439" y="480200"/>
                  </a:lnTo>
                  <a:lnTo>
                    <a:pt x="1456442" y="508736"/>
                  </a:lnTo>
                  <a:lnTo>
                    <a:pt x="1457445" y="427114"/>
                  </a:lnTo>
                  <a:lnTo>
                    <a:pt x="1458949" y="489211"/>
                  </a:lnTo>
                  <a:lnTo>
                    <a:pt x="1459952" y="408590"/>
                  </a:lnTo>
                  <a:lnTo>
                    <a:pt x="1460955" y="489211"/>
                  </a:lnTo>
                  <a:lnTo>
                    <a:pt x="1462459" y="471689"/>
                  </a:lnTo>
                  <a:lnTo>
                    <a:pt x="1463462" y="463659"/>
                  </a:lnTo>
                  <a:lnTo>
                    <a:pt x="1464465" y="391069"/>
                  </a:lnTo>
                  <a:lnTo>
                    <a:pt x="1465468" y="441131"/>
                  </a:lnTo>
                  <a:lnTo>
                    <a:pt x="1466972" y="427114"/>
                  </a:lnTo>
                  <a:lnTo>
                    <a:pt x="1467975" y="455649"/>
                  </a:lnTo>
                  <a:lnTo>
                    <a:pt x="1468978" y="448140"/>
                  </a:lnTo>
                  <a:lnTo>
                    <a:pt x="1470483" y="480200"/>
                  </a:lnTo>
                  <a:lnTo>
                    <a:pt x="1471485" y="508736"/>
                  </a:lnTo>
                  <a:lnTo>
                    <a:pt x="1472488" y="396575"/>
                  </a:lnTo>
                  <a:lnTo>
                    <a:pt x="1473993" y="408590"/>
                  </a:lnTo>
                  <a:lnTo>
                    <a:pt x="1474996" y="508736"/>
                  </a:lnTo>
                  <a:lnTo>
                    <a:pt x="1475998" y="518748"/>
                  </a:lnTo>
                  <a:lnTo>
                    <a:pt x="1477503" y="508736"/>
                  </a:lnTo>
                  <a:lnTo>
                    <a:pt x="1478506" y="414598"/>
                  </a:lnTo>
                  <a:lnTo>
                    <a:pt x="1479509" y="489211"/>
                  </a:lnTo>
                  <a:lnTo>
                    <a:pt x="1480512" y="480200"/>
                  </a:lnTo>
                  <a:lnTo>
                    <a:pt x="1482016" y="448140"/>
                  </a:lnTo>
                  <a:lnTo>
                    <a:pt x="1483019" y="508736"/>
                  </a:lnTo>
                  <a:lnTo>
                    <a:pt x="1484022" y="408590"/>
                  </a:lnTo>
                  <a:lnTo>
                    <a:pt x="1485526" y="553805"/>
                  </a:lnTo>
                  <a:lnTo>
                    <a:pt x="1486549" y="386062"/>
                  </a:lnTo>
                  <a:lnTo>
                    <a:pt x="1487552" y="402583"/>
                  </a:lnTo>
                  <a:lnTo>
                    <a:pt x="1489056" y="498723"/>
                  </a:lnTo>
                  <a:lnTo>
                    <a:pt x="1490059" y="480200"/>
                  </a:lnTo>
                  <a:lnTo>
                    <a:pt x="1491062" y="396575"/>
                  </a:lnTo>
                  <a:lnTo>
                    <a:pt x="1492566" y="489211"/>
                  </a:lnTo>
                  <a:lnTo>
                    <a:pt x="1493569" y="448140"/>
                  </a:lnTo>
                  <a:lnTo>
                    <a:pt x="1494572" y="471689"/>
                  </a:lnTo>
                  <a:lnTo>
                    <a:pt x="1495575" y="448140"/>
                  </a:lnTo>
                  <a:lnTo>
                    <a:pt x="1497080" y="489211"/>
                  </a:lnTo>
                  <a:lnTo>
                    <a:pt x="1498082" y="471689"/>
                  </a:lnTo>
                  <a:lnTo>
                    <a:pt x="1499085" y="414598"/>
                  </a:lnTo>
                  <a:lnTo>
                    <a:pt x="1500590" y="553805"/>
                  </a:lnTo>
                  <a:lnTo>
                    <a:pt x="1501593" y="471689"/>
                  </a:lnTo>
                  <a:lnTo>
                    <a:pt x="1502595" y="455649"/>
                  </a:lnTo>
                  <a:lnTo>
                    <a:pt x="1504100" y="471689"/>
                  </a:lnTo>
                  <a:lnTo>
                    <a:pt x="1505103" y="448140"/>
                  </a:lnTo>
                  <a:lnTo>
                    <a:pt x="1506106" y="471689"/>
                  </a:lnTo>
                  <a:lnTo>
                    <a:pt x="1507610" y="455649"/>
                  </a:lnTo>
                  <a:lnTo>
                    <a:pt x="1508613" y="455649"/>
                  </a:lnTo>
                  <a:lnTo>
                    <a:pt x="1509616" y="448140"/>
                  </a:lnTo>
                  <a:lnTo>
                    <a:pt x="1510619" y="463659"/>
                  </a:lnTo>
                  <a:lnTo>
                    <a:pt x="1512123" y="471689"/>
                  </a:lnTo>
                  <a:lnTo>
                    <a:pt x="1513126" y="408590"/>
                  </a:lnTo>
                  <a:lnTo>
                    <a:pt x="1514129" y="402583"/>
                  </a:lnTo>
                  <a:lnTo>
                    <a:pt x="1515633" y="480200"/>
                  </a:lnTo>
                  <a:lnTo>
                    <a:pt x="1516636" y="518748"/>
                  </a:lnTo>
                  <a:lnTo>
                    <a:pt x="1517639" y="414598"/>
                  </a:lnTo>
                  <a:lnTo>
                    <a:pt x="1519143" y="441131"/>
                  </a:lnTo>
                  <a:lnTo>
                    <a:pt x="1520146" y="402583"/>
                  </a:lnTo>
                  <a:lnTo>
                    <a:pt x="1521149" y="380542"/>
                  </a:lnTo>
                  <a:lnTo>
                    <a:pt x="1522654" y="420605"/>
                  </a:lnTo>
                  <a:lnTo>
                    <a:pt x="1523656" y="448140"/>
                  </a:lnTo>
                  <a:lnTo>
                    <a:pt x="1524659" y="434122"/>
                  </a:lnTo>
                  <a:lnTo>
                    <a:pt x="1525662" y="408590"/>
                  </a:lnTo>
                  <a:lnTo>
                    <a:pt x="1527167" y="420605"/>
                  </a:lnTo>
                  <a:lnTo>
                    <a:pt x="1528169" y="380542"/>
                  </a:lnTo>
                  <a:lnTo>
                    <a:pt x="1529172" y="402583"/>
                  </a:lnTo>
                  <a:lnTo>
                    <a:pt x="1530677" y="402583"/>
                  </a:lnTo>
                  <a:lnTo>
                    <a:pt x="1531680" y="408590"/>
                  </a:lnTo>
                  <a:lnTo>
                    <a:pt x="1532683" y="434122"/>
                  </a:lnTo>
                  <a:lnTo>
                    <a:pt x="1534187" y="441131"/>
                  </a:lnTo>
                  <a:lnTo>
                    <a:pt x="1535190" y="455649"/>
                  </a:lnTo>
                  <a:lnTo>
                    <a:pt x="1536193" y="391069"/>
                  </a:lnTo>
                  <a:lnTo>
                    <a:pt x="1537697" y="441131"/>
                  </a:lnTo>
                  <a:lnTo>
                    <a:pt x="1538700" y="420605"/>
                  </a:lnTo>
                  <a:lnTo>
                    <a:pt x="1539703" y="463659"/>
                  </a:lnTo>
                  <a:lnTo>
                    <a:pt x="1541207" y="414598"/>
                  </a:lnTo>
                  <a:lnTo>
                    <a:pt x="1542210" y="420605"/>
                  </a:lnTo>
                  <a:lnTo>
                    <a:pt x="1543213" y="434122"/>
                  </a:lnTo>
                  <a:lnTo>
                    <a:pt x="1544216" y="434122"/>
                  </a:lnTo>
                  <a:lnTo>
                    <a:pt x="1545720" y="408590"/>
                  </a:lnTo>
                  <a:lnTo>
                    <a:pt x="1546723" y="365523"/>
                  </a:lnTo>
                  <a:lnTo>
                    <a:pt x="1547726" y="414598"/>
                  </a:lnTo>
                  <a:lnTo>
                    <a:pt x="1549230" y="402583"/>
                  </a:lnTo>
                  <a:lnTo>
                    <a:pt x="1550233" y="408590"/>
                  </a:lnTo>
                  <a:lnTo>
                    <a:pt x="1551236" y="434122"/>
                  </a:lnTo>
                  <a:lnTo>
                    <a:pt x="1552741" y="414598"/>
                  </a:lnTo>
                  <a:lnTo>
                    <a:pt x="1553744" y="414598"/>
                  </a:lnTo>
                  <a:lnTo>
                    <a:pt x="1554746" y="361018"/>
                  </a:lnTo>
                  <a:lnTo>
                    <a:pt x="1556251" y="480200"/>
                  </a:lnTo>
                  <a:lnTo>
                    <a:pt x="1557254" y="414598"/>
                  </a:lnTo>
                  <a:lnTo>
                    <a:pt x="1558257" y="441131"/>
                  </a:lnTo>
                  <a:lnTo>
                    <a:pt x="1559259" y="347501"/>
                  </a:lnTo>
                  <a:lnTo>
                    <a:pt x="1560764" y="375536"/>
                  </a:lnTo>
                  <a:lnTo>
                    <a:pt x="1561767" y="391069"/>
                  </a:lnTo>
                  <a:lnTo>
                    <a:pt x="1562770" y="391069"/>
                  </a:lnTo>
                  <a:lnTo>
                    <a:pt x="1564274" y="375536"/>
                  </a:lnTo>
                  <a:lnTo>
                    <a:pt x="1565277" y="326474"/>
                  </a:lnTo>
                  <a:lnTo>
                    <a:pt x="1566280" y="356011"/>
                  </a:lnTo>
                  <a:lnTo>
                    <a:pt x="1567784" y="402583"/>
                  </a:lnTo>
                  <a:lnTo>
                    <a:pt x="1568787" y="414598"/>
                  </a:lnTo>
                  <a:lnTo>
                    <a:pt x="1569790" y="375536"/>
                  </a:lnTo>
                  <a:lnTo>
                    <a:pt x="1571294" y="365523"/>
                  </a:lnTo>
                  <a:lnTo>
                    <a:pt x="1572297" y="463659"/>
                  </a:lnTo>
                  <a:lnTo>
                    <a:pt x="1573300" y="471689"/>
                  </a:lnTo>
                  <a:lnTo>
                    <a:pt x="1574303" y="427114"/>
                  </a:lnTo>
                  <a:lnTo>
                    <a:pt x="1575807" y="518748"/>
                  </a:lnTo>
                  <a:lnTo>
                    <a:pt x="1576810" y="370530"/>
                  </a:lnTo>
                  <a:lnTo>
                    <a:pt x="1577813" y="396575"/>
                  </a:lnTo>
                  <a:lnTo>
                    <a:pt x="1579318" y="448140"/>
                  </a:lnTo>
                  <a:lnTo>
                    <a:pt x="1580320" y="480200"/>
                  </a:lnTo>
                  <a:lnTo>
                    <a:pt x="1581323" y="402583"/>
                  </a:lnTo>
                  <a:lnTo>
                    <a:pt x="1582828" y="356011"/>
                  </a:lnTo>
                  <a:lnTo>
                    <a:pt x="1583831" y="463659"/>
                  </a:lnTo>
                  <a:lnTo>
                    <a:pt x="1584834" y="471689"/>
                  </a:lnTo>
                  <a:lnTo>
                    <a:pt x="1586338" y="427114"/>
                  </a:lnTo>
                  <a:lnTo>
                    <a:pt x="1587341" y="434122"/>
                  </a:lnTo>
                  <a:lnTo>
                    <a:pt x="1588344" y="414598"/>
                  </a:lnTo>
                  <a:lnTo>
                    <a:pt x="1589347" y="408590"/>
                  </a:lnTo>
                  <a:lnTo>
                    <a:pt x="1590851" y="414598"/>
                  </a:lnTo>
                  <a:lnTo>
                    <a:pt x="1591854" y="414598"/>
                  </a:lnTo>
                  <a:lnTo>
                    <a:pt x="1592877" y="455649"/>
                  </a:lnTo>
                  <a:lnTo>
                    <a:pt x="1594381" y="441131"/>
                  </a:lnTo>
                  <a:lnTo>
                    <a:pt x="1595384" y="455649"/>
                  </a:lnTo>
                  <a:lnTo>
                    <a:pt x="1596387" y="420605"/>
                  </a:lnTo>
                  <a:lnTo>
                    <a:pt x="1597891" y="471689"/>
                  </a:lnTo>
                  <a:lnTo>
                    <a:pt x="1598894" y="489211"/>
                  </a:lnTo>
                  <a:lnTo>
                    <a:pt x="1599897" y="380542"/>
                  </a:lnTo>
                  <a:lnTo>
                    <a:pt x="1601401" y="489211"/>
                  </a:lnTo>
                  <a:lnTo>
                    <a:pt x="1602404" y="441131"/>
                  </a:lnTo>
                  <a:lnTo>
                    <a:pt x="1603407" y="391069"/>
                  </a:lnTo>
                  <a:lnTo>
                    <a:pt x="1604410" y="471689"/>
                  </a:lnTo>
                  <a:lnTo>
                    <a:pt x="1605915" y="471689"/>
                  </a:lnTo>
                  <a:lnTo>
                    <a:pt x="1606917" y="448140"/>
                  </a:lnTo>
                  <a:lnTo>
                    <a:pt x="1607920" y="448140"/>
                  </a:lnTo>
                  <a:lnTo>
                    <a:pt x="1609425" y="448140"/>
                  </a:lnTo>
                  <a:lnTo>
                    <a:pt x="1610428" y="427114"/>
                  </a:lnTo>
                  <a:lnTo>
                    <a:pt x="1611430" y="480200"/>
                  </a:lnTo>
                  <a:lnTo>
                    <a:pt x="1612935" y="448140"/>
                  </a:lnTo>
                  <a:lnTo>
                    <a:pt x="1613938" y="402583"/>
                  </a:lnTo>
                  <a:lnTo>
                    <a:pt x="1614941" y="455649"/>
                  </a:lnTo>
                  <a:lnTo>
                    <a:pt x="1616445" y="489211"/>
                  </a:lnTo>
                  <a:lnTo>
                    <a:pt x="1617448" y="518748"/>
                  </a:lnTo>
                  <a:lnTo>
                    <a:pt x="1618451" y="441131"/>
                  </a:lnTo>
                </a:path>
                <a:path w="2200275" h="613410">
                  <a:moveTo>
                    <a:pt x="1618451" y="441131"/>
                  </a:moveTo>
                  <a:lnTo>
                    <a:pt x="1619454" y="489211"/>
                  </a:lnTo>
                  <a:lnTo>
                    <a:pt x="1620958" y="480200"/>
                  </a:lnTo>
                  <a:lnTo>
                    <a:pt x="1621961" y="448140"/>
                  </a:lnTo>
                  <a:lnTo>
                    <a:pt x="1622964" y="420605"/>
                  </a:lnTo>
                  <a:lnTo>
                    <a:pt x="1624468" y="508736"/>
                  </a:lnTo>
                  <a:lnTo>
                    <a:pt x="1625471" y="441131"/>
                  </a:lnTo>
                  <a:lnTo>
                    <a:pt x="1626474" y="396575"/>
                  </a:lnTo>
                  <a:lnTo>
                    <a:pt x="1627978" y="427114"/>
                  </a:lnTo>
                  <a:lnTo>
                    <a:pt x="1628981" y="480200"/>
                  </a:lnTo>
                  <a:lnTo>
                    <a:pt x="1629984" y="613380"/>
                  </a:lnTo>
                  <a:lnTo>
                    <a:pt x="1631489" y="463659"/>
                  </a:lnTo>
                  <a:lnTo>
                    <a:pt x="1632491" y="508736"/>
                  </a:lnTo>
                  <a:lnTo>
                    <a:pt x="1633494" y="441131"/>
                  </a:lnTo>
                  <a:lnTo>
                    <a:pt x="1634497" y="375536"/>
                  </a:lnTo>
                  <a:lnTo>
                    <a:pt x="1636002" y="471689"/>
                  </a:lnTo>
                  <a:lnTo>
                    <a:pt x="1637005" y="455649"/>
                  </a:lnTo>
                  <a:lnTo>
                    <a:pt x="1638007" y="480200"/>
                  </a:lnTo>
                  <a:lnTo>
                    <a:pt x="1639512" y="489211"/>
                  </a:lnTo>
                  <a:lnTo>
                    <a:pt x="1640515" y="448140"/>
                  </a:lnTo>
                  <a:lnTo>
                    <a:pt x="1641518" y="455649"/>
                  </a:lnTo>
                  <a:lnTo>
                    <a:pt x="1643022" y="471689"/>
                  </a:lnTo>
                  <a:lnTo>
                    <a:pt x="1644025" y="471689"/>
                  </a:lnTo>
                  <a:lnTo>
                    <a:pt x="1645028" y="471689"/>
                  </a:lnTo>
                  <a:lnTo>
                    <a:pt x="1646532" y="408590"/>
                  </a:lnTo>
                  <a:lnTo>
                    <a:pt x="1647535" y="455649"/>
                  </a:lnTo>
                  <a:lnTo>
                    <a:pt x="1648538" y="427114"/>
                  </a:lnTo>
                  <a:lnTo>
                    <a:pt x="1650042" y="441131"/>
                  </a:lnTo>
                  <a:lnTo>
                    <a:pt x="1651045" y="489211"/>
                  </a:lnTo>
                  <a:lnTo>
                    <a:pt x="1652048" y="455649"/>
                  </a:lnTo>
                  <a:lnTo>
                    <a:pt x="1653051" y="455649"/>
                  </a:lnTo>
                  <a:lnTo>
                    <a:pt x="1654555" y="427114"/>
                  </a:lnTo>
                  <a:lnTo>
                    <a:pt x="1655558" y="463659"/>
                  </a:lnTo>
                  <a:lnTo>
                    <a:pt x="1656561" y="498723"/>
                  </a:lnTo>
                  <a:lnTo>
                    <a:pt x="1658065" y="408590"/>
                  </a:lnTo>
                  <a:lnTo>
                    <a:pt x="1659068" y="448140"/>
                  </a:lnTo>
                  <a:lnTo>
                    <a:pt x="1660071" y="441131"/>
                  </a:lnTo>
                  <a:lnTo>
                    <a:pt x="1661576" y="463659"/>
                  </a:lnTo>
                  <a:lnTo>
                    <a:pt x="1662579" y="471689"/>
                  </a:lnTo>
                  <a:lnTo>
                    <a:pt x="1663581" y="455649"/>
                  </a:lnTo>
                  <a:lnTo>
                    <a:pt x="1665086" y="455649"/>
                  </a:lnTo>
                  <a:lnTo>
                    <a:pt x="1666089" y="463659"/>
                  </a:lnTo>
                  <a:lnTo>
                    <a:pt x="1667092" y="441131"/>
                  </a:lnTo>
                  <a:lnTo>
                    <a:pt x="1668094" y="396575"/>
                  </a:lnTo>
                  <a:lnTo>
                    <a:pt x="1669599" y="455649"/>
                  </a:lnTo>
                  <a:lnTo>
                    <a:pt x="1670602" y="370530"/>
                  </a:lnTo>
                  <a:lnTo>
                    <a:pt x="1671605" y="480200"/>
                  </a:lnTo>
                  <a:lnTo>
                    <a:pt x="1673109" y="414598"/>
                  </a:lnTo>
                  <a:lnTo>
                    <a:pt x="1674112" y="396575"/>
                  </a:lnTo>
                  <a:lnTo>
                    <a:pt x="1675115" y="402583"/>
                  </a:lnTo>
                  <a:lnTo>
                    <a:pt x="1676619" y="391069"/>
                  </a:lnTo>
                  <a:lnTo>
                    <a:pt x="1677622" y="498723"/>
                  </a:lnTo>
                  <a:lnTo>
                    <a:pt x="1678625" y="508736"/>
                  </a:lnTo>
                  <a:lnTo>
                    <a:pt x="1680129" y="471689"/>
                  </a:lnTo>
                  <a:lnTo>
                    <a:pt x="1681132" y="489211"/>
                  </a:lnTo>
                  <a:lnTo>
                    <a:pt x="1682135" y="441131"/>
                  </a:lnTo>
                  <a:lnTo>
                    <a:pt x="1683138" y="455649"/>
                  </a:lnTo>
                  <a:lnTo>
                    <a:pt x="1684642" y="498723"/>
                  </a:lnTo>
                  <a:lnTo>
                    <a:pt x="1685645" y="463659"/>
                  </a:lnTo>
                  <a:lnTo>
                    <a:pt x="1686648" y="380542"/>
                  </a:lnTo>
                  <a:lnTo>
                    <a:pt x="1688153" y="480200"/>
                  </a:lnTo>
                  <a:lnTo>
                    <a:pt x="1689155" y="480200"/>
                  </a:lnTo>
                  <a:lnTo>
                    <a:pt x="1690158" y="420605"/>
                  </a:lnTo>
                  <a:lnTo>
                    <a:pt x="1691663" y="386062"/>
                  </a:lnTo>
                  <a:lnTo>
                    <a:pt x="1692666" y="529762"/>
                  </a:lnTo>
                  <a:lnTo>
                    <a:pt x="1693669" y="427114"/>
                  </a:lnTo>
                  <a:lnTo>
                    <a:pt x="1695173" y="448140"/>
                  </a:lnTo>
                  <a:lnTo>
                    <a:pt x="1696176" y="408590"/>
                  </a:lnTo>
                  <a:lnTo>
                    <a:pt x="1697179" y="420605"/>
                  </a:lnTo>
                  <a:lnTo>
                    <a:pt x="1698195" y="518748"/>
                  </a:lnTo>
                  <a:lnTo>
                    <a:pt x="1699699" y="463659"/>
                  </a:lnTo>
                  <a:lnTo>
                    <a:pt x="1700702" y="408590"/>
                  </a:lnTo>
                  <a:lnTo>
                    <a:pt x="1701705" y="441131"/>
                  </a:lnTo>
                  <a:lnTo>
                    <a:pt x="1703209" y="414598"/>
                  </a:lnTo>
                  <a:lnTo>
                    <a:pt x="1704212" y="434122"/>
                  </a:lnTo>
                  <a:lnTo>
                    <a:pt x="1705215" y="414598"/>
                  </a:lnTo>
                  <a:lnTo>
                    <a:pt x="1706720" y="391069"/>
                  </a:lnTo>
                  <a:lnTo>
                    <a:pt x="1707723" y="471689"/>
                  </a:lnTo>
                  <a:lnTo>
                    <a:pt x="1708725" y="455649"/>
                  </a:lnTo>
                  <a:lnTo>
                    <a:pt x="1710230" y="441131"/>
                  </a:lnTo>
                  <a:lnTo>
                    <a:pt x="1711233" y="508736"/>
                  </a:lnTo>
                  <a:lnTo>
                    <a:pt x="1712236" y="463659"/>
                  </a:lnTo>
                  <a:lnTo>
                    <a:pt x="1713238" y="427114"/>
                  </a:lnTo>
                  <a:lnTo>
                    <a:pt x="1714743" y="498723"/>
                  </a:lnTo>
                  <a:lnTo>
                    <a:pt x="1715746" y="441131"/>
                  </a:lnTo>
                  <a:lnTo>
                    <a:pt x="1716749" y="448140"/>
                  </a:lnTo>
                  <a:lnTo>
                    <a:pt x="1718253" y="380542"/>
                  </a:lnTo>
                  <a:lnTo>
                    <a:pt x="1719256" y="471689"/>
                  </a:lnTo>
                  <a:lnTo>
                    <a:pt x="1720259" y="441131"/>
                  </a:lnTo>
                  <a:lnTo>
                    <a:pt x="1721763" y="441131"/>
                  </a:lnTo>
                  <a:lnTo>
                    <a:pt x="1722766" y="448140"/>
                  </a:lnTo>
                  <a:lnTo>
                    <a:pt x="1723769" y="396575"/>
                  </a:lnTo>
                  <a:lnTo>
                    <a:pt x="1725273" y="427114"/>
                  </a:lnTo>
                  <a:lnTo>
                    <a:pt x="1726276" y="420605"/>
                  </a:lnTo>
                  <a:lnTo>
                    <a:pt x="1727279" y="441131"/>
                  </a:lnTo>
                  <a:lnTo>
                    <a:pt x="1728282" y="402583"/>
                  </a:lnTo>
                  <a:lnTo>
                    <a:pt x="1729786" y="434122"/>
                  </a:lnTo>
                  <a:lnTo>
                    <a:pt x="1730789" y="463659"/>
                  </a:lnTo>
                  <a:lnTo>
                    <a:pt x="1731792" y="489211"/>
                  </a:lnTo>
                  <a:lnTo>
                    <a:pt x="1733297" y="508736"/>
                  </a:lnTo>
                  <a:lnTo>
                    <a:pt x="1734299" y="480200"/>
                  </a:lnTo>
                  <a:lnTo>
                    <a:pt x="1735302" y="396575"/>
                  </a:lnTo>
                  <a:lnTo>
                    <a:pt x="1736807" y="402583"/>
                  </a:lnTo>
                  <a:lnTo>
                    <a:pt x="1737810" y="529762"/>
                  </a:lnTo>
                  <a:lnTo>
                    <a:pt x="1738813" y="386062"/>
                  </a:lnTo>
                  <a:lnTo>
                    <a:pt x="1740317" y="471689"/>
                  </a:lnTo>
                  <a:lnTo>
                    <a:pt x="1741320" y="396575"/>
                  </a:lnTo>
                  <a:lnTo>
                    <a:pt x="1742323" y="391069"/>
                  </a:lnTo>
                  <a:lnTo>
                    <a:pt x="1743326" y="380542"/>
                  </a:lnTo>
                  <a:lnTo>
                    <a:pt x="1744830" y="455649"/>
                  </a:lnTo>
                  <a:lnTo>
                    <a:pt x="1745833" y="455649"/>
                  </a:lnTo>
                  <a:lnTo>
                    <a:pt x="1746836" y="420605"/>
                  </a:lnTo>
                  <a:lnTo>
                    <a:pt x="1748340" y="420605"/>
                  </a:lnTo>
                  <a:lnTo>
                    <a:pt x="1749343" y="427114"/>
                  </a:lnTo>
                  <a:lnTo>
                    <a:pt x="1750346" y="391069"/>
                  </a:lnTo>
                  <a:lnTo>
                    <a:pt x="1751850" y="448140"/>
                  </a:lnTo>
                  <a:lnTo>
                    <a:pt x="1752853" y="414598"/>
                  </a:lnTo>
                  <a:lnTo>
                    <a:pt x="1753856" y="448140"/>
                  </a:lnTo>
                  <a:lnTo>
                    <a:pt x="1755360" y="480200"/>
                  </a:lnTo>
                  <a:lnTo>
                    <a:pt x="1756363" y="414598"/>
                  </a:lnTo>
                  <a:lnTo>
                    <a:pt x="1757366" y="427114"/>
                  </a:lnTo>
                  <a:lnTo>
                    <a:pt x="1758369" y="471689"/>
                  </a:lnTo>
                  <a:lnTo>
                    <a:pt x="1759873" y="434122"/>
                  </a:lnTo>
                  <a:lnTo>
                    <a:pt x="1760876" y="414598"/>
                  </a:lnTo>
                  <a:lnTo>
                    <a:pt x="1761879" y="434122"/>
                  </a:lnTo>
                  <a:lnTo>
                    <a:pt x="1763384" y="391069"/>
                  </a:lnTo>
                  <a:lnTo>
                    <a:pt x="1764387" y="391069"/>
                  </a:lnTo>
                  <a:lnTo>
                    <a:pt x="1765389" y="471689"/>
                  </a:lnTo>
                  <a:lnTo>
                    <a:pt x="1766894" y="408590"/>
                  </a:lnTo>
                  <a:lnTo>
                    <a:pt x="1767897" y="455649"/>
                  </a:lnTo>
                  <a:lnTo>
                    <a:pt x="1768900" y="408590"/>
                  </a:lnTo>
                  <a:lnTo>
                    <a:pt x="1770404" y="455649"/>
                  </a:lnTo>
                  <a:lnTo>
                    <a:pt x="1771407" y="427114"/>
                  </a:lnTo>
                  <a:lnTo>
                    <a:pt x="1772410" y="402583"/>
                  </a:lnTo>
                  <a:lnTo>
                    <a:pt x="1773914" y="448140"/>
                  </a:lnTo>
                  <a:lnTo>
                    <a:pt x="1774917" y="408590"/>
                  </a:lnTo>
                  <a:lnTo>
                    <a:pt x="1775920" y="420605"/>
                  </a:lnTo>
                  <a:lnTo>
                    <a:pt x="1776923" y="427114"/>
                  </a:lnTo>
                  <a:lnTo>
                    <a:pt x="1778427" y="448140"/>
                  </a:lnTo>
                  <a:lnTo>
                    <a:pt x="1779430" y="386062"/>
                  </a:lnTo>
                  <a:lnTo>
                    <a:pt x="1780433" y="427114"/>
                  </a:lnTo>
                  <a:lnTo>
                    <a:pt x="1781937" y="402583"/>
                  </a:lnTo>
                  <a:lnTo>
                    <a:pt x="1782940" y="338489"/>
                  </a:lnTo>
                  <a:lnTo>
                    <a:pt x="1783943" y="427114"/>
                  </a:lnTo>
                  <a:lnTo>
                    <a:pt x="1785448" y="455649"/>
                  </a:lnTo>
                  <a:lnTo>
                    <a:pt x="1786450" y="370530"/>
                  </a:lnTo>
                  <a:lnTo>
                    <a:pt x="1787453" y="463659"/>
                  </a:lnTo>
                  <a:lnTo>
                    <a:pt x="1788958" y="420605"/>
                  </a:lnTo>
                  <a:lnTo>
                    <a:pt x="1789961" y="402583"/>
                  </a:lnTo>
                  <a:lnTo>
                    <a:pt x="1790963" y="380542"/>
                  </a:lnTo>
                  <a:lnTo>
                    <a:pt x="1791966" y="365523"/>
                  </a:lnTo>
                  <a:lnTo>
                    <a:pt x="1793471" y="463659"/>
                  </a:lnTo>
                  <a:lnTo>
                    <a:pt x="1794474" y="441131"/>
                  </a:lnTo>
                  <a:lnTo>
                    <a:pt x="1795477" y="408590"/>
                  </a:lnTo>
                  <a:lnTo>
                    <a:pt x="1796981" y="455649"/>
                  </a:lnTo>
                  <a:lnTo>
                    <a:pt x="1797984" y="480200"/>
                  </a:lnTo>
                  <a:lnTo>
                    <a:pt x="1798987" y="408590"/>
                  </a:lnTo>
                  <a:lnTo>
                    <a:pt x="1800491" y="427114"/>
                  </a:lnTo>
                  <a:lnTo>
                    <a:pt x="1801494" y="463659"/>
                  </a:lnTo>
                  <a:lnTo>
                    <a:pt x="1802497" y="420605"/>
                  </a:lnTo>
                  <a:lnTo>
                    <a:pt x="1804001" y="396575"/>
                  </a:lnTo>
                  <a:lnTo>
                    <a:pt x="1805017" y="441131"/>
                  </a:lnTo>
                  <a:lnTo>
                    <a:pt x="1806020" y="420605"/>
                  </a:lnTo>
                  <a:lnTo>
                    <a:pt x="1807023" y="391069"/>
                  </a:lnTo>
                  <a:lnTo>
                    <a:pt x="1808528" y="408590"/>
                  </a:lnTo>
                  <a:lnTo>
                    <a:pt x="1809531" y="471689"/>
                  </a:lnTo>
                  <a:lnTo>
                    <a:pt x="1810533" y="414598"/>
                  </a:lnTo>
                  <a:lnTo>
                    <a:pt x="1812038" y="455649"/>
                  </a:lnTo>
                  <a:lnTo>
                    <a:pt x="1813041" y="375536"/>
                  </a:lnTo>
                  <a:lnTo>
                    <a:pt x="1814044" y="420605"/>
                  </a:lnTo>
                  <a:lnTo>
                    <a:pt x="1815548" y="441131"/>
                  </a:lnTo>
                  <a:lnTo>
                    <a:pt x="1816551" y="427114"/>
                  </a:lnTo>
                  <a:lnTo>
                    <a:pt x="1817554" y="361018"/>
                  </a:lnTo>
                  <a:lnTo>
                    <a:pt x="1819058" y="391069"/>
                  </a:lnTo>
                  <a:lnTo>
                    <a:pt x="1820061" y="414598"/>
                  </a:lnTo>
                  <a:lnTo>
                    <a:pt x="1821064" y="455649"/>
                  </a:lnTo>
                  <a:lnTo>
                    <a:pt x="1822067" y="427114"/>
                  </a:lnTo>
                  <a:lnTo>
                    <a:pt x="1823571" y="361018"/>
                  </a:lnTo>
                  <a:lnTo>
                    <a:pt x="1824574" y="391069"/>
                  </a:lnTo>
                  <a:lnTo>
                    <a:pt x="1825577" y="356011"/>
                  </a:lnTo>
                  <a:lnTo>
                    <a:pt x="1827081" y="338489"/>
                  </a:lnTo>
                  <a:lnTo>
                    <a:pt x="1828084" y="370530"/>
                  </a:lnTo>
                  <a:lnTo>
                    <a:pt x="1829087" y="402583"/>
                  </a:lnTo>
                  <a:lnTo>
                    <a:pt x="1830592" y="386062"/>
                  </a:lnTo>
                  <a:lnTo>
                    <a:pt x="1831594" y="380542"/>
                  </a:lnTo>
                  <a:lnTo>
                    <a:pt x="1832597" y="408590"/>
                  </a:lnTo>
                  <a:lnTo>
                    <a:pt x="1834102" y="414598"/>
                  </a:lnTo>
                  <a:lnTo>
                    <a:pt x="1835105" y="365523"/>
                  </a:lnTo>
                  <a:lnTo>
                    <a:pt x="1836107" y="414598"/>
                  </a:lnTo>
                  <a:lnTo>
                    <a:pt x="1837110" y="396575"/>
                  </a:lnTo>
                  <a:lnTo>
                    <a:pt x="1838615" y="386062"/>
                  </a:lnTo>
                  <a:lnTo>
                    <a:pt x="1839618" y="370530"/>
                  </a:lnTo>
                  <a:lnTo>
                    <a:pt x="1840621" y="361018"/>
                  </a:lnTo>
                  <a:lnTo>
                    <a:pt x="1842125" y="414598"/>
                  </a:lnTo>
                  <a:lnTo>
                    <a:pt x="1843128" y="342995"/>
                  </a:lnTo>
                  <a:lnTo>
                    <a:pt x="1844131" y="318965"/>
                  </a:lnTo>
                  <a:lnTo>
                    <a:pt x="1845635" y="342995"/>
                  </a:lnTo>
                  <a:lnTo>
                    <a:pt x="1846638" y="300922"/>
                  </a:lnTo>
                  <a:lnTo>
                    <a:pt x="1847641" y="365523"/>
                  </a:lnTo>
                  <a:lnTo>
                    <a:pt x="1849145" y="314960"/>
                  </a:lnTo>
                  <a:lnTo>
                    <a:pt x="1850148" y="307951"/>
                  </a:lnTo>
                  <a:lnTo>
                    <a:pt x="1851151" y="287906"/>
                  </a:lnTo>
                  <a:lnTo>
                    <a:pt x="1852154" y="300922"/>
                  </a:lnTo>
                  <a:lnTo>
                    <a:pt x="1853658" y="342995"/>
                  </a:lnTo>
                  <a:lnTo>
                    <a:pt x="1854661" y="300922"/>
                  </a:lnTo>
                  <a:lnTo>
                    <a:pt x="1855664" y="351506"/>
                  </a:lnTo>
                  <a:lnTo>
                    <a:pt x="1857168" y="287906"/>
                  </a:lnTo>
                  <a:lnTo>
                    <a:pt x="1858171" y="294414"/>
                  </a:lnTo>
                  <a:lnTo>
                    <a:pt x="1859174" y="307951"/>
                  </a:lnTo>
                  <a:lnTo>
                    <a:pt x="1860679" y="263376"/>
                  </a:lnTo>
                  <a:lnTo>
                    <a:pt x="1861681" y="294414"/>
                  </a:lnTo>
                  <a:lnTo>
                    <a:pt x="1862684" y="242349"/>
                  </a:lnTo>
                  <a:lnTo>
                    <a:pt x="1864189" y="284402"/>
                  </a:lnTo>
                  <a:lnTo>
                    <a:pt x="1865192" y="318965"/>
                  </a:lnTo>
                  <a:lnTo>
                    <a:pt x="1866195" y="247355"/>
                  </a:lnTo>
                  <a:lnTo>
                    <a:pt x="1867197" y="290910"/>
                  </a:lnTo>
                  <a:lnTo>
                    <a:pt x="1868702" y="266379"/>
                  </a:lnTo>
                  <a:lnTo>
                    <a:pt x="1869705" y="290910"/>
                  </a:lnTo>
                  <a:lnTo>
                    <a:pt x="1870708" y="227831"/>
                  </a:lnTo>
                  <a:lnTo>
                    <a:pt x="1872212" y="272387"/>
                  </a:lnTo>
                  <a:lnTo>
                    <a:pt x="1873215" y="237343"/>
                  </a:lnTo>
                  <a:lnTo>
                    <a:pt x="1874218" y="278394"/>
                  </a:lnTo>
                  <a:lnTo>
                    <a:pt x="1875722" y="281398"/>
                  </a:lnTo>
                  <a:lnTo>
                    <a:pt x="1876725" y="249859"/>
                  </a:lnTo>
                  <a:lnTo>
                    <a:pt x="1877728" y="269383"/>
                  </a:lnTo>
                  <a:lnTo>
                    <a:pt x="1879232" y="269383"/>
                  </a:lnTo>
                  <a:lnTo>
                    <a:pt x="1880235" y="257869"/>
                  </a:lnTo>
                  <a:lnTo>
                    <a:pt x="1881238" y="237343"/>
                  </a:lnTo>
                  <a:lnTo>
                    <a:pt x="1882241" y="314960"/>
                  </a:lnTo>
                  <a:lnTo>
                    <a:pt x="1883745" y="281398"/>
                  </a:lnTo>
                  <a:lnTo>
                    <a:pt x="1884748" y="266379"/>
                  </a:lnTo>
                  <a:lnTo>
                    <a:pt x="1885751" y="351506"/>
                  </a:lnTo>
                  <a:lnTo>
                    <a:pt x="1887256" y="272387"/>
                  </a:lnTo>
                  <a:lnTo>
                    <a:pt x="1888258" y="342995"/>
                  </a:lnTo>
                  <a:lnTo>
                    <a:pt x="1889261" y="297418"/>
                  </a:lnTo>
                  <a:lnTo>
                    <a:pt x="1890766" y="334484"/>
                  </a:lnTo>
                  <a:lnTo>
                    <a:pt x="1891769" y="297418"/>
                  </a:lnTo>
                  <a:lnTo>
                    <a:pt x="1892771" y="300922"/>
                  </a:lnTo>
                  <a:lnTo>
                    <a:pt x="1894276" y="311456"/>
                  </a:lnTo>
                  <a:lnTo>
                    <a:pt x="1895279" y="356011"/>
                  </a:lnTo>
                  <a:lnTo>
                    <a:pt x="1896282" y="326474"/>
                  </a:lnTo>
                  <a:lnTo>
                    <a:pt x="1897786" y="361018"/>
                  </a:lnTo>
                  <a:lnTo>
                    <a:pt x="1898789" y="330479"/>
                  </a:lnTo>
                  <a:lnTo>
                    <a:pt x="1899792" y="311456"/>
                  </a:lnTo>
                  <a:lnTo>
                    <a:pt x="1900795" y="297418"/>
                  </a:lnTo>
                  <a:lnTo>
                    <a:pt x="1902299" y="351506"/>
                  </a:lnTo>
                  <a:lnTo>
                    <a:pt x="1903302" y="322469"/>
                  </a:lnTo>
                  <a:lnTo>
                    <a:pt x="1904305" y="375536"/>
                  </a:lnTo>
                  <a:lnTo>
                    <a:pt x="1905809" y="386062"/>
                  </a:lnTo>
                  <a:lnTo>
                    <a:pt x="1906812" y="375536"/>
                  </a:lnTo>
                  <a:lnTo>
                    <a:pt x="1907815" y="448140"/>
                  </a:lnTo>
                  <a:lnTo>
                    <a:pt x="1909319" y="347501"/>
                  </a:lnTo>
                  <a:lnTo>
                    <a:pt x="1910342" y="391069"/>
                  </a:lnTo>
                  <a:lnTo>
                    <a:pt x="1911345" y="375536"/>
                  </a:lnTo>
                  <a:lnTo>
                    <a:pt x="1912850" y="380542"/>
                  </a:lnTo>
                  <a:lnTo>
                    <a:pt x="1913852" y="370530"/>
                  </a:lnTo>
                  <a:lnTo>
                    <a:pt x="1914855" y="455649"/>
                  </a:lnTo>
                  <a:lnTo>
                    <a:pt x="1915858" y="391069"/>
                  </a:lnTo>
                  <a:lnTo>
                    <a:pt x="1917363" y="455649"/>
                  </a:lnTo>
                  <a:lnTo>
                    <a:pt x="1918366" y="380542"/>
                  </a:lnTo>
                  <a:lnTo>
                    <a:pt x="1919368" y="386062"/>
                  </a:lnTo>
                  <a:lnTo>
                    <a:pt x="1920873" y="375536"/>
                  </a:lnTo>
                  <a:lnTo>
                    <a:pt x="1921876" y="311456"/>
                  </a:lnTo>
                  <a:lnTo>
                    <a:pt x="1922879" y="448140"/>
                  </a:lnTo>
                  <a:lnTo>
                    <a:pt x="1924383" y="386062"/>
                  </a:lnTo>
                  <a:lnTo>
                    <a:pt x="1925386" y="361018"/>
                  </a:lnTo>
                  <a:lnTo>
                    <a:pt x="1926389" y="396575"/>
                  </a:lnTo>
                  <a:lnTo>
                    <a:pt x="1927893" y="347501"/>
                  </a:lnTo>
                  <a:lnTo>
                    <a:pt x="1928896" y="334484"/>
                  </a:lnTo>
                  <a:lnTo>
                    <a:pt x="1929899" y="396575"/>
                  </a:lnTo>
                  <a:lnTo>
                    <a:pt x="1930902" y="396575"/>
                  </a:lnTo>
                  <a:lnTo>
                    <a:pt x="1932406" y="414598"/>
                  </a:lnTo>
                  <a:lnTo>
                    <a:pt x="1933409" y="380542"/>
                  </a:lnTo>
                  <a:lnTo>
                    <a:pt x="1934412" y="370530"/>
                  </a:lnTo>
                  <a:lnTo>
                    <a:pt x="1935916" y="334484"/>
                  </a:lnTo>
                  <a:lnTo>
                    <a:pt x="1936919" y="402583"/>
                  </a:lnTo>
                  <a:lnTo>
                    <a:pt x="1937922" y="414598"/>
                  </a:lnTo>
                  <a:lnTo>
                    <a:pt x="1939427" y="414598"/>
                  </a:lnTo>
                  <a:lnTo>
                    <a:pt x="1940429" y="338489"/>
                  </a:lnTo>
                  <a:lnTo>
                    <a:pt x="1941432" y="365523"/>
                  </a:lnTo>
                  <a:lnTo>
                    <a:pt x="1942937" y="391069"/>
                  </a:lnTo>
                  <a:lnTo>
                    <a:pt x="1943940" y="391069"/>
                  </a:lnTo>
                  <a:lnTo>
                    <a:pt x="1944942" y="396575"/>
                  </a:lnTo>
                  <a:lnTo>
                    <a:pt x="1945945" y="420605"/>
                  </a:lnTo>
                  <a:lnTo>
                    <a:pt x="1947450" y="380542"/>
                  </a:lnTo>
                  <a:lnTo>
                    <a:pt x="1948453" y="338489"/>
                  </a:lnTo>
                  <a:lnTo>
                    <a:pt x="1949456" y="342995"/>
                  </a:lnTo>
                  <a:lnTo>
                    <a:pt x="1950960" y="408590"/>
                  </a:lnTo>
                  <a:lnTo>
                    <a:pt x="1951963" y="365523"/>
                  </a:lnTo>
                  <a:lnTo>
                    <a:pt x="1952966" y="356011"/>
                  </a:lnTo>
                  <a:lnTo>
                    <a:pt x="1954470" y="334484"/>
                  </a:lnTo>
                  <a:lnTo>
                    <a:pt x="1955473" y="330479"/>
                  </a:lnTo>
                  <a:lnTo>
                    <a:pt x="1956476" y="318965"/>
                  </a:lnTo>
                  <a:lnTo>
                    <a:pt x="1957980" y="284402"/>
                  </a:lnTo>
                  <a:lnTo>
                    <a:pt x="1958983" y="342995"/>
                  </a:lnTo>
                  <a:lnTo>
                    <a:pt x="1959986" y="334484"/>
                  </a:lnTo>
                  <a:lnTo>
                    <a:pt x="1960989" y="287906"/>
                  </a:lnTo>
                  <a:lnTo>
                    <a:pt x="1962493" y="334484"/>
                  </a:lnTo>
                  <a:lnTo>
                    <a:pt x="1963496" y="300922"/>
                  </a:lnTo>
                  <a:lnTo>
                    <a:pt x="1964499" y="278394"/>
                  </a:lnTo>
                  <a:lnTo>
                    <a:pt x="1966003" y="297418"/>
                  </a:lnTo>
                  <a:lnTo>
                    <a:pt x="1967006" y="330479"/>
                  </a:lnTo>
                  <a:lnTo>
                    <a:pt x="1968009" y="314960"/>
                  </a:lnTo>
                  <a:lnTo>
                    <a:pt x="1969514" y="290910"/>
                  </a:lnTo>
                  <a:lnTo>
                    <a:pt x="1970517" y="304447"/>
                  </a:lnTo>
                  <a:lnTo>
                    <a:pt x="1971519" y="338489"/>
                  </a:lnTo>
                  <a:lnTo>
                    <a:pt x="1973024" y="284402"/>
                  </a:lnTo>
                  <a:lnTo>
                    <a:pt x="1974027" y="281398"/>
                  </a:lnTo>
                  <a:lnTo>
                    <a:pt x="1975030" y="275391"/>
                  </a:lnTo>
                  <a:lnTo>
                    <a:pt x="1976032" y="263376"/>
                  </a:lnTo>
                  <a:lnTo>
                    <a:pt x="1977537" y="266379"/>
                  </a:lnTo>
                  <a:lnTo>
                    <a:pt x="1978540" y="287906"/>
                  </a:lnTo>
                  <a:lnTo>
                    <a:pt x="1979543" y="284402"/>
                  </a:lnTo>
                  <a:lnTo>
                    <a:pt x="1981047" y="247355"/>
                  </a:lnTo>
                  <a:lnTo>
                    <a:pt x="1982050" y="290910"/>
                  </a:lnTo>
                  <a:lnTo>
                    <a:pt x="1983053" y="247355"/>
                  </a:lnTo>
                  <a:lnTo>
                    <a:pt x="1984557" y="272387"/>
                  </a:lnTo>
                  <a:lnTo>
                    <a:pt x="1985560" y="225328"/>
                  </a:lnTo>
                  <a:lnTo>
                    <a:pt x="1986563" y="266379"/>
                  </a:lnTo>
                  <a:lnTo>
                    <a:pt x="1988067" y="290910"/>
                  </a:lnTo>
                  <a:lnTo>
                    <a:pt x="1989070" y="281398"/>
                  </a:lnTo>
                  <a:lnTo>
                    <a:pt x="1990073" y="318965"/>
                  </a:lnTo>
                  <a:lnTo>
                    <a:pt x="1991076" y="300922"/>
                  </a:lnTo>
                  <a:lnTo>
                    <a:pt x="1992580" y="260872"/>
                  </a:lnTo>
                  <a:lnTo>
                    <a:pt x="1993583" y="307951"/>
                  </a:lnTo>
                  <a:lnTo>
                    <a:pt x="1994586" y="347501"/>
                  </a:lnTo>
                  <a:lnTo>
                    <a:pt x="1996091" y="322469"/>
                  </a:lnTo>
                  <a:lnTo>
                    <a:pt x="1997093" y="278394"/>
                  </a:lnTo>
                  <a:lnTo>
                    <a:pt x="1998096" y="334484"/>
                  </a:lnTo>
                  <a:lnTo>
                    <a:pt x="1999601" y="311456"/>
                  </a:lnTo>
                  <a:lnTo>
                    <a:pt x="2000604" y="318965"/>
                  </a:lnTo>
                  <a:lnTo>
                    <a:pt x="2001606" y="266379"/>
                  </a:lnTo>
                  <a:lnTo>
                    <a:pt x="2003111" y="370530"/>
                  </a:lnTo>
                  <a:lnTo>
                    <a:pt x="2004114" y="322469"/>
                  </a:lnTo>
                  <a:lnTo>
                    <a:pt x="2005117" y="326474"/>
                  </a:lnTo>
                  <a:lnTo>
                    <a:pt x="2006120" y="342995"/>
                  </a:lnTo>
                  <a:lnTo>
                    <a:pt x="2007624" y="297418"/>
                  </a:lnTo>
                  <a:lnTo>
                    <a:pt x="2008627" y="307951"/>
                  </a:lnTo>
                  <a:lnTo>
                    <a:pt x="2009630" y="314960"/>
                  </a:lnTo>
                  <a:lnTo>
                    <a:pt x="2011134" y="322469"/>
                  </a:lnTo>
                  <a:lnTo>
                    <a:pt x="2012137" y="338489"/>
                  </a:lnTo>
                  <a:lnTo>
                    <a:pt x="2013140" y="342995"/>
                  </a:lnTo>
                  <a:lnTo>
                    <a:pt x="2014644" y="380542"/>
                  </a:lnTo>
                  <a:lnTo>
                    <a:pt x="2015647" y="314960"/>
                  </a:lnTo>
                  <a:lnTo>
                    <a:pt x="2016663" y="361018"/>
                  </a:lnTo>
                  <a:lnTo>
                    <a:pt x="2018168" y="370530"/>
                  </a:lnTo>
                  <a:lnTo>
                    <a:pt x="2019171" y="334484"/>
                  </a:lnTo>
                  <a:lnTo>
                    <a:pt x="2020174" y="347501"/>
                  </a:lnTo>
                  <a:lnTo>
                    <a:pt x="2021678" y="396575"/>
                  </a:lnTo>
                  <a:lnTo>
                    <a:pt x="2022681" y="402583"/>
                  </a:lnTo>
                  <a:lnTo>
                    <a:pt x="2023684" y="361018"/>
                  </a:lnTo>
                  <a:lnTo>
                    <a:pt x="2024687" y="408590"/>
                  </a:lnTo>
                  <a:lnTo>
                    <a:pt x="2026191" y="408590"/>
                  </a:lnTo>
                  <a:lnTo>
                    <a:pt x="2027194" y="391069"/>
                  </a:lnTo>
                  <a:lnTo>
                    <a:pt x="2028197" y="351506"/>
                  </a:lnTo>
                  <a:lnTo>
                    <a:pt x="2029701" y="342995"/>
                  </a:lnTo>
                  <a:lnTo>
                    <a:pt x="2030704" y="361018"/>
                  </a:lnTo>
                  <a:lnTo>
                    <a:pt x="2031707" y="396575"/>
                  </a:lnTo>
                  <a:lnTo>
                    <a:pt x="2033211" y="370530"/>
                  </a:lnTo>
                  <a:lnTo>
                    <a:pt x="2034214" y="402583"/>
                  </a:lnTo>
                  <a:lnTo>
                    <a:pt x="2035217" y="365523"/>
                  </a:lnTo>
                  <a:lnTo>
                    <a:pt x="2036721" y="361018"/>
                  </a:lnTo>
                  <a:lnTo>
                    <a:pt x="2037724" y="318965"/>
                  </a:lnTo>
                  <a:lnTo>
                    <a:pt x="2038727" y="441131"/>
                  </a:lnTo>
                  <a:lnTo>
                    <a:pt x="2039730" y="361018"/>
                  </a:lnTo>
                  <a:lnTo>
                    <a:pt x="2041235" y="365523"/>
                  </a:lnTo>
                  <a:lnTo>
                    <a:pt x="2042237" y="402583"/>
                  </a:lnTo>
                  <a:lnTo>
                    <a:pt x="2043240" y="408590"/>
                  </a:lnTo>
                  <a:lnTo>
                    <a:pt x="2044745" y="386062"/>
                  </a:lnTo>
                  <a:lnTo>
                    <a:pt x="2045748" y="380542"/>
                  </a:lnTo>
                  <a:lnTo>
                    <a:pt x="2046751" y="380542"/>
                  </a:lnTo>
                  <a:lnTo>
                    <a:pt x="2048255" y="386062"/>
                  </a:lnTo>
                  <a:lnTo>
                    <a:pt x="2049258" y="361018"/>
                  </a:lnTo>
                  <a:lnTo>
                    <a:pt x="2050261" y="455649"/>
                  </a:lnTo>
                  <a:lnTo>
                    <a:pt x="2051765" y="365523"/>
                  </a:lnTo>
                  <a:lnTo>
                    <a:pt x="2052768" y="414598"/>
                  </a:lnTo>
                  <a:lnTo>
                    <a:pt x="2053771" y="396575"/>
                  </a:lnTo>
                  <a:lnTo>
                    <a:pt x="2054774" y="380542"/>
                  </a:lnTo>
                  <a:lnTo>
                    <a:pt x="2056278" y="326474"/>
                  </a:lnTo>
                  <a:lnTo>
                    <a:pt x="2057281" y="420605"/>
                  </a:lnTo>
                  <a:lnTo>
                    <a:pt x="2058284" y="420605"/>
                  </a:lnTo>
                  <a:lnTo>
                    <a:pt x="2059788" y="402583"/>
                  </a:lnTo>
                  <a:lnTo>
                    <a:pt x="2060791" y="402583"/>
                  </a:lnTo>
                  <a:lnTo>
                    <a:pt x="2061794" y="396575"/>
                  </a:lnTo>
                  <a:lnTo>
                    <a:pt x="2063298" y="448140"/>
                  </a:lnTo>
                  <a:lnTo>
                    <a:pt x="2064301" y="396575"/>
                  </a:lnTo>
                  <a:lnTo>
                    <a:pt x="2065304" y="402583"/>
                  </a:lnTo>
                  <a:lnTo>
                    <a:pt x="2066809" y="408590"/>
                  </a:lnTo>
                  <a:lnTo>
                    <a:pt x="2067811" y="375536"/>
                  </a:lnTo>
                  <a:lnTo>
                    <a:pt x="2068814" y="375536"/>
                  </a:lnTo>
                  <a:lnTo>
                    <a:pt x="2069817" y="380542"/>
                  </a:lnTo>
                  <a:lnTo>
                    <a:pt x="2071322" y="334484"/>
                  </a:lnTo>
                  <a:lnTo>
                    <a:pt x="2072325" y="375536"/>
                  </a:lnTo>
                  <a:lnTo>
                    <a:pt x="2073327" y="380542"/>
                  </a:lnTo>
                  <a:lnTo>
                    <a:pt x="2074832" y="347501"/>
                  </a:lnTo>
                  <a:lnTo>
                    <a:pt x="2075835" y="375536"/>
                  </a:lnTo>
                  <a:lnTo>
                    <a:pt x="2076838" y="370530"/>
                  </a:lnTo>
                  <a:lnTo>
                    <a:pt x="2078342" y="370530"/>
                  </a:lnTo>
                  <a:lnTo>
                    <a:pt x="2079345" y="427114"/>
                  </a:lnTo>
                  <a:lnTo>
                    <a:pt x="2080348" y="380542"/>
                  </a:lnTo>
                  <a:lnTo>
                    <a:pt x="2081852" y="356011"/>
                  </a:lnTo>
                  <a:lnTo>
                    <a:pt x="2082855" y="375536"/>
                  </a:lnTo>
                  <a:lnTo>
                    <a:pt x="2083858" y="441131"/>
                  </a:lnTo>
                  <a:lnTo>
                    <a:pt x="2084861" y="342995"/>
                  </a:lnTo>
                  <a:lnTo>
                    <a:pt x="2086365" y="408590"/>
                  </a:lnTo>
                  <a:lnTo>
                    <a:pt x="2087368" y="402583"/>
                  </a:lnTo>
                  <a:lnTo>
                    <a:pt x="2088371" y="427114"/>
                  </a:lnTo>
                  <a:lnTo>
                    <a:pt x="2089875" y="380542"/>
                  </a:lnTo>
                  <a:lnTo>
                    <a:pt x="2090878" y="356011"/>
                  </a:lnTo>
                  <a:lnTo>
                    <a:pt x="2091881" y="356011"/>
                  </a:lnTo>
                  <a:lnTo>
                    <a:pt x="2093385" y="365523"/>
                  </a:lnTo>
                  <a:lnTo>
                    <a:pt x="2094388" y="375536"/>
                  </a:lnTo>
                  <a:lnTo>
                    <a:pt x="2095391" y="365523"/>
                  </a:lnTo>
                  <a:lnTo>
                    <a:pt x="2096896" y="342995"/>
                  </a:lnTo>
                  <a:lnTo>
                    <a:pt x="2097899" y="380542"/>
                  </a:lnTo>
                  <a:lnTo>
                    <a:pt x="2098901" y="380542"/>
                  </a:lnTo>
                  <a:lnTo>
                    <a:pt x="2099904" y="414598"/>
                  </a:lnTo>
                  <a:lnTo>
                    <a:pt x="2101409" y="414598"/>
                  </a:lnTo>
                  <a:lnTo>
                    <a:pt x="2102412" y="375536"/>
                  </a:lnTo>
                  <a:lnTo>
                    <a:pt x="2103415" y="338489"/>
                  </a:lnTo>
                  <a:lnTo>
                    <a:pt x="2104919" y="370530"/>
                  </a:lnTo>
                  <a:lnTo>
                    <a:pt x="2105922" y="386062"/>
                  </a:lnTo>
                  <a:lnTo>
                    <a:pt x="2106925" y="375536"/>
                  </a:lnTo>
                  <a:lnTo>
                    <a:pt x="2108429" y="391069"/>
                  </a:lnTo>
                  <a:lnTo>
                    <a:pt x="2109432" y="391069"/>
                  </a:lnTo>
                  <a:lnTo>
                    <a:pt x="2110435" y="356011"/>
                  </a:lnTo>
                  <a:lnTo>
                    <a:pt x="2111939" y="351506"/>
                  </a:lnTo>
                  <a:lnTo>
                    <a:pt x="2112942" y="326474"/>
                  </a:lnTo>
                  <a:lnTo>
                    <a:pt x="2113945" y="361018"/>
                  </a:lnTo>
                  <a:lnTo>
                    <a:pt x="2114948" y="330479"/>
                  </a:lnTo>
                  <a:lnTo>
                    <a:pt x="2116452" y="391069"/>
                  </a:lnTo>
                  <a:lnTo>
                    <a:pt x="2117455" y="396575"/>
                  </a:lnTo>
                  <a:lnTo>
                    <a:pt x="2118458" y="365523"/>
                  </a:lnTo>
                  <a:lnTo>
                    <a:pt x="2119962" y="408590"/>
                  </a:lnTo>
                  <a:lnTo>
                    <a:pt x="2120965" y="375536"/>
                  </a:lnTo>
                  <a:lnTo>
                    <a:pt x="2121968" y="351506"/>
                  </a:lnTo>
                  <a:lnTo>
                    <a:pt x="2123493" y="455649"/>
                  </a:lnTo>
                  <a:lnTo>
                    <a:pt x="2124496" y="380542"/>
                  </a:lnTo>
                  <a:lnTo>
                    <a:pt x="2125498" y="365523"/>
                  </a:lnTo>
                  <a:lnTo>
                    <a:pt x="2127003" y="396575"/>
                  </a:lnTo>
                  <a:lnTo>
                    <a:pt x="2128006" y="402583"/>
                  </a:lnTo>
                  <a:lnTo>
                    <a:pt x="2129009" y="408590"/>
                  </a:lnTo>
                  <a:lnTo>
                    <a:pt x="2130012" y="361018"/>
                  </a:lnTo>
                  <a:lnTo>
                    <a:pt x="2131516" y="434122"/>
                  </a:lnTo>
                  <a:lnTo>
                    <a:pt x="2132519" y="427114"/>
                  </a:lnTo>
                  <a:lnTo>
                    <a:pt x="2133522" y="391069"/>
                  </a:lnTo>
                  <a:lnTo>
                    <a:pt x="2135026" y="365523"/>
                  </a:lnTo>
                  <a:lnTo>
                    <a:pt x="2136029" y="402583"/>
                  </a:lnTo>
                  <a:lnTo>
                    <a:pt x="2137032" y="489211"/>
                  </a:lnTo>
                  <a:lnTo>
                    <a:pt x="2138536" y="420605"/>
                  </a:lnTo>
                  <a:lnTo>
                    <a:pt x="2139539" y="414598"/>
                  </a:lnTo>
                  <a:lnTo>
                    <a:pt x="2140542" y="402583"/>
                  </a:lnTo>
                  <a:lnTo>
                    <a:pt x="2142046" y="386062"/>
                  </a:lnTo>
                  <a:lnTo>
                    <a:pt x="2143049" y="351506"/>
                  </a:lnTo>
                  <a:lnTo>
                    <a:pt x="2144052" y="414598"/>
                  </a:lnTo>
                  <a:lnTo>
                    <a:pt x="2145556" y="380542"/>
                  </a:lnTo>
                  <a:lnTo>
                    <a:pt x="2146559" y="318965"/>
                  </a:lnTo>
                  <a:lnTo>
                    <a:pt x="2147562" y="396575"/>
                  </a:lnTo>
                  <a:lnTo>
                    <a:pt x="2148565" y="365523"/>
                  </a:lnTo>
                  <a:lnTo>
                    <a:pt x="2150070" y="370530"/>
                  </a:lnTo>
                  <a:lnTo>
                    <a:pt x="2151072" y="380542"/>
                  </a:lnTo>
                  <a:lnTo>
                    <a:pt x="2152075" y="396575"/>
                  </a:lnTo>
                  <a:lnTo>
                    <a:pt x="2153580" y="408590"/>
                  </a:lnTo>
                  <a:lnTo>
                    <a:pt x="2154583" y="408590"/>
                  </a:lnTo>
                  <a:lnTo>
                    <a:pt x="2155586" y="342995"/>
                  </a:lnTo>
                  <a:lnTo>
                    <a:pt x="2157090" y="347501"/>
                  </a:lnTo>
                  <a:lnTo>
                    <a:pt x="2158093" y="402583"/>
                  </a:lnTo>
                  <a:lnTo>
                    <a:pt x="2159096" y="441131"/>
                  </a:lnTo>
                  <a:lnTo>
                    <a:pt x="2160600" y="365523"/>
                  </a:lnTo>
                  <a:lnTo>
                    <a:pt x="2161603" y="396575"/>
                  </a:lnTo>
                  <a:lnTo>
                    <a:pt x="2162606" y="365523"/>
                  </a:lnTo>
                  <a:lnTo>
                    <a:pt x="2163609" y="396575"/>
                  </a:lnTo>
                  <a:lnTo>
                    <a:pt x="2165113" y="334484"/>
                  </a:lnTo>
                  <a:lnTo>
                    <a:pt x="2166116" y="330479"/>
                  </a:lnTo>
                  <a:lnTo>
                    <a:pt x="2167119" y="408590"/>
                  </a:lnTo>
                  <a:lnTo>
                    <a:pt x="2168623" y="361018"/>
                  </a:lnTo>
                  <a:lnTo>
                    <a:pt x="2169626" y="402583"/>
                  </a:lnTo>
                  <a:lnTo>
                    <a:pt x="2170629" y="351506"/>
                  </a:lnTo>
                  <a:lnTo>
                    <a:pt x="2172133" y="334484"/>
                  </a:lnTo>
                  <a:lnTo>
                    <a:pt x="2173136" y="391069"/>
                  </a:lnTo>
                  <a:lnTo>
                    <a:pt x="2174139" y="391069"/>
                  </a:lnTo>
                  <a:lnTo>
                    <a:pt x="2175644" y="365523"/>
                  </a:lnTo>
                  <a:lnTo>
                    <a:pt x="2176646" y="356011"/>
                  </a:lnTo>
                  <a:lnTo>
                    <a:pt x="2177649" y="427114"/>
                  </a:lnTo>
                  <a:lnTo>
                    <a:pt x="2178652" y="365523"/>
                  </a:lnTo>
                  <a:lnTo>
                    <a:pt x="2180157" y="365523"/>
                  </a:lnTo>
                  <a:lnTo>
                    <a:pt x="2181160" y="414598"/>
                  </a:lnTo>
                  <a:lnTo>
                    <a:pt x="2182162" y="365523"/>
                  </a:lnTo>
                  <a:lnTo>
                    <a:pt x="2183667" y="402583"/>
                  </a:lnTo>
                  <a:lnTo>
                    <a:pt x="2184670" y="351506"/>
                  </a:lnTo>
                  <a:lnTo>
                    <a:pt x="2185673" y="386062"/>
                  </a:lnTo>
                  <a:lnTo>
                    <a:pt x="2187177" y="338489"/>
                  </a:lnTo>
                  <a:lnTo>
                    <a:pt x="2188180" y="311456"/>
                  </a:lnTo>
                  <a:lnTo>
                    <a:pt x="2189183" y="356011"/>
                  </a:lnTo>
                  <a:lnTo>
                    <a:pt x="2190687" y="386062"/>
                  </a:lnTo>
                  <a:lnTo>
                    <a:pt x="2191690" y="391069"/>
                  </a:lnTo>
                  <a:lnTo>
                    <a:pt x="2192693" y="347501"/>
                  </a:lnTo>
                  <a:lnTo>
                    <a:pt x="2193696" y="297418"/>
                  </a:lnTo>
                  <a:lnTo>
                    <a:pt x="2195200" y="365523"/>
                  </a:lnTo>
                  <a:lnTo>
                    <a:pt x="2196203" y="370530"/>
                  </a:lnTo>
                  <a:lnTo>
                    <a:pt x="2197206" y="356011"/>
                  </a:lnTo>
                  <a:lnTo>
                    <a:pt x="2198710" y="342995"/>
                  </a:lnTo>
                  <a:lnTo>
                    <a:pt x="2199713" y="361018"/>
                  </a:lnTo>
                </a:path>
              </a:pathLst>
            </a:custGeom>
            <a:ln w="3175">
              <a:solidFill>
                <a:srgbClr val="6C006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635925" y="2416111"/>
              <a:ext cx="2200275" cy="712470"/>
            </a:xfrm>
            <a:custGeom>
              <a:avLst/>
              <a:gdLst/>
              <a:ahLst/>
              <a:cxnLst/>
              <a:rect l="l" t="t" r="r" b="b"/>
              <a:pathLst>
                <a:path w="2200275" h="712469">
                  <a:moveTo>
                    <a:pt x="0" y="218319"/>
                  </a:moveTo>
                  <a:lnTo>
                    <a:pt x="1002" y="229834"/>
                  </a:lnTo>
                  <a:lnTo>
                    <a:pt x="2520" y="248857"/>
                  </a:lnTo>
                  <a:lnTo>
                    <a:pt x="3523" y="232337"/>
                  </a:lnTo>
                  <a:lnTo>
                    <a:pt x="4526" y="211811"/>
                  </a:lnTo>
                  <a:lnTo>
                    <a:pt x="6030" y="223826"/>
                  </a:lnTo>
                  <a:lnTo>
                    <a:pt x="7033" y="217318"/>
                  </a:lnTo>
                  <a:lnTo>
                    <a:pt x="8036" y="248857"/>
                  </a:lnTo>
                  <a:lnTo>
                    <a:pt x="9039" y="261373"/>
                  </a:lnTo>
                  <a:lnTo>
                    <a:pt x="10543" y="234840"/>
                  </a:lnTo>
                  <a:lnTo>
                    <a:pt x="11546" y="250359"/>
                  </a:lnTo>
                  <a:lnTo>
                    <a:pt x="12549" y="237343"/>
                  </a:lnTo>
                  <a:lnTo>
                    <a:pt x="14054" y="247355"/>
                  </a:lnTo>
                  <a:lnTo>
                    <a:pt x="15056" y="231335"/>
                  </a:lnTo>
                  <a:lnTo>
                    <a:pt x="16059" y="221824"/>
                  </a:lnTo>
                  <a:lnTo>
                    <a:pt x="17564" y="237343"/>
                  </a:lnTo>
                  <a:lnTo>
                    <a:pt x="18567" y="256867"/>
                  </a:lnTo>
                  <a:lnTo>
                    <a:pt x="19569" y="242349"/>
                  </a:lnTo>
                  <a:lnTo>
                    <a:pt x="21074" y="256867"/>
                  </a:lnTo>
                  <a:lnTo>
                    <a:pt x="22077" y="259871"/>
                  </a:lnTo>
                  <a:lnTo>
                    <a:pt x="23080" y="252862"/>
                  </a:lnTo>
                  <a:lnTo>
                    <a:pt x="24083" y="258369"/>
                  </a:lnTo>
                  <a:lnTo>
                    <a:pt x="25587" y="258369"/>
                  </a:lnTo>
                  <a:lnTo>
                    <a:pt x="26590" y="242349"/>
                  </a:lnTo>
                  <a:lnTo>
                    <a:pt x="27593" y="258369"/>
                  </a:lnTo>
                  <a:lnTo>
                    <a:pt x="29097" y="233338"/>
                  </a:lnTo>
                  <a:lnTo>
                    <a:pt x="30100" y="274409"/>
                  </a:lnTo>
                  <a:lnTo>
                    <a:pt x="31103" y="252862"/>
                  </a:lnTo>
                  <a:lnTo>
                    <a:pt x="32607" y="258369"/>
                  </a:lnTo>
                  <a:lnTo>
                    <a:pt x="33610" y="242349"/>
                  </a:lnTo>
                  <a:lnTo>
                    <a:pt x="34613" y="255366"/>
                  </a:lnTo>
                  <a:lnTo>
                    <a:pt x="36117" y="246354"/>
                  </a:lnTo>
                  <a:lnTo>
                    <a:pt x="37120" y="259871"/>
                  </a:lnTo>
                  <a:lnTo>
                    <a:pt x="38123" y="274409"/>
                  </a:lnTo>
                  <a:lnTo>
                    <a:pt x="39126" y="272907"/>
                  </a:lnTo>
                  <a:lnTo>
                    <a:pt x="40630" y="244852"/>
                  </a:lnTo>
                  <a:lnTo>
                    <a:pt x="41633" y="262374"/>
                  </a:lnTo>
                  <a:lnTo>
                    <a:pt x="42636" y="275911"/>
                  </a:lnTo>
                  <a:lnTo>
                    <a:pt x="44141" y="296937"/>
                  </a:lnTo>
                  <a:lnTo>
                    <a:pt x="45144" y="261373"/>
                  </a:lnTo>
                  <a:lnTo>
                    <a:pt x="46146" y="262374"/>
                  </a:lnTo>
                  <a:lnTo>
                    <a:pt x="47651" y="271386"/>
                  </a:lnTo>
                  <a:lnTo>
                    <a:pt x="48654" y="274409"/>
                  </a:lnTo>
                  <a:lnTo>
                    <a:pt x="49657" y="259871"/>
                  </a:lnTo>
                  <a:lnTo>
                    <a:pt x="51161" y="274409"/>
                  </a:lnTo>
                  <a:lnTo>
                    <a:pt x="52164" y="266880"/>
                  </a:lnTo>
                  <a:lnTo>
                    <a:pt x="53167" y="296937"/>
                  </a:lnTo>
                  <a:lnTo>
                    <a:pt x="54170" y="248857"/>
                  </a:lnTo>
                  <a:lnTo>
                    <a:pt x="55674" y="266880"/>
                  </a:lnTo>
                  <a:lnTo>
                    <a:pt x="56677" y="246354"/>
                  </a:lnTo>
                  <a:lnTo>
                    <a:pt x="57680" y="274409"/>
                  </a:lnTo>
                  <a:lnTo>
                    <a:pt x="59184" y="269884"/>
                  </a:lnTo>
                  <a:lnTo>
                    <a:pt x="60187" y="321969"/>
                  </a:lnTo>
                  <a:lnTo>
                    <a:pt x="61190" y="291931"/>
                  </a:lnTo>
                  <a:lnTo>
                    <a:pt x="62694" y="277413"/>
                  </a:lnTo>
                  <a:lnTo>
                    <a:pt x="63697" y="298439"/>
                  </a:lnTo>
                  <a:lnTo>
                    <a:pt x="64700" y="283421"/>
                  </a:lnTo>
                  <a:lnTo>
                    <a:pt x="66204" y="271386"/>
                  </a:lnTo>
                  <a:lnTo>
                    <a:pt x="67207" y="265378"/>
                  </a:lnTo>
                  <a:lnTo>
                    <a:pt x="68210" y="261373"/>
                  </a:lnTo>
                  <a:lnTo>
                    <a:pt x="69715" y="310955"/>
                  </a:lnTo>
                  <a:lnTo>
                    <a:pt x="70718" y="261373"/>
                  </a:lnTo>
                  <a:lnTo>
                    <a:pt x="71720" y="274409"/>
                  </a:lnTo>
                  <a:lnTo>
                    <a:pt x="72723" y="261373"/>
                  </a:lnTo>
                  <a:lnTo>
                    <a:pt x="74228" y="263876"/>
                  </a:lnTo>
                  <a:lnTo>
                    <a:pt x="75231" y="280417"/>
                  </a:lnTo>
                  <a:lnTo>
                    <a:pt x="76234" y="301944"/>
                  </a:lnTo>
                  <a:lnTo>
                    <a:pt x="77738" y="293433"/>
                  </a:lnTo>
                  <a:lnTo>
                    <a:pt x="78741" y="251360"/>
                  </a:lnTo>
                  <a:lnTo>
                    <a:pt x="79744" y="285423"/>
                  </a:lnTo>
                  <a:lnTo>
                    <a:pt x="81248" y="312457"/>
                  </a:lnTo>
                  <a:lnTo>
                    <a:pt x="82251" y="277413"/>
                  </a:lnTo>
                  <a:lnTo>
                    <a:pt x="83254" y="275911"/>
                  </a:lnTo>
                  <a:lnTo>
                    <a:pt x="84758" y="263876"/>
                  </a:lnTo>
                  <a:lnTo>
                    <a:pt x="85761" y="269884"/>
                  </a:lnTo>
                  <a:lnTo>
                    <a:pt x="86764" y="266880"/>
                  </a:lnTo>
                  <a:lnTo>
                    <a:pt x="87767" y="275911"/>
                  </a:lnTo>
                  <a:lnTo>
                    <a:pt x="89271" y="221824"/>
                  </a:lnTo>
                  <a:lnTo>
                    <a:pt x="90274" y="190771"/>
                  </a:lnTo>
                  <a:lnTo>
                    <a:pt x="91277" y="184263"/>
                  </a:lnTo>
                  <a:lnTo>
                    <a:pt x="92781" y="135202"/>
                  </a:lnTo>
                  <a:lnTo>
                    <a:pt x="93784" y="135202"/>
                  </a:lnTo>
                  <a:lnTo>
                    <a:pt x="94787" y="101640"/>
                  </a:lnTo>
                  <a:lnTo>
                    <a:pt x="96292" y="98636"/>
                  </a:lnTo>
                  <a:lnTo>
                    <a:pt x="97294" y="79112"/>
                  </a:lnTo>
                  <a:lnTo>
                    <a:pt x="98297" y="70100"/>
                  </a:lnTo>
                  <a:lnTo>
                    <a:pt x="99802" y="49575"/>
                  </a:lnTo>
                  <a:lnTo>
                    <a:pt x="100805" y="55082"/>
                  </a:lnTo>
                  <a:lnTo>
                    <a:pt x="101807" y="56083"/>
                  </a:lnTo>
                  <a:lnTo>
                    <a:pt x="102810" y="37059"/>
                  </a:lnTo>
                  <a:lnTo>
                    <a:pt x="104315" y="60088"/>
                  </a:lnTo>
                  <a:lnTo>
                    <a:pt x="105318" y="41064"/>
                  </a:lnTo>
                  <a:lnTo>
                    <a:pt x="106321" y="41565"/>
                  </a:lnTo>
                  <a:lnTo>
                    <a:pt x="107825" y="43067"/>
                  </a:lnTo>
                  <a:lnTo>
                    <a:pt x="108848" y="77109"/>
                  </a:lnTo>
                  <a:lnTo>
                    <a:pt x="109851" y="38561"/>
                  </a:lnTo>
                  <a:lnTo>
                    <a:pt x="111355" y="58586"/>
                  </a:lnTo>
                  <a:lnTo>
                    <a:pt x="112358" y="46070"/>
                  </a:lnTo>
                  <a:lnTo>
                    <a:pt x="113361" y="74606"/>
                  </a:lnTo>
                  <a:lnTo>
                    <a:pt x="114865" y="96133"/>
                  </a:lnTo>
                  <a:lnTo>
                    <a:pt x="115868" y="119682"/>
                  </a:lnTo>
                  <a:lnTo>
                    <a:pt x="116871" y="129194"/>
                  </a:lnTo>
                  <a:lnTo>
                    <a:pt x="117874" y="152724"/>
                  </a:lnTo>
                  <a:lnTo>
                    <a:pt x="119378" y="188769"/>
                  </a:lnTo>
                  <a:lnTo>
                    <a:pt x="120381" y="173249"/>
                  </a:lnTo>
                  <a:lnTo>
                    <a:pt x="121384" y="226329"/>
                  </a:lnTo>
                  <a:lnTo>
                    <a:pt x="122889" y="233338"/>
                  </a:lnTo>
                  <a:lnTo>
                    <a:pt x="123891" y="275911"/>
                  </a:lnTo>
                  <a:lnTo>
                    <a:pt x="124894" y="299941"/>
                  </a:lnTo>
                  <a:lnTo>
                    <a:pt x="126399" y="239846"/>
                  </a:lnTo>
                  <a:lnTo>
                    <a:pt x="127402" y="308953"/>
                  </a:lnTo>
                  <a:lnTo>
                    <a:pt x="128405" y="271386"/>
                  </a:lnTo>
                  <a:lnTo>
                    <a:pt x="129909" y="316462"/>
                  </a:lnTo>
                  <a:lnTo>
                    <a:pt x="130912" y="323971"/>
                  </a:lnTo>
                  <a:lnTo>
                    <a:pt x="131915" y="318464"/>
                  </a:lnTo>
                  <a:lnTo>
                    <a:pt x="132918" y="299941"/>
                  </a:lnTo>
                  <a:lnTo>
                    <a:pt x="134422" y="333984"/>
                  </a:lnTo>
                  <a:lnTo>
                    <a:pt x="135425" y="310955"/>
                  </a:lnTo>
                  <a:lnTo>
                    <a:pt x="136428" y="386062"/>
                  </a:lnTo>
                  <a:lnTo>
                    <a:pt x="137932" y="316462"/>
                  </a:lnTo>
                  <a:lnTo>
                    <a:pt x="138935" y="305448"/>
                  </a:lnTo>
                  <a:lnTo>
                    <a:pt x="139938" y="294935"/>
                  </a:lnTo>
                  <a:lnTo>
                    <a:pt x="141442" y="296937"/>
                  </a:lnTo>
                  <a:lnTo>
                    <a:pt x="142445" y="286925"/>
                  </a:lnTo>
                  <a:lnTo>
                    <a:pt x="143448" y="293433"/>
                  </a:lnTo>
                  <a:lnTo>
                    <a:pt x="144952" y="288427"/>
                  </a:lnTo>
                  <a:lnTo>
                    <a:pt x="145955" y="318464"/>
                  </a:lnTo>
                  <a:lnTo>
                    <a:pt x="146958" y="296937"/>
                  </a:lnTo>
                  <a:lnTo>
                    <a:pt x="147961" y="349003"/>
                  </a:lnTo>
                  <a:lnTo>
                    <a:pt x="149465" y="314459"/>
                  </a:lnTo>
                  <a:lnTo>
                    <a:pt x="150468" y="320467"/>
                  </a:lnTo>
                  <a:lnTo>
                    <a:pt x="151471" y="308953"/>
                  </a:lnTo>
                  <a:lnTo>
                    <a:pt x="152976" y="303446"/>
                  </a:lnTo>
                  <a:lnTo>
                    <a:pt x="153979" y="327976"/>
                  </a:lnTo>
                  <a:lnTo>
                    <a:pt x="154981" y="340492"/>
                  </a:lnTo>
                  <a:lnTo>
                    <a:pt x="156486" y="318464"/>
                  </a:lnTo>
                  <a:lnTo>
                    <a:pt x="157489" y="329979"/>
                  </a:lnTo>
                  <a:lnTo>
                    <a:pt x="158492" y="303446"/>
                  </a:lnTo>
                  <a:lnTo>
                    <a:pt x="159996" y="291931"/>
                  </a:lnTo>
                  <a:lnTo>
                    <a:pt x="160999" y="305448"/>
                  </a:lnTo>
                  <a:lnTo>
                    <a:pt x="162002" y="335986"/>
                  </a:lnTo>
                  <a:lnTo>
                    <a:pt x="163005" y="323971"/>
                  </a:lnTo>
                  <a:lnTo>
                    <a:pt x="164509" y="340492"/>
                  </a:lnTo>
                  <a:lnTo>
                    <a:pt x="165512" y="333984"/>
                  </a:lnTo>
                  <a:lnTo>
                    <a:pt x="166515" y="344998"/>
                  </a:lnTo>
                  <a:lnTo>
                    <a:pt x="168019" y="293433"/>
                  </a:lnTo>
                  <a:lnTo>
                    <a:pt x="169022" y="327976"/>
                  </a:lnTo>
                  <a:lnTo>
                    <a:pt x="170025" y="308953"/>
                  </a:lnTo>
                  <a:lnTo>
                    <a:pt x="171529" y="383559"/>
                  </a:lnTo>
                  <a:lnTo>
                    <a:pt x="172532" y="363033"/>
                  </a:lnTo>
                  <a:lnTo>
                    <a:pt x="173535" y="344998"/>
                  </a:lnTo>
                  <a:lnTo>
                    <a:pt x="175039" y="321969"/>
                  </a:lnTo>
                  <a:lnTo>
                    <a:pt x="176042" y="321969"/>
                  </a:lnTo>
                  <a:lnTo>
                    <a:pt x="177045" y="331981"/>
                  </a:lnTo>
                  <a:lnTo>
                    <a:pt x="178048" y="368040"/>
                  </a:lnTo>
                  <a:lnTo>
                    <a:pt x="179553" y="342494"/>
                  </a:lnTo>
                  <a:lnTo>
                    <a:pt x="180555" y="349003"/>
                  </a:lnTo>
                  <a:lnTo>
                    <a:pt x="181558" y="305448"/>
                  </a:lnTo>
                  <a:lnTo>
                    <a:pt x="183063" y="323971"/>
                  </a:lnTo>
                  <a:lnTo>
                    <a:pt x="184066" y="323971"/>
                  </a:lnTo>
                  <a:lnTo>
                    <a:pt x="185069" y="347000"/>
                  </a:lnTo>
                  <a:lnTo>
                    <a:pt x="186573" y="338489"/>
                  </a:lnTo>
                  <a:lnTo>
                    <a:pt x="187576" y="358528"/>
                  </a:lnTo>
                  <a:lnTo>
                    <a:pt x="188579" y="307451"/>
                  </a:lnTo>
                  <a:lnTo>
                    <a:pt x="190083" y="378052"/>
                  </a:lnTo>
                  <a:lnTo>
                    <a:pt x="191086" y="325974"/>
                  </a:lnTo>
                  <a:lnTo>
                    <a:pt x="192089" y="347000"/>
                  </a:lnTo>
                  <a:lnTo>
                    <a:pt x="193593" y="344998"/>
                  </a:lnTo>
                  <a:lnTo>
                    <a:pt x="194596" y="333984"/>
                  </a:lnTo>
                  <a:lnTo>
                    <a:pt x="195599" y="358528"/>
                  </a:lnTo>
                  <a:lnTo>
                    <a:pt x="196602" y="312457"/>
                  </a:lnTo>
                  <a:lnTo>
                    <a:pt x="198106" y="356025"/>
                  </a:lnTo>
                  <a:lnTo>
                    <a:pt x="199109" y="327976"/>
                  </a:lnTo>
                  <a:lnTo>
                    <a:pt x="200112" y="349003"/>
                  </a:lnTo>
                  <a:lnTo>
                    <a:pt x="201616" y="333984"/>
                  </a:lnTo>
                  <a:lnTo>
                    <a:pt x="202619" y="356025"/>
                  </a:lnTo>
                  <a:lnTo>
                    <a:pt x="203622" y="356025"/>
                  </a:lnTo>
                  <a:lnTo>
                    <a:pt x="205127" y="320467"/>
                  </a:lnTo>
                  <a:lnTo>
                    <a:pt x="206129" y="333984"/>
                  </a:lnTo>
                  <a:lnTo>
                    <a:pt x="207132" y="333984"/>
                  </a:lnTo>
                  <a:lnTo>
                    <a:pt x="208637" y="386062"/>
                  </a:lnTo>
                  <a:lnTo>
                    <a:pt x="209640" y="323971"/>
                  </a:lnTo>
                  <a:lnTo>
                    <a:pt x="210643" y="325974"/>
                  </a:lnTo>
                  <a:lnTo>
                    <a:pt x="211645" y="338489"/>
                  </a:lnTo>
                  <a:lnTo>
                    <a:pt x="213150" y="351506"/>
                  </a:lnTo>
                  <a:lnTo>
                    <a:pt x="214153" y="445657"/>
                  </a:lnTo>
                  <a:lnTo>
                    <a:pt x="215169" y="368040"/>
                  </a:lnTo>
                  <a:lnTo>
                    <a:pt x="216673" y="342494"/>
                  </a:lnTo>
                  <a:lnTo>
                    <a:pt x="217676" y="370543"/>
                  </a:lnTo>
                  <a:lnTo>
                    <a:pt x="218679" y="335986"/>
                  </a:lnTo>
                  <a:lnTo>
                    <a:pt x="220184" y="358528"/>
                  </a:lnTo>
                  <a:lnTo>
                    <a:pt x="221186" y="347000"/>
                  </a:lnTo>
                  <a:lnTo>
                    <a:pt x="222189" y="363033"/>
                  </a:lnTo>
                  <a:lnTo>
                    <a:pt x="223694" y="358528"/>
                  </a:lnTo>
                  <a:lnTo>
                    <a:pt x="224697" y="342494"/>
                  </a:lnTo>
                  <a:lnTo>
                    <a:pt x="225699" y="327976"/>
                  </a:lnTo>
                  <a:lnTo>
                    <a:pt x="226702" y="314459"/>
                  </a:lnTo>
                  <a:lnTo>
                    <a:pt x="228207" y="375549"/>
                  </a:lnTo>
                  <a:lnTo>
                    <a:pt x="229210" y="344998"/>
                  </a:lnTo>
                  <a:lnTo>
                    <a:pt x="230213" y="358528"/>
                  </a:lnTo>
                  <a:lnTo>
                    <a:pt x="231717" y="368040"/>
                  </a:lnTo>
                  <a:lnTo>
                    <a:pt x="232720" y="363033"/>
                  </a:lnTo>
                  <a:lnTo>
                    <a:pt x="233723" y="349003"/>
                  </a:lnTo>
                  <a:lnTo>
                    <a:pt x="235227" y="368040"/>
                  </a:lnTo>
                  <a:lnTo>
                    <a:pt x="236230" y="323971"/>
                  </a:lnTo>
                  <a:lnTo>
                    <a:pt x="237233" y="331981"/>
                  </a:lnTo>
                  <a:lnTo>
                    <a:pt x="238737" y="356025"/>
                  </a:lnTo>
                  <a:lnTo>
                    <a:pt x="239740" y="291931"/>
                  </a:lnTo>
                  <a:lnTo>
                    <a:pt x="240743" y="327976"/>
                  </a:lnTo>
                  <a:lnTo>
                    <a:pt x="241746" y="286925"/>
                  </a:lnTo>
                  <a:lnTo>
                    <a:pt x="243250" y="268382"/>
                  </a:lnTo>
                  <a:lnTo>
                    <a:pt x="244253" y="262374"/>
                  </a:lnTo>
                  <a:lnTo>
                    <a:pt x="245256" y="254364"/>
                  </a:lnTo>
                  <a:lnTo>
                    <a:pt x="246760" y="218319"/>
                  </a:lnTo>
                  <a:lnTo>
                    <a:pt x="247763" y="191773"/>
                  </a:lnTo>
                  <a:lnTo>
                    <a:pt x="248766" y="178756"/>
                  </a:lnTo>
                  <a:lnTo>
                    <a:pt x="250271" y="131698"/>
                  </a:lnTo>
                  <a:lnTo>
                    <a:pt x="251273" y="102641"/>
                  </a:lnTo>
                  <a:lnTo>
                    <a:pt x="252276" y="75107"/>
                  </a:lnTo>
                  <a:lnTo>
                    <a:pt x="253781" y="56584"/>
                  </a:lnTo>
                  <a:lnTo>
                    <a:pt x="254784" y="36058"/>
                  </a:lnTo>
                  <a:lnTo>
                    <a:pt x="255787" y="38561"/>
                  </a:lnTo>
                  <a:lnTo>
                    <a:pt x="256789" y="41565"/>
                  </a:lnTo>
                  <a:lnTo>
                    <a:pt x="258294" y="17021"/>
                  </a:lnTo>
                  <a:lnTo>
                    <a:pt x="259297" y="13516"/>
                  </a:lnTo>
                  <a:lnTo>
                    <a:pt x="260300" y="2503"/>
                  </a:lnTo>
                  <a:lnTo>
                    <a:pt x="261804" y="15519"/>
                  </a:lnTo>
                  <a:lnTo>
                    <a:pt x="262807" y="21026"/>
                  </a:lnTo>
                  <a:lnTo>
                    <a:pt x="263810" y="2503"/>
                  </a:lnTo>
                  <a:lnTo>
                    <a:pt x="265314" y="0"/>
                  </a:lnTo>
                  <a:lnTo>
                    <a:pt x="266317" y="5506"/>
                  </a:lnTo>
                  <a:lnTo>
                    <a:pt x="267320" y="6508"/>
                  </a:lnTo>
                  <a:lnTo>
                    <a:pt x="268824" y="18523"/>
                  </a:lnTo>
                  <a:lnTo>
                    <a:pt x="269827" y="25031"/>
                  </a:lnTo>
                  <a:lnTo>
                    <a:pt x="270830" y="31552"/>
                  </a:lnTo>
                  <a:lnTo>
                    <a:pt x="271833" y="56584"/>
                  </a:lnTo>
                  <a:lnTo>
                    <a:pt x="273337" y="73605"/>
                  </a:lnTo>
                  <a:lnTo>
                    <a:pt x="274340" y="82616"/>
                  </a:lnTo>
                  <a:lnTo>
                    <a:pt x="275343" y="122186"/>
                  </a:lnTo>
                  <a:lnTo>
                    <a:pt x="276847" y="142711"/>
                  </a:lnTo>
                  <a:lnTo>
                    <a:pt x="277850" y="158731"/>
                  </a:lnTo>
                  <a:lnTo>
                    <a:pt x="278853" y="201799"/>
                  </a:lnTo>
                  <a:lnTo>
                    <a:pt x="280358" y="240847"/>
                  </a:lnTo>
                  <a:lnTo>
                    <a:pt x="281361" y="238344"/>
                  </a:lnTo>
                  <a:lnTo>
                    <a:pt x="282363" y="291931"/>
                  </a:lnTo>
                  <a:lnTo>
                    <a:pt x="283868" y="308953"/>
                  </a:lnTo>
                  <a:lnTo>
                    <a:pt x="284871" y="363033"/>
                  </a:lnTo>
                  <a:lnTo>
                    <a:pt x="285874" y="386062"/>
                  </a:lnTo>
                  <a:lnTo>
                    <a:pt x="286877" y="347000"/>
                  </a:lnTo>
                  <a:lnTo>
                    <a:pt x="288381" y="375549"/>
                  </a:lnTo>
                  <a:lnTo>
                    <a:pt x="289384" y="331981"/>
                  </a:lnTo>
                  <a:lnTo>
                    <a:pt x="290387" y="363033"/>
                  </a:lnTo>
                  <a:lnTo>
                    <a:pt x="291891" y="380555"/>
                  </a:lnTo>
                  <a:lnTo>
                    <a:pt x="292894" y="368040"/>
                  </a:lnTo>
                  <a:lnTo>
                    <a:pt x="293897" y="365537"/>
                  </a:lnTo>
                  <a:lnTo>
                    <a:pt x="295401" y="418603"/>
                  </a:lnTo>
                  <a:lnTo>
                    <a:pt x="296404" y="418603"/>
                  </a:lnTo>
                  <a:lnTo>
                    <a:pt x="297407" y="383559"/>
                  </a:lnTo>
                  <a:lnTo>
                    <a:pt x="298911" y="378052"/>
                  </a:lnTo>
                  <a:lnTo>
                    <a:pt x="299914" y="373046"/>
                  </a:lnTo>
                  <a:lnTo>
                    <a:pt x="300917" y="378052"/>
                  </a:lnTo>
                  <a:lnTo>
                    <a:pt x="301920" y="388565"/>
                  </a:lnTo>
                  <a:lnTo>
                    <a:pt x="303424" y="435144"/>
                  </a:lnTo>
                  <a:lnTo>
                    <a:pt x="304427" y="415099"/>
                  </a:lnTo>
                  <a:lnTo>
                    <a:pt x="305430" y="431619"/>
                  </a:lnTo>
                  <a:lnTo>
                    <a:pt x="306935" y="388565"/>
                  </a:lnTo>
                  <a:lnTo>
                    <a:pt x="307938" y="445657"/>
                  </a:lnTo>
                  <a:lnTo>
                    <a:pt x="308940" y="415099"/>
                  </a:lnTo>
                  <a:lnTo>
                    <a:pt x="310445" y="418603"/>
                  </a:lnTo>
                  <a:lnTo>
                    <a:pt x="311448" y="431619"/>
                  </a:lnTo>
                  <a:lnTo>
                    <a:pt x="312451" y="457171"/>
                  </a:lnTo>
                  <a:lnTo>
                    <a:pt x="313955" y="412095"/>
                  </a:lnTo>
                  <a:lnTo>
                    <a:pt x="314958" y="406087"/>
                  </a:lnTo>
                  <a:lnTo>
                    <a:pt x="315961" y="435144"/>
                  </a:lnTo>
                  <a:lnTo>
                    <a:pt x="317465" y="442152"/>
                  </a:lnTo>
                  <a:lnTo>
                    <a:pt x="318468" y="418603"/>
                  </a:lnTo>
                  <a:lnTo>
                    <a:pt x="319471" y="421607"/>
                  </a:lnTo>
                  <a:lnTo>
                    <a:pt x="320487" y="397076"/>
                  </a:lnTo>
                  <a:lnTo>
                    <a:pt x="321992" y="388565"/>
                  </a:lnTo>
                  <a:lnTo>
                    <a:pt x="322994" y="412095"/>
                  </a:lnTo>
                  <a:lnTo>
                    <a:pt x="323997" y="445657"/>
                  </a:lnTo>
                  <a:lnTo>
                    <a:pt x="325502" y="418603"/>
                  </a:lnTo>
                  <a:lnTo>
                    <a:pt x="326505" y="388565"/>
                  </a:lnTo>
                  <a:lnTo>
                    <a:pt x="327507" y="409091"/>
                  </a:lnTo>
                  <a:lnTo>
                    <a:pt x="329012" y="409091"/>
                  </a:lnTo>
                  <a:lnTo>
                    <a:pt x="330015" y="403084"/>
                  </a:lnTo>
                  <a:lnTo>
                    <a:pt x="331018" y="406087"/>
                  </a:lnTo>
                  <a:lnTo>
                    <a:pt x="332522" y="431619"/>
                  </a:lnTo>
                  <a:lnTo>
                    <a:pt x="333525" y="403084"/>
                  </a:lnTo>
                  <a:lnTo>
                    <a:pt x="334528" y="375549"/>
                  </a:lnTo>
                  <a:lnTo>
                    <a:pt x="335531" y="418603"/>
                  </a:lnTo>
                  <a:lnTo>
                    <a:pt x="337035" y="511239"/>
                  </a:lnTo>
                  <a:lnTo>
                    <a:pt x="338038" y="400080"/>
                  </a:lnTo>
                  <a:lnTo>
                    <a:pt x="339041" y="403084"/>
                  </a:lnTo>
                  <a:lnTo>
                    <a:pt x="340545" y="409091"/>
                  </a:lnTo>
                  <a:lnTo>
                    <a:pt x="341548" y="428115"/>
                  </a:lnTo>
                  <a:lnTo>
                    <a:pt x="342551" y="412095"/>
                  </a:lnTo>
                  <a:lnTo>
                    <a:pt x="344055" y="435144"/>
                  </a:lnTo>
                  <a:lnTo>
                    <a:pt x="345058" y="425111"/>
                  </a:lnTo>
                  <a:lnTo>
                    <a:pt x="346061" y="409091"/>
                  </a:lnTo>
                  <a:lnTo>
                    <a:pt x="347566" y="421607"/>
                  </a:lnTo>
                  <a:lnTo>
                    <a:pt x="348568" y="397076"/>
                  </a:lnTo>
                  <a:lnTo>
                    <a:pt x="349571" y="438648"/>
                  </a:lnTo>
                  <a:lnTo>
                    <a:pt x="350574" y="421607"/>
                  </a:lnTo>
                  <a:lnTo>
                    <a:pt x="352079" y="412095"/>
                  </a:lnTo>
                  <a:lnTo>
                    <a:pt x="353082" y="406087"/>
                  </a:lnTo>
                  <a:lnTo>
                    <a:pt x="354084" y="415099"/>
                  </a:lnTo>
                  <a:lnTo>
                    <a:pt x="355589" y="406087"/>
                  </a:lnTo>
                  <a:lnTo>
                    <a:pt x="356592" y="425111"/>
                  </a:lnTo>
                  <a:lnTo>
                    <a:pt x="357595" y="415099"/>
                  </a:lnTo>
                  <a:lnTo>
                    <a:pt x="359099" y="409091"/>
                  </a:lnTo>
                  <a:lnTo>
                    <a:pt x="360102" y="442152"/>
                  </a:lnTo>
                  <a:lnTo>
                    <a:pt x="361105" y="418603"/>
                  </a:lnTo>
                  <a:lnTo>
                    <a:pt x="362609" y="409091"/>
                  </a:lnTo>
                  <a:lnTo>
                    <a:pt x="363612" y="425111"/>
                  </a:lnTo>
                  <a:lnTo>
                    <a:pt x="364615" y="412095"/>
                  </a:lnTo>
                  <a:lnTo>
                    <a:pt x="365618" y="428115"/>
                  </a:lnTo>
                  <a:lnTo>
                    <a:pt x="367122" y="469186"/>
                  </a:lnTo>
                  <a:lnTo>
                    <a:pt x="368125" y="415099"/>
                  </a:lnTo>
                  <a:lnTo>
                    <a:pt x="369128" y="403084"/>
                  </a:lnTo>
                  <a:lnTo>
                    <a:pt x="370632" y="412095"/>
                  </a:lnTo>
                  <a:lnTo>
                    <a:pt x="371635" y="421607"/>
                  </a:lnTo>
                  <a:lnTo>
                    <a:pt x="372638" y="406087"/>
                  </a:lnTo>
                  <a:lnTo>
                    <a:pt x="374142" y="465181"/>
                  </a:lnTo>
                  <a:lnTo>
                    <a:pt x="375145" y="435144"/>
                  </a:lnTo>
                  <a:lnTo>
                    <a:pt x="376148" y="428115"/>
                  </a:lnTo>
                  <a:lnTo>
                    <a:pt x="377653" y="431619"/>
                  </a:lnTo>
                  <a:lnTo>
                    <a:pt x="378656" y="478197"/>
                  </a:lnTo>
                  <a:lnTo>
                    <a:pt x="379658" y="388565"/>
                  </a:lnTo>
                  <a:lnTo>
                    <a:pt x="380661" y="418603"/>
                  </a:lnTo>
                  <a:lnTo>
                    <a:pt x="382166" y="431619"/>
                  </a:lnTo>
                  <a:lnTo>
                    <a:pt x="383169" y="435144"/>
                  </a:lnTo>
                  <a:lnTo>
                    <a:pt x="384172" y="457171"/>
                  </a:lnTo>
                  <a:lnTo>
                    <a:pt x="385676" y="457171"/>
                  </a:lnTo>
                  <a:lnTo>
                    <a:pt x="386679" y="435144"/>
                  </a:lnTo>
                  <a:lnTo>
                    <a:pt x="387682" y="453166"/>
                  </a:lnTo>
                  <a:lnTo>
                    <a:pt x="389186" y="457171"/>
                  </a:lnTo>
                  <a:lnTo>
                    <a:pt x="390189" y="397076"/>
                  </a:lnTo>
                  <a:lnTo>
                    <a:pt x="391192" y="388565"/>
                  </a:lnTo>
                  <a:lnTo>
                    <a:pt x="392696" y="435144"/>
                  </a:lnTo>
                  <a:lnTo>
                    <a:pt x="393699" y="431619"/>
                  </a:lnTo>
                  <a:lnTo>
                    <a:pt x="394702" y="442152"/>
                  </a:lnTo>
                  <a:lnTo>
                    <a:pt x="395705" y="421607"/>
                  </a:lnTo>
                  <a:lnTo>
                    <a:pt x="397209" y="486708"/>
                  </a:lnTo>
                  <a:lnTo>
                    <a:pt x="398212" y="435144"/>
                  </a:lnTo>
                  <a:lnTo>
                    <a:pt x="399215" y="438648"/>
                  </a:lnTo>
                  <a:lnTo>
                    <a:pt x="400719" y="418603"/>
                  </a:lnTo>
                  <a:lnTo>
                    <a:pt x="401722" y="421607"/>
                  </a:lnTo>
                  <a:lnTo>
                    <a:pt x="402725" y="409091"/>
                  </a:lnTo>
                  <a:lnTo>
                    <a:pt x="404230" y="391569"/>
                  </a:lnTo>
                  <a:lnTo>
                    <a:pt x="405232" y="400080"/>
                  </a:lnTo>
                  <a:lnTo>
                    <a:pt x="406235" y="425111"/>
                  </a:lnTo>
                  <a:lnTo>
                    <a:pt x="407740" y="378052"/>
                  </a:lnTo>
                  <a:lnTo>
                    <a:pt x="408743" y="353522"/>
                  </a:lnTo>
                  <a:lnTo>
                    <a:pt x="409746" y="457171"/>
                  </a:lnTo>
                  <a:lnTo>
                    <a:pt x="410748" y="378052"/>
                  </a:lnTo>
                  <a:lnTo>
                    <a:pt x="412253" y="406087"/>
                  </a:lnTo>
                  <a:lnTo>
                    <a:pt x="413256" y="368040"/>
                  </a:lnTo>
                  <a:lnTo>
                    <a:pt x="414259" y="386062"/>
                  </a:lnTo>
                  <a:lnTo>
                    <a:pt x="415763" y="388565"/>
                  </a:lnTo>
                  <a:lnTo>
                    <a:pt x="416766" y="431619"/>
                  </a:lnTo>
                  <a:lnTo>
                    <a:pt x="417769" y="386062"/>
                  </a:lnTo>
                  <a:lnTo>
                    <a:pt x="419273" y="386062"/>
                  </a:lnTo>
                  <a:lnTo>
                    <a:pt x="420276" y="370543"/>
                  </a:lnTo>
                  <a:lnTo>
                    <a:pt x="421279" y="388565"/>
                  </a:lnTo>
                  <a:lnTo>
                    <a:pt x="422783" y="397076"/>
                  </a:lnTo>
                  <a:lnTo>
                    <a:pt x="423786" y="412095"/>
                  </a:lnTo>
                  <a:lnTo>
                    <a:pt x="424789" y="403084"/>
                  </a:lnTo>
                  <a:lnTo>
                    <a:pt x="425792" y="438648"/>
                  </a:lnTo>
                  <a:lnTo>
                    <a:pt x="427316" y="391569"/>
                  </a:lnTo>
                  <a:lnTo>
                    <a:pt x="428319" y="415099"/>
                  </a:lnTo>
                  <a:lnTo>
                    <a:pt x="429322" y="445657"/>
                  </a:lnTo>
                  <a:lnTo>
                    <a:pt x="430827" y="412095"/>
                  </a:lnTo>
                  <a:lnTo>
                    <a:pt x="431829" y="453166"/>
                  </a:lnTo>
                  <a:lnTo>
                    <a:pt x="432832" y="438648"/>
                  </a:lnTo>
                  <a:lnTo>
                    <a:pt x="434337" y="445657"/>
                  </a:lnTo>
                  <a:lnTo>
                    <a:pt x="435340" y="457171"/>
                  </a:lnTo>
                  <a:lnTo>
                    <a:pt x="436343" y="418603"/>
                  </a:lnTo>
                  <a:lnTo>
                    <a:pt x="437847" y="435144"/>
                  </a:lnTo>
                  <a:lnTo>
                    <a:pt x="438850" y="425111"/>
                  </a:lnTo>
                  <a:lnTo>
                    <a:pt x="439853" y="428115"/>
                  </a:lnTo>
                  <a:lnTo>
                    <a:pt x="441357" y="403084"/>
                  </a:lnTo>
                  <a:lnTo>
                    <a:pt x="442360" y="415099"/>
                  </a:lnTo>
                  <a:lnTo>
                    <a:pt x="443363" y="469186"/>
                  </a:lnTo>
                  <a:lnTo>
                    <a:pt x="444366" y="457171"/>
                  </a:lnTo>
                  <a:lnTo>
                    <a:pt x="445870" y="406087"/>
                  </a:lnTo>
                  <a:lnTo>
                    <a:pt x="446873" y="409091"/>
                  </a:lnTo>
                  <a:lnTo>
                    <a:pt x="447876" y="431619"/>
                  </a:lnTo>
                  <a:lnTo>
                    <a:pt x="449380" y="409091"/>
                  </a:lnTo>
                  <a:lnTo>
                    <a:pt x="450383" y="415099"/>
                  </a:lnTo>
                  <a:lnTo>
                    <a:pt x="451386" y="421607"/>
                  </a:lnTo>
                  <a:lnTo>
                    <a:pt x="452890" y="378052"/>
                  </a:lnTo>
                  <a:lnTo>
                    <a:pt x="453893" y="428115"/>
                  </a:lnTo>
                  <a:lnTo>
                    <a:pt x="454896" y="431619"/>
                  </a:lnTo>
                  <a:lnTo>
                    <a:pt x="456401" y="418603"/>
                  </a:lnTo>
                  <a:lnTo>
                    <a:pt x="457403" y="400080"/>
                  </a:lnTo>
                  <a:lnTo>
                    <a:pt x="458406" y="425111"/>
                  </a:lnTo>
                  <a:lnTo>
                    <a:pt x="459409" y="442152"/>
                  </a:lnTo>
                  <a:lnTo>
                    <a:pt x="460914" y="435144"/>
                  </a:lnTo>
                  <a:lnTo>
                    <a:pt x="461917" y="412095"/>
                  </a:lnTo>
                  <a:lnTo>
                    <a:pt x="462919" y="449662"/>
                  </a:lnTo>
                  <a:lnTo>
                    <a:pt x="464424" y="386062"/>
                  </a:lnTo>
                  <a:lnTo>
                    <a:pt x="465427" y="449662"/>
                  </a:lnTo>
                  <a:lnTo>
                    <a:pt x="466430" y="394072"/>
                  </a:lnTo>
                  <a:lnTo>
                    <a:pt x="467934" y="386062"/>
                  </a:lnTo>
                  <a:lnTo>
                    <a:pt x="468937" y="431619"/>
                  </a:lnTo>
                  <a:lnTo>
                    <a:pt x="469940" y="400080"/>
                  </a:lnTo>
                  <a:lnTo>
                    <a:pt x="471444" y="391569"/>
                  </a:lnTo>
                  <a:lnTo>
                    <a:pt x="472447" y="394072"/>
                  </a:lnTo>
                  <a:lnTo>
                    <a:pt x="473450" y="394072"/>
                  </a:lnTo>
                  <a:lnTo>
                    <a:pt x="474453" y="418603"/>
                  </a:lnTo>
                  <a:lnTo>
                    <a:pt x="475957" y="418603"/>
                  </a:lnTo>
                  <a:lnTo>
                    <a:pt x="476960" y="400080"/>
                  </a:lnTo>
                  <a:lnTo>
                    <a:pt x="477963" y="415099"/>
                  </a:lnTo>
                  <a:lnTo>
                    <a:pt x="479467" y="428115"/>
                  </a:lnTo>
                  <a:lnTo>
                    <a:pt x="480470" y="412095"/>
                  </a:lnTo>
                  <a:lnTo>
                    <a:pt x="481473" y="418603"/>
                  </a:lnTo>
                  <a:lnTo>
                    <a:pt x="482978" y="406087"/>
                  </a:lnTo>
                  <a:lnTo>
                    <a:pt x="483980" y="351506"/>
                  </a:lnTo>
                  <a:lnTo>
                    <a:pt x="484983" y="438648"/>
                  </a:lnTo>
                  <a:lnTo>
                    <a:pt x="486488" y="425111"/>
                  </a:lnTo>
                  <a:lnTo>
                    <a:pt x="487491" y="388565"/>
                  </a:lnTo>
                  <a:lnTo>
                    <a:pt x="488493" y="383559"/>
                  </a:lnTo>
                  <a:lnTo>
                    <a:pt x="489496" y="386062"/>
                  </a:lnTo>
                  <a:lnTo>
                    <a:pt x="491001" y="425111"/>
                  </a:lnTo>
                  <a:lnTo>
                    <a:pt x="492004" y="465181"/>
                  </a:lnTo>
                  <a:lnTo>
                    <a:pt x="493007" y="403084"/>
                  </a:lnTo>
                  <a:lnTo>
                    <a:pt x="494511" y="453166"/>
                  </a:lnTo>
                  <a:lnTo>
                    <a:pt x="495514" y="421607"/>
                  </a:lnTo>
                  <a:lnTo>
                    <a:pt x="496517" y="425111"/>
                  </a:lnTo>
                  <a:lnTo>
                    <a:pt x="498021" y="428115"/>
                  </a:lnTo>
                  <a:lnTo>
                    <a:pt x="499024" y="397076"/>
                  </a:lnTo>
                  <a:lnTo>
                    <a:pt x="500027" y="397076"/>
                  </a:lnTo>
                  <a:lnTo>
                    <a:pt x="501531" y="403084"/>
                  </a:lnTo>
                  <a:lnTo>
                    <a:pt x="502534" y="406087"/>
                  </a:lnTo>
                  <a:lnTo>
                    <a:pt x="503537" y="473692"/>
                  </a:lnTo>
                  <a:lnTo>
                    <a:pt x="504540" y="400080"/>
                  </a:lnTo>
                  <a:lnTo>
                    <a:pt x="506044" y="386062"/>
                  </a:lnTo>
                  <a:lnTo>
                    <a:pt x="507047" y="431619"/>
                  </a:lnTo>
                  <a:lnTo>
                    <a:pt x="508050" y="442152"/>
                  </a:lnTo>
                  <a:lnTo>
                    <a:pt x="509554" y="431619"/>
                  </a:lnTo>
                  <a:lnTo>
                    <a:pt x="510557" y="482202"/>
                  </a:lnTo>
                  <a:lnTo>
                    <a:pt x="511560" y="428115"/>
                  </a:lnTo>
                  <a:lnTo>
                    <a:pt x="513065" y="445657"/>
                  </a:lnTo>
                  <a:lnTo>
                    <a:pt x="514068" y="491714"/>
                  </a:lnTo>
                  <a:lnTo>
                    <a:pt x="515070" y="438648"/>
                  </a:lnTo>
                  <a:lnTo>
                    <a:pt x="516575" y="469186"/>
                  </a:lnTo>
                  <a:lnTo>
                    <a:pt x="517578" y="394072"/>
                  </a:lnTo>
                  <a:lnTo>
                    <a:pt x="518581" y="473692"/>
                  </a:lnTo>
                  <a:lnTo>
                    <a:pt x="519583" y="421607"/>
                  </a:lnTo>
                  <a:lnTo>
                    <a:pt x="521088" y="445657"/>
                  </a:lnTo>
                  <a:lnTo>
                    <a:pt x="522091" y="418603"/>
                  </a:lnTo>
                  <a:lnTo>
                    <a:pt x="523094" y="428115"/>
                  </a:lnTo>
                  <a:lnTo>
                    <a:pt x="524598" y="418603"/>
                  </a:lnTo>
                  <a:lnTo>
                    <a:pt x="525601" y="461176"/>
                  </a:lnTo>
                  <a:lnTo>
                    <a:pt x="526604" y="425111"/>
                  </a:lnTo>
                  <a:lnTo>
                    <a:pt x="528108" y="445657"/>
                  </a:lnTo>
                  <a:lnTo>
                    <a:pt x="529111" y="482202"/>
                  </a:lnTo>
                  <a:lnTo>
                    <a:pt x="530114" y="469186"/>
                  </a:lnTo>
                  <a:lnTo>
                    <a:pt x="531618" y="415099"/>
                  </a:lnTo>
                  <a:lnTo>
                    <a:pt x="532641" y="478197"/>
                  </a:lnTo>
                  <a:lnTo>
                    <a:pt x="533644" y="465181"/>
                  </a:lnTo>
                  <a:lnTo>
                    <a:pt x="534647" y="415099"/>
                  </a:lnTo>
                  <a:lnTo>
                    <a:pt x="536151" y="564819"/>
                  </a:lnTo>
                  <a:lnTo>
                    <a:pt x="537154" y="457171"/>
                  </a:lnTo>
                  <a:lnTo>
                    <a:pt x="538157" y="397076"/>
                  </a:lnTo>
                  <a:lnTo>
                    <a:pt x="539662" y="435144"/>
                  </a:lnTo>
                  <a:lnTo>
                    <a:pt x="540664" y="461176"/>
                  </a:lnTo>
                  <a:lnTo>
                    <a:pt x="541667" y="486708"/>
                  </a:lnTo>
                  <a:lnTo>
                    <a:pt x="543172" y="457171"/>
                  </a:lnTo>
                  <a:lnTo>
                    <a:pt x="544175" y="478197"/>
                  </a:lnTo>
                  <a:lnTo>
                    <a:pt x="545178" y="469186"/>
                  </a:lnTo>
                  <a:lnTo>
                    <a:pt x="546682" y="457171"/>
                  </a:lnTo>
                  <a:lnTo>
                    <a:pt x="547685" y="449662"/>
                  </a:lnTo>
                  <a:lnTo>
                    <a:pt x="548688" y="482202"/>
                  </a:lnTo>
                  <a:lnTo>
                    <a:pt x="550192" y="438648"/>
                  </a:lnTo>
                  <a:lnTo>
                    <a:pt x="551195" y="453166"/>
                  </a:lnTo>
                  <a:lnTo>
                    <a:pt x="552198" y="415099"/>
                  </a:lnTo>
                  <a:lnTo>
                    <a:pt x="553201" y="482202"/>
                  </a:lnTo>
                  <a:lnTo>
                    <a:pt x="554705" y="461176"/>
                  </a:lnTo>
                  <a:lnTo>
                    <a:pt x="555708" y="453166"/>
                  </a:lnTo>
                  <a:lnTo>
                    <a:pt x="556711" y="482202"/>
                  </a:lnTo>
                  <a:lnTo>
                    <a:pt x="558215" y="465181"/>
                  </a:lnTo>
                  <a:lnTo>
                    <a:pt x="559218" y="453166"/>
                  </a:lnTo>
                  <a:lnTo>
                    <a:pt x="560221" y="501226"/>
                  </a:lnTo>
                  <a:lnTo>
                    <a:pt x="561725" y="473692"/>
                  </a:lnTo>
                  <a:lnTo>
                    <a:pt x="562728" y="445657"/>
                  </a:lnTo>
                  <a:lnTo>
                    <a:pt x="563731" y="442152"/>
                  </a:lnTo>
                  <a:lnTo>
                    <a:pt x="565236" y="465181"/>
                  </a:lnTo>
                  <a:lnTo>
                    <a:pt x="566239" y="461176"/>
                  </a:lnTo>
                  <a:lnTo>
                    <a:pt x="567241" y="445657"/>
                  </a:lnTo>
                  <a:lnTo>
                    <a:pt x="568244" y="442152"/>
                  </a:lnTo>
                  <a:lnTo>
                    <a:pt x="569749" y="445657"/>
                  </a:lnTo>
                  <a:lnTo>
                    <a:pt x="570752" y="461176"/>
                  </a:lnTo>
                  <a:lnTo>
                    <a:pt x="571754" y="469186"/>
                  </a:lnTo>
                  <a:lnTo>
                    <a:pt x="573259" y="482202"/>
                  </a:lnTo>
                  <a:lnTo>
                    <a:pt x="574262" y="403084"/>
                  </a:lnTo>
                  <a:lnTo>
                    <a:pt x="575265" y="442152"/>
                  </a:lnTo>
                  <a:lnTo>
                    <a:pt x="576769" y="442152"/>
                  </a:lnTo>
                  <a:lnTo>
                    <a:pt x="577772" y="469186"/>
                  </a:lnTo>
                  <a:lnTo>
                    <a:pt x="578775" y="521765"/>
                  </a:lnTo>
                  <a:lnTo>
                    <a:pt x="580279" y="501226"/>
                  </a:lnTo>
                  <a:lnTo>
                    <a:pt x="581282" y="527272"/>
                  </a:lnTo>
                  <a:lnTo>
                    <a:pt x="582285" y="469186"/>
                  </a:lnTo>
                  <a:lnTo>
                    <a:pt x="583288" y="491714"/>
                  </a:lnTo>
                  <a:lnTo>
                    <a:pt x="584792" y="431619"/>
                  </a:lnTo>
                  <a:lnTo>
                    <a:pt x="585795" y="445657"/>
                  </a:lnTo>
                  <a:lnTo>
                    <a:pt x="586798" y="442152"/>
                  </a:lnTo>
                  <a:lnTo>
                    <a:pt x="588302" y="435144"/>
                  </a:lnTo>
                  <a:lnTo>
                    <a:pt x="589305" y="521765"/>
                  </a:lnTo>
                  <a:lnTo>
                    <a:pt x="590308" y="539287"/>
                  </a:lnTo>
                  <a:lnTo>
                    <a:pt x="591813" y="461176"/>
                  </a:lnTo>
                  <a:lnTo>
                    <a:pt x="592815" y="516759"/>
                  </a:lnTo>
                  <a:lnTo>
                    <a:pt x="593818" y="486708"/>
                  </a:lnTo>
                  <a:lnTo>
                    <a:pt x="595323" y="482202"/>
                  </a:lnTo>
                  <a:lnTo>
                    <a:pt x="596326" y="469186"/>
                  </a:lnTo>
                  <a:lnTo>
                    <a:pt x="597328" y="469186"/>
                  </a:lnTo>
                  <a:lnTo>
                    <a:pt x="598331" y="501226"/>
                  </a:lnTo>
                  <a:lnTo>
                    <a:pt x="599836" y="486708"/>
                  </a:lnTo>
                  <a:lnTo>
                    <a:pt x="600839" y="469186"/>
                  </a:lnTo>
                  <a:lnTo>
                    <a:pt x="601842" y="461176"/>
                  </a:lnTo>
                  <a:lnTo>
                    <a:pt x="603346" y="496220"/>
                  </a:lnTo>
                  <a:lnTo>
                    <a:pt x="604349" y="457171"/>
                  </a:lnTo>
                  <a:lnTo>
                    <a:pt x="605352" y="473692"/>
                  </a:lnTo>
                  <a:lnTo>
                    <a:pt x="606856" y="473692"/>
                  </a:lnTo>
                  <a:lnTo>
                    <a:pt x="607859" y="527272"/>
                  </a:lnTo>
                  <a:lnTo>
                    <a:pt x="608862" y="465181"/>
                  </a:lnTo>
                  <a:lnTo>
                    <a:pt x="610366" y="521765"/>
                  </a:lnTo>
                  <a:lnTo>
                    <a:pt x="611369" y="457171"/>
                  </a:lnTo>
                  <a:lnTo>
                    <a:pt x="612372" y="478197"/>
                  </a:lnTo>
                  <a:lnTo>
                    <a:pt x="613375" y="461176"/>
                  </a:lnTo>
                  <a:lnTo>
                    <a:pt x="614879" y="453166"/>
                  </a:lnTo>
                  <a:lnTo>
                    <a:pt x="615882" y="449662"/>
                  </a:lnTo>
                  <a:lnTo>
                    <a:pt x="616885" y="465181"/>
                  </a:lnTo>
                  <a:lnTo>
                    <a:pt x="618389" y="482202"/>
                  </a:lnTo>
                  <a:lnTo>
                    <a:pt x="619392" y="445657"/>
                  </a:lnTo>
                  <a:lnTo>
                    <a:pt x="620395" y="557810"/>
                  </a:lnTo>
                  <a:lnTo>
                    <a:pt x="621900" y="521765"/>
                  </a:lnTo>
                  <a:lnTo>
                    <a:pt x="622903" y="516759"/>
                  </a:lnTo>
                  <a:lnTo>
                    <a:pt x="623905" y="496220"/>
                  </a:lnTo>
                  <a:lnTo>
                    <a:pt x="625410" y="461176"/>
                  </a:lnTo>
                  <a:lnTo>
                    <a:pt x="626413" y="496220"/>
                  </a:lnTo>
                  <a:lnTo>
                    <a:pt x="627416" y="473692"/>
                  </a:lnTo>
                  <a:lnTo>
                    <a:pt x="628418" y="511239"/>
                  </a:lnTo>
                  <a:lnTo>
                    <a:pt x="629923" y="469186"/>
                  </a:lnTo>
                  <a:lnTo>
                    <a:pt x="630926" y="478197"/>
                  </a:lnTo>
                  <a:lnTo>
                    <a:pt x="631929" y="457171"/>
                  </a:lnTo>
                  <a:lnTo>
                    <a:pt x="633433" y="465181"/>
                  </a:lnTo>
                  <a:lnTo>
                    <a:pt x="634436" y="478197"/>
                  </a:lnTo>
                  <a:lnTo>
                    <a:pt x="635439" y="527272"/>
                  </a:lnTo>
                  <a:lnTo>
                    <a:pt x="636943" y="539287"/>
                  </a:lnTo>
                  <a:lnTo>
                    <a:pt x="637946" y="511239"/>
                  </a:lnTo>
                  <a:lnTo>
                    <a:pt x="638962" y="551302"/>
                  </a:lnTo>
                  <a:lnTo>
                    <a:pt x="640467" y="478197"/>
                  </a:lnTo>
                  <a:lnTo>
                    <a:pt x="641470" y="473692"/>
                  </a:lnTo>
                  <a:lnTo>
                    <a:pt x="642473" y="478197"/>
                  </a:lnTo>
                  <a:lnTo>
                    <a:pt x="643475" y="571828"/>
                  </a:lnTo>
                  <a:lnTo>
                    <a:pt x="644980" y="511239"/>
                  </a:lnTo>
                  <a:lnTo>
                    <a:pt x="645983" y="478197"/>
                  </a:lnTo>
                  <a:lnTo>
                    <a:pt x="646986" y="473692"/>
                  </a:lnTo>
                  <a:lnTo>
                    <a:pt x="648490" y="533280"/>
                  </a:lnTo>
                  <a:lnTo>
                    <a:pt x="649493" y="511239"/>
                  </a:lnTo>
                  <a:lnTo>
                    <a:pt x="650496" y="486708"/>
                  </a:lnTo>
                  <a:lnTo>
                    <a:pt x="652000" y="486708"/>
                  </a:lnTo>
                  <a:lnTo>
                    <a:pt x="653003" y="501226"/>
                  </a:lnTo>
                  <a:lnTo>
                    <a:pt x="654006" y="473692"/>
                  </a:lnTo>
                  <a:lnTo>
                    <a:pt x="655510" y="482202"/>
                  </a:lnTo>
                  <a:lnTo>
                    <a:pt x="656513" y="491714"/>
                  </a:lnTo>
                  <a:lnTo>
                    <a:pt x="657516" y="496220"/>
                  </a:lnTo>
                  <a:lnTo>
                    <a:pt x="658519" y="461176"/>
                  </a:lnTo>
                  <a:lnTo>
                    <a:pt x="660023" y="478197"/>
                  </a:lnTo>
                  <a:lnTo>
                    <a:pt x="661026" y="449662"/>
                  </a:lnTo>
                  <a:lnTo>
                    <a:pt x="662029" y="491714"/>
                  </a:lnTo>
                  <a:lnTo>
                    <a:pt x="663533" y="521765"/>
                  </a:lnTo>
                  <a:lnTo>
                    <a:pt x="664536" y="449662"/>
                  </a:lnTo>
                  <a:lnTo>
                    <a:pt x="665539" y="465181"/>
                  </a:lnTo>
                  <a:lnTo>
                    <a:pt x="667044" y="511239"/>
                  </a:lnTo>
                  <a:lnTo>
                    <a:pt x="668047" y="482202"/>
                  </a:lnTo>
                  <a:lnTo>
                    <a:pt x="669049" y="469186"/>
                  </a:lnTo>
                  <a:lnTo>
                    <a:pt x="670554" y="486708"/>
                  </a:lnTo>
                  <a:lnTo>
                    <a:pt x="671557" y="486708"/>
                  </a:lnTo>
                  <a:lnTo>
                    <a:pt x="672560" y="533280"/>
                  </a:lnTo>
                  <a:lnTo>
                    <a:pt x="674064" y="571828"/>
                  </a:lnTo>
                  <a:lnTo>
                    <a:pt x="675067" y="527272"/>
                  </a:lnTo>
                  <a:lnTo>
                    <a:pt x="676070" y="457171"/>
                  </a:lnTo>
                  <a:lnTo>
                    <a:pt x="677073" y="533280"/>
                  </a:lnTo>
                  <a:lnTo>
                    <a:pt x="678577" y="521765"/>
                  </a:lnTo>
                  <a:lnTo>
                    <a:pt x="679580" y="478197"/>
                  </a:lnTo>
                  <a:lnTo>
                    <a:pt x="680583" y="473692"/>
                  </a:lnTo>
                  <a:lnTo>
                    <a:pt x="682087" y="511239"/>
                  </a:lnTo>
                  <a:lnTo>
                    <a:pt x="683090" y="527272"/>
                  </a:lnTo>
                  <a:lnTo>
                    <a:pt x="684093" y="438648"/>
                  </a:lnTo>
                  <a:lnTo>
                    <a:pt x="685597" y="453166"/>
                  </a:lnTo>
                  <a:lnTo>
                    <a:pt x="686600" y="482202"/>
                  </a:lnTo>
                  <a:lnTo>
                    <a:pt x="687603" y="511239"/>
                  </a:lnTo>
                  <a:lnTo>
                    <a:pt x="689107" y="482202"/>
                  </a:lnTo>
                  <a:lnTo>
                    <a:pt x="690110" y="521765"/>
                  </a:lnTo>
                  <a:lnTo>
                    <a:pt x="691113" y="486708"/>
                  </a:lnTo>
                  <a:lnTo>
                    <a:pt x="692116" y="501226"/>
                  </a:lnTo>
                  <a:lnTo>
                    <a:pt x="693621" y="473692"/>
                  </a:lnTo>
                  <a:lnTo>
                    <a:pt x="694623" y="545295"/>
                  </a:lnTo>
                  <a:lnTo>
                    <a:pt x="695626" y="473692"/>
                  </a:lnTo>
                  <a:lnTo>
                    <a:pt x="697131" y="496220"/>
                  </a:lnTo>
                  <a:lnTo>
                    <a:pt x="698134" y="457171"/>
                  </a:lnTo>
                  <a:lnTo>
                    <a:pt x="699137" y="457171"/>
                  </a:lnTo>
                  <a:lnTo>
                    <a:pt x="700641" y="486708"/>
                  </a:lnTo>
                  <a:lnTo>
                    <a:pt x="701644" y="442152"/>
                  </a:lnTo>
                  <a:lnTo>
                    <a:pt x="702647" y="486708"/>
                  </a:lnTo>
                  <a:lnTo>
                    <a:pt x="704151" y="496220"/>
                  </a:lnTo>
                  <a:lnTo>
                    <a:pt x="705154" y="533280"/>
                  </a:lnTo>
                  <a:lnTo>
                    <a:pt x="706157" y="465181"/>
                  </a:lnTo>
                  <a:lnTo>
                    <a:pt x="707160" y="461176"/>
                  </a:lnTo>
                  <a:lnTo>
                    <a:pt x="708664" y="445657"/>
                  </a:lnTo>
                  <a:lnTo>
                    <a:pt x="709667" y="491714"/>
                  </a:lnTo>
                  <a:lnTo>
                    <a:pt x="710670" y="453166"/>
                  </a:lnTo>
                  <a:lnTo>
                    <a:pt x="712174" y="445657"/>
                  </a:lnTo>
                  <a:lnTo>
                    <a:pt x="713177" y="465181"/>
                  </a:lnTo>
                  <a:lnTo>
                    <a:pt x="714180" y="478197"/>
                  </a:lnTo>
                  <a:lnTo>
                    <a:pt x="715684" y="457171"/>
                  </a:lnTo>
                  <a:lnTo>
                    <a:pt x="716687" y="418603"/>
                  </a:lnTo>
                  <a:lnTo>
                    <a:pt x="717690" y="461176"/>
                  </a:lnTo>
                  <a:lnTo>
                    <a:pt x="719195" y="457171"/>
                  </a:lnTo>
                  <a:lnTo>
                    <a:pt x="720197" y="412095"/>
                  </a:lnTo>
                  <a:lnTo>
                    <a:pt x="721200" y="400080"/>
                  </a:lnTo>
                  <a:lnTo>
                    <a:pt x="722203" y="391569"/>
                  </a:lnTo>
                  <a:lnTo>
                    <a:pt x="723708" y="365537"/>
                  </a:lnTo>
                  <a:lnTo>
                    <a:pt x="724711" y="320467"/>
                  </a:lnTo>
                  <a:lnTo>
                    <a:pt x="725713" y="320467"/>
                  </a:lnTo>
                  <a:lnTo>
                    <a:pt x="727218" y="327976"/>
                  </a:lnTo>
                  <a:lnTo>
                    <a:pt x="728221" y="277413"/>
                  </a:lnTo>
                  <a:lnTo>
                    <a:pt x="729224" y="286925"/>
                  </a:lnTo>
                  <a:lnTo>
                    <a:pt x="730728" y="238344"/>
                  </a:lnTo>
                  <a:lnTo>
                    <a:pt x="731731" y="221824"/>
                  </a:lnTo>
                  <a:lnTo>
                    <a:pt x="732734" y="221824"/>
                  </a:lnTo>
                  <a:lnTo>
                    <a:pt x="734238" y="204302"/>
                  </a:lnTo>
                  <a:lnTo>
                    <a:pt x="735241" y="221824"/>
                  </a:lnTo>
                  <a:lnTo>
                    <a:pt x="736244" y="187768"/>
                  </a:lnTo>
                  <a:lnTo>
                    <a:pt x="737247" y="172248"/>
                  </a:lnTo>
                  <a:lnTo>
                    <a:pt x="738751" y="172248"/>
                  </a:lnTo>
                  <a:lnTo>
                    <a:pt x="739754" y="178756"/>
                  </a:lnTo>
                  <a:lnTo>
                    <a:pt x="740757" y="169745"/>
                  </a:lnTo>
                  <a:lnTo>
                    <a:pt x="742261" y="179257"/>
                  </a:lnTo>
                  <a:lnTo>
                    <a:pt x="743264" y="183262"/>
                  </a:lnTo>
                  <a:lnTo>
                    <a:pt x="744267" y="172248"/>
                  </a:lnTo>
                  <a:lnTo>
                    <a:pt x="745792" y="217318"/>
                  </a:lnTo>
                  <a:lnTo>
                    <a:pt x="746794" y="205303"/>
                  </a:lnTo>
                  <a:lnTo>
                    <a:pt x="747797" y="190771"/>
                  </a:lnTo>
                  <a:lnTo>
                    <a:pt x="749302" y="203300"/>
                  </a:lnTo>
                  <a:lnTo>
                    <a:pt x="750305" y="213814"/>
                  </a:lnTo>
                  <a:lnTo>
                    <a:pt x="751307" y="248857"/>
                  </a:lnTo>
                  <a:lnTo>
                    <a:pt x="752310" y="262374"/>
                  </a:lnTo>
                  <a:lnTo>
                    <a:pt x="753815" y="293433"/>
                  </a:lnTo>
                  <a:lnTo>
                    <a:pt x="754818" y="275911"/>
                  </a:lnTo>
                  <a:lnTo>
                    <a:pt x="755821" y="329979"/>
                  </a:lnTo>
                  <a:lnTo>
                    <a:pt x="757325" y="329979"/>
                  </a:lnTo>
                  <a:lnTo>
                    <a:pt x="758328" y="349003"/>
                  </a:lnTo>
                  <a:lnTo>
                    <a:pt x="759331" y="421607"/>
                  </a:lnTo>
                  <a:lnTo>
                    <a:pt x="760835" y="373046"/>
                  </a:lnTo>
                  <a:lnTo>
                    <a:pt x="761838" y="406087"/>
                  </a:lnTo>
                  <a:lnTo>
                    <a:pt x="762841" y="412095"/>
                  </a:lnTo>
                  <a:lnTo>
                    <a:pt x="764345" y="449662"/>
                  </a:lnTo>
                  <a:lnTo>
                    <a:pt x="765348" y="431619"/>
                  </a:lnTo>
                  <a:lnTo>
                    <a:pt x="766351" y="511239"/>
                  </a:lnTo>
                  <a:lnTo>
                    <a:pt x="767354" y="501226"/>
                  </a:lnTo>
                  <a:lnTo>
                    <a:pt x="768858" y="486708"/>
                  </a:lnTo>
                  <a:lnTo>
                    <a:pt x="769861" y="586346"/>
                  </a:lnTo>
                  <a:lnTo>
                    <a:pt x="770864" y="501226"/>
                  </a:lnTo>
                  <a:lnTo>
                    <a:pt x="772368" y="496220"/>
                  </a:lnTo>
                  <a:lnTo>
                    <a:pt x="773371" y="465181"/>
                  </a:lnTo>
                  <a:lnTo>
                    <a:pt x="774374" y="482202"/>
                  </a:lnTo>
                  <a:lnTo>
                    <a:pt x="775879" y="461176"/>
                  </a:lnTo>
                  <a:lnTo>
                    <a:pt x="776882" y="457171"/>
                  </a:lnTo>
                  <a:lnTo>
                    <a:pt x="777884" y="486708"/>
                  </a:lnTo>
                  <a:lnTo>
                    <a:pt x="779389" y="511239"/>
                  </a:lnTo>
                  <a:lnTo>
                    <a:pt x="780392" y="506233"/>
                  </a:lnTo>
                  <a:lnTo>
                    <a:pt x="781395" y="491714"/>
                  </a:lnTo>
                  <a:lnTo>
                    <a:pt x="782398" y="449662"/>
                  </a:lnTo>
                  <a:lnTo>
                    <a:pt x="783902" y="511239"/>
                  </a:lnTo>
                  <a:lnTo>
                    <a:pt x="784905" y="501226"/>
                  </a:lnTo>
                  <a:lnTo>
                    <a:pt x="785908" y="482202"/>
                  </a:lnTo>
                  <a:lnTo>
                    <a:pt x="787412" y="465181"/>
                  </a:lnTo>
                  <a:lnTo>
                    <a:pt x="788415" y="469186"/>
                  </a:lnTo>
                  <a:lnTo>
                    <a:pt x="789418" y="473692"/>
                  </a:lnTo>
                  <a:lnTo>
                    <a:pt x="790922" y="461176"/>
                  </a:lnTo>
                  <a:lnTo>
                    <a:pt x="791925" y="527272"/>
                  </a:lnTo>
                  <a:lnTo>
                    <a:pt x="792921" y="533280"/>
                  </a:lnTo>
                  <a:lnTo>
                    <a:pt x="794426" y="473692"/>
                  </a:lnTo>
                  <a:lnTo>
                    <a:pt x="795429" y="506233"/>
                  </a:lnTo>
                  <a:lnTo>
                    <a:pt x="796431" y="539287"/>
                  </a:lnTo>
                  <a:lnTo>
                    <a:pt x="797936" y="527272"/>
                  </a:lnTo>
                  <a:lnTo>
                    <a:pt x="798939" y="533280"/>
                  </a:lnTo>
                  <a:lnTo>
                    <a:pt x="799942" y="545295"/>
                  </a:lnTo>
                  <a:lnTo>
                    <a:pt x="800945" y="527272"/>
                  </a:lnTo>
                  <a:lnTo>
                    <a:pt x="802449" y="486708"/>
                  </a:lnTo>
                  <a:lnTo>
                    <a:pt x="803452" y="545295"/>
                  </a:lnTo>
                  <a:lnTo>
                    <a:pt x="804455" y="501226"/>
                  </a:lnTo>
                  <a:lnTo>
                    <a:pt x="805959" y="516759"/>
                  </a:lnTo>
                  <a:lnTo>
                    <a:pt x="806962" y="511239"/>
                  </a:lnTo>
                  <a:lnTo>
                    <a:pt x="807965" y="465181"/>
                  </a:lnTo>
                  <a:lnTo>
                    <a:pt x="809469" y="539287"/>
                  </a:lnTo>
                </a:path>
                <a:path w="2200275" h="712469">
                  <a:moveTo>
                    <a:pt x="809469" y="539287"/>
                  </a:moveTo>
                  <a:lnTo>
                    <a:pt x="810472" y="521765"/>
                  </a:lnTo>
                  <a:lnTo>
                    <a:pt x="811475" y="551302"/>
                  </a:lnTo>
                  <a:lnTo>
                    <a:pt x="812979" y="496220"/>
                  </a:lnTo>
                  <a:lnTo>
                    <a:pt x="813982" y="527272"/>
                  </a:lnTo>
                  <a:lnTo>
                    <a:pt x="814985" y="506233"/>
                  </a:lnTo>
                  <a:lnTo>
                    <a:pt x="815988" y="516759"/>
                  </a:lnTo>
                  <a:lnTo>
                    <a:pt x="817492" y="511239"/>
                  </a:lnTo>
                  <a:lnTo>
                    <a:pt x="818495" y="511239"/>
                  </a:lnTo>
                  <a:lnTo>
                    <a:pt x="819498" y="482202"/>
                  </a:lnTo>
                  <a:lnTo>
                    <a:pt x="821003" y="449662"/>
                  </a:lnTo>
                  <a:lnTo>
                    <a:pt x="822006" y="551302"/>
                  </a:lnTo>
                  <a:lnTo>
                    <a:pt x="823008" y="491714"/>
                  </a:lnTo>
                  <a:lnTo>
                    <a:pt x="824513" y="545295"/>
                  </a:lnTo>
                  <a:lnTo>
                    <a:pt x="825516" y="527272"/>
                  </a:lnTo>
                  <a:lnTo>
                    <a:pt x="826519" y="501226"/>
                  </a:lnTo>
                  <a:lnTo>
                    <a:pt x="828023" y="445657"/>
                  </a:lnTo>
                  <a:lnTo>
                    <a:pt x="829026" y="506233"/>
                  </a:lnTo>
                  <a:lnTo>
                    <a:pt x="830029" y="521765"/>
                  </a:lnTo>
                  <a:lnTo>
                    <a:pt x="831032" y="545295"/>
                  </a:lnTo>
                  <a:lnTo>
                    <a:pt x="832536" y="496220"/>
                  </a:lnTo>
                  <a:lnTo>
                    <a:pt x="833539" y="501226"/>
                  </a:lnTo>
                  <a:lnTo>
                    <a:pt x="834542" y="465181"/>
                  </a:lnTo>
                  <a:lnTo>
                    <a:pt x="836046" y="511239"/>
                  </a:lnTo>
                  <a:lnTo>
                    <a:pt x="837049" y="506233"/>
                  </a:lnTo>
                  <a:lnTo>
                    <a:pt x="838052" y="501226"/>
                  </a:lnTo>
                  <a:lnTo>
                    <a:pt x="839556" y="578837"/>
                  </a:lnTo>
                  <a:lnTo>
                    <a:pt x="840559" y="506233"/>
                  </a:lnTo>
                  <a:lnTo>
                    <a:pt x="841562" y="501226"/>
                  </a:lnTo>
                  <a:lnTo>
                    <a:pt x="843066" y="496220"/>
                  </a:lnTo>
                  <a:lnTo>
                    <a:pt x="844069" y="527272"/>
                  </a:lnTo>
                  <a:lnTo>
                    <a:pt x="845072" y="533280"/>
                  </a:lnTo>
                  <a:lnTo>
                    <a:pt x="846075" y="501226"/>
                  </a:lnTo>
                  <a:lnTo>
                    <a:pt x="847580" y="486708"/>
                  </a:lnTo>
                  <a:lnTo>
                    <a:pt x="848582" y="521765"/>
                  </a:lnTo>
                  <a:lnTo>
                    <a:pt x="849585" y="578837"/>
                  </a:lnTo>
                  <a:lnTo>
                    <a:pt x="851110" y="501226"/>
                  </a:lnTo>
                  <a:lnTo>
                    <a:pt x="852113" y="516759"/>
                  </a:lnTo>
                  <a:lnTo>
                    <a:pt x="853116" y="473692"/>
                  </a:lnTo>
                  <a:lnTo>
                    <a:pt x="854620" y="473692"/>
                  </a:lnTo>
                  <a:lnTo>
                    <a:pt x="855623" y="527272"/>
                  </a:lnTo>
                  <a:lnTo>
                    <a:pt x="856626" y="473692"/>
                  </a:lnTo>
                  <a:lnTo>
                    <a:pt x="858130" y="501226"/>
                  </a:lnTo>
                  <a:lnTo>
                    <a:pt x="859133" y="527272"/>
                  </a:lnTo>
                  <a:lnTo>
                    <a:pt x="860136" y="516759"/>
                  </a:lnTo>
                  <a:lnTo>
                    <a:pt x="861139" y="501226"/>
                  </a:lnTo>
                  <a:lnTo>
                    <a:pt x="862643" y="501226"/>
                  </a:lnTo>
                  <a:lnTo>
                    <a:pt x="863646" y="482202"/>
                  </a:lnTo>
                  <a:lnTo>
                    <a:pt x="864649" y="506233"/>
                  </a:lnTo>
                  <a:lnTo>
                    <a:pt x="866153" y="496220"/>
                  </a:lnTo>
                  <a:lnTo>
                    <a:pt x="867156" y="516759"/>
                  </a:lnTo>
                  <a:lnTo>
                    <a:pt x="868159" y="533280"/>
                  </a:lnTo>
                  <a:lnTo>
                    <a:pt x="869663" y="491714"/>
                  </a:lnTo>
                  <a:lnTo>
                    <a:pt x="870666" y="551302"/>
                  </a:lnTo>
                  <a:lnTo>
                    <a:pt x="871669" y="465181"/>
                  </a:lnTo>
                  <a:lnTo>
                    <a:pt x="873174" y="539287"/>
                  </a:lnTo>
                  <a:lnTo>
                    <a:pt x="874176" y="453166"/>
                  </a:lnTo>
                  <a:lnTo>
                    <a:pt x="875179" y="491714"/>
                  </a:lnTo>
                  <a:lnTo>
                    <a:pt x="876182" y="545295"/>
                  </a:lnTo>
                  <a:lnTo>
                    <a:pt x="877687" y="557810"/>
                  </a:lnTo>
                  <a:lnTo>
                    <a:pt x="878690" y="511239"/>
                  </a:lnTo>
                  <a:lnTo>
                    <a:pt x="879692" y="465181"/>
                  </a:lnTo>
                  <a:lnTo>
                    <a:pt x="881197" y="571828"/>
                  </a:lnTo>
                  <a:lnTo>
                    <a:pt x="882200" y="516759"/>
                  </a:lnTo>
                  <a:lnTo>
                    <a:pt x="883203" y="511239"/>
                  </a:lnTo>
                  <a:lnTo>
                    <a:pt x="884707" y="501226"/>
                  </a:lnTo>
                  <a:lnTo>
                    <a:pt x="885710" y="533280"/>
                  </a:lnTo>
                  <a:lnTo>
                    <a:pt x="886713" y="521765"/>
                  </a:lnTo>
                  <a:lnTo>
                    <a:pt x="888217" y="496220"/>
                  </a:lnTo>
                  <a:lnTo>
                    <a:pt x="889220" y="516759"/>
                  </a:lnTo>
                  <a:lnTo>
                    <a:pt x="890223" y="482202"/>
                  </a:lnTo>
                  <a:lnTo>
                    <a:pt x="891226" y="482202"/>
                  </a:lnTo>
                  <a:lnTo>
                    <a:pt x="892730" y="501226"/>
                  </a:lnTo>
                  <a:lnTo>
                    <a:pt x="893733" y="469186"/>
                  </a:lnTo>
                  <a:lnTo>
                    <a:pt x="894736" y="533280"/>
                  </a:lnTo>
                  <a:lnTo>
                    <a:pt x="896240" y="491714"/>
                  </a:lnTo>
                  <a:lnTo>
                    <a:pt x="897243" y="496220"/>
                  </a:lnTo>
                  <a:lnTo>
                    <a:pt x="898246" y="501226"/>
                  </a:lnTo>
                  <a:lnTo>
                    <a:pt x="899751" y="501226"/>
                  </a:lnTo>
                  <a:lnTo>
                    <a:pt x="900753" y="511239"/>
                  </a:lnTo>
                  <a:lnTo>
                    <a:pt x="901756" y="486708"/>
                  </a:lnTo>
                  <a:lnTo>
                    <a:pt x="903261" y="551302"/>
                  </a:lnTo>
                  <a:lnTo>
                    <a:pt x="904264" y="586346"/>
                  </a:lnTo>
                  <a:lnTo>
                    <a:pt x="905266" y="506233"/>
                  </a:lnTo>
                  <a:lnTo>
                    <a:pt x="906269" y="533280"/>
                  </a:lnTo>
                  <a:lnTo>
                    <a:pt x="907774" y="496220"/>
                  </a:lnTo>
                  <a:lnTo>
                    <a:pt x="908777" y="571828"/>
                  </a:lnTo>
                  <a:lnTo>
                    <a:pt x="909780" y="557810"/>
                  </a:lnTo>
                  <a:lnTo>
                    <a:pt x="911284" y="578837"/>
                  </a:lnTo>
                  <a:lnTo>
                    <a:pt x="912287" y="571828"/>
                  </a:lnTo>
                  <a:lnTo>
                    <a:pt x="913290" y="521765"/>
                  </a:lnTo>
                  <a:lnTo>
                    <a:pt x="914794" y="586346"/>
                  </a:lnTo>
                  <a:lnTo>
                    <a:pt x="915797" y="521765"/>
                  </a:lnTo>
                  <a:lnTo>
                    <a:pt x="916800" y="551302"/>
                  </a:lnTo>
                  <a:lnTo>
                    <a:pt x="918304" y="511239"/>
                  </a:lnTo>
                  <a:lnTo>
                    <a:pt x="919307" y="516759"/>
                  </a:lnTo>
                  <a:lnTo>
                    <a:pt x="920310" y="478197"/>
                  </a:lnTo>
                  <a:lnTo>
                    <a:pt x="921814" y="491714"/>
                  </a:lnTo>
                  <a:lnTo>
                    <a:pt x="922817" y="557810"/>
                  </a:lnTo>
                  <a:lnTo>
                    <a:pt x="923820" y="551302"/>
                  </a:lnTo>
                  <a:lnTo>
                    <a:pt x="924823" y="602386"/>
                  </a:lnTo>
                  <a:lnTo>
                    <a:pt x="926327" y="496220"/>
                  </a:lnTo>
                  <a:lnTo>
                    <a:pt x="927330" y="539287"/>
                  </a:lnTo>
                  <a:lnTo>
                    <a:pt x="928333" y="527272"/>
                  </a:lnTo>
                  <a:lnTo>
                    <a:pt x="929838" y="516759"/>
                  </a:lnTo>
                  <a:lnTo>
                    <a:pt x="930841" y="545295"/>
                  </a:lnTo>
                  <a:lnTo>
                    <a:pt x="931843" y="527272"/>
                  </a:lnTo>
                  <a:lnTo>
                    <a:pt x="933348" y="551302"/>
                  </a:lnTo>
                  <a:lnTo>
                    <a:pt x="934351" y="511239"/>
                  </a:lnTo>
                  <a:lnTo>
                    <a:pt x="935354" y="578837"/>
                  </a:lnTo>
                  <a:lnTo>
                    <a:pt x="936858" y="511239"/>
                  </a:lnTo>
                  <a:lnTo>
                    <a:pt x="937861" y="533280"/>
                  </a:lnTo>
                  <a:lnTo>
                    <a:pt x="938864" y="501226"/>
                  </a:lnTo>
                  <a:lnTo>
                    <a:pt x="939867" y="527272"/>
                  </a:lnTo>
                  <a:lnTo>
                    <a:pt x="941371" y="521765"/>
                  </a:lnTo>
                  <a:lnTo>
                    <a:pt x="942374" y="551302"/>
                  </a:lnTo>
                  <a:lnTo>
                    <a:pt x="943377" y="564819"/>
                  </a:lnTo>
                  <a:lnTo>
                    <a:pt x="944881" y="516759"/>
                  </a:lnTo>
                  <a:lnTo>
                    <a:pt x="945884" y="491714"/>
                  </a:lnTo>
                  <a:lnTo>
                    <a:pt x="946887" y="521765"/>
                  </a:lnTo>
                  <a:lnTo>
                    <a:pt x="948391" y="486708"/>
                  </a:lnTo>
                  <a:lnTo>
                    <a:pt x="949394" y="496220"/>
                  </a:lnTo>
                  <a:lnTo>
                    <a:pt x="950397" y="486708"/>
                  </a:lnTo>
                  <a:lnTo>
                    <a:pt x="951901" y="465181"/>
                  </a:lnTo>
                  <a:lnTo>
                    <a:pt x="952904" y="506233"/>
                  </a:lnTo>
                  <a:lnTo>
                    <a:pt x="953907" y="486708"/>
                  </a:lnTo>
                  <a:lnTo>
                    <a:pt x="954910" y="551302"/>
                  </a:lnTo>
                  <a:lnTo>
                    <a:pt x="956428" y="491714"/>
                  </a:lnTo>
                  <a:lnTo>
                    <a:pt x="957431" y="516759"/>
                  </a:lnTo>
                  <a:lnTo>
                    <a:pt x="958434" y="442152"/>
                  </a:lnTo>
                  <a:lnTo>
                    <a:pt x="959938" y="506233"/>
                  </a:lnTo>
                  <a:lnTo>
                    <a:pt x="960941" y="482202"/>
                  </a:lnTo>
                  <a:lnTo>
                    <a:pt x="961944" y="511239"/>
                  </a:lnTo>
                  <a:lnTo>
                    <a:pt x="963448" y="491714"/>
                  </a:lnTo>
                  <a:lnTo>
                    <a:pt x="964451" y="506233"/>
                  </a:lnTo>
                  <a:lnTo>
                    <a:pt x="965454" y="557810"/>
                  </a:lnTo>
                  <a:lnTo>
                    <a:pt x="966958" y="478197"/>
                  </a:lnTo>
                  <a:lnTo>
                    <a:pt x="967961" y="506233"/>
                  </a:lnTo>
                  <a:lnTo>
                    <a:pt x="968964" y="539287"/>
                  </a:lnTo>
                  <a:lnTo>
                    <a:pt x="969967" y="516759"/>
                  </a:lnTo>
                  <a:lnTo>
                    <a:pt x="971471" y="465181"/>
                  </a:lnTo>
                  <a:lnTo>
                    <a:pt x="972474" y="506233"/>
                  </a:lnTo>
                  <a:lnTo>
                    <a:pt x="973477" y="473692"/>
                  </a:lnTo>
                  <a:lnTo>
                    <a:pt x="974982" y="478197"/>
                  </a:lnTo>
                  <a:lnTo>
                    <a:pt x="975985" y="533280"/>
                  </a:lnTo>
                  <a:lnTo>
                    <a:pt x="976987" y="539287"/>
                  </a:lnTo>
                  <a:lnTo>
                    <a:pt x="978492" y="501226"/>
                  </a:lnTo>
                  <a:lnTo>
                    <a:pt x="979495" y="564819"/>
                  </a:lnTo>
                  <a:lnTo>
                    <a:pt x="980498" y="545295"/>
                  </a:lnTo>
                  <a:lnTo>
                    <a:pt x="982002" y="521765"/>
                  </a:lnTo>
                  <a:lnTo>
                    <a:pt x="983005" y="511239"/>
                  </a:lnTo>
                  <a:lnTo>
                    <a:pt x="984008" y="516759"/>
                  </a:lnTo>
                  <a:lnTo>
                    <a:pt x="985011" y="521765"/>
                  </a:lnTo>
                  <a:lnTo>
                    <a:pt x="986515" y="516759"/>
                  </a:lnTo>
                  <a:lnTo>
                    <a:pt x="987518" y="545295"/>
                  </a:lnTo>
                  <a:lnTo>
                    <a:pt x="988521" y="486708"/>
                  </a:lnTo>
                  <a:lnTo>
                    <a:pt x="990025" y="486708"/>
                  </a:lnTo>
                  <a:lnTo>
                    <a:pt x="991028" y="602386"/>
                  </a:lnTo>
                  <a:lnTo>
                    <a:pt x="992031" y="457171"/>
                  </a:lnTo>
                  <a:lnTo>
                    <a:pt x="993535" y="496220"/>
                  </a:lnTo>
                  <a:lnTo>
                    <a:pt x="994538" y="491714"/>
                  </a:lnTo>
                  <a:lnTo>
                    <a:pt x="995541" y="610897"/>
                  </a:lnTo>
                  <a:lnTo>
                    <a:pt x="997045" y="521765"/>
                  </a:lnTo>
                  <a:lnTo>
                    <a:pt x="998048" y="461176"/>
                  </a:lnTo>
                  <a:lnTo>
                    <a:pt x="999051" y="501226"/>
                  </a:lnTo>
                  <a:lnTo>
                    <a:pt x="1000054" y="501226"/>
                  </a:lnTo>
                  <a:lnTo>
                    <a:pt x="1001559" y="469186"/>
                  </a:lnTo>
                  <a:lnTo>
                    <a:pt x="1002561" y="516759"/>
                  </a:lnTo>
                  <a:lnTo>
                    <a:pt x="1003564" y="527272"/>
                  </a:lnTo>
                  <a:lnTo>
                    <a:pt x="1005069" y="539287"/>
                  </a:lnTo>
                  <a:lnTo>
                    <a:pt x="1006072" y="545295"/>
                  </a:lnTo>
                  <a:lnTo>
                    <a:pt x="1007075" y="501226"/>
                  </a:lnTo>
                  <a:lnTo>
                    <a:pt x="1008579" y="449662"/>
                  </a:lnTo>
                  <a:lnTo>
                    <a:pt x="1009582" y="486708"/>
                  </a:lnTo>
                  <a:lnTo>
                    <a:pt x="1010585" y="527272"/>
                  </a:lnTo>
                  <a:lnTo>
                    <a:pt x="1012089" y="521765"/>
                  </a:lnTo>
                  <a:lnTo>
                    <a:pt x="1013092" y="511239"/>
                  </a:lnTo>
                  <a:lnTo>
                    <a:pt x="1014095" y="491714"/>
                  </a:lnTo>
                  <a:lnTo>
                    <a:pt x="1015098" y="533280"/>
                  </a:lnTo>
                  <a:lnTo>
                    <a:pt x="1016602" y="486708"/>
                  </a:lnTo>
                  <a:lnTo>
                    <a:pt x="1017605" y="491714"/>
                  </a:lnTo>
                  <a:lnTo>
                    <a:pt x="1018608" y="491714"/>
                  </a:lnTo>
                  <a:lnTo>
                    <a:pt x="1020112" y="482202"/>
                  </a:lnTo>
                  <a:lnTo>
                    <a:pt x="1021115" y="465181"/>
                  </a:lnTo>
                  <a:lnTo>
                    <a:pt x="1022118" y="453166"/>
                  </a:lnTo>
                  <a:lnTo>
                    <a:pt x="1023622" y="491714"/>
                  </a:lnTo>
                  <a:lnTo>
                    <a:pt x="1024625" y="511239"/>
                  </a:lnTo>
                  <a:lnTo>
                    <a:pt x="1025628" y="465181"/>
                  </a:lnTo>
                  <a:lnTo>
                    <a:pt x="1027133" y="453166"/>
                  </a:lnTo>
                  <a:lnTo>
                    <a:pt x="1028135" y="473692"/>
                  </a:lnTo>
                  <a:lnTo>
                    <a:pt x="1029138" y="445657"/>
                  </a:lnTo>
                  <a:lnTo>
                    <a:pt x="1030141" y="435144"/>
                  </a:lnTo>
                  <a:lnTo>
                    <a:pt x="1031646" y="394072"/>
                  </a:lnTo>
                  <a:lnTo>
                    <a:pt x="1032649" y="412095"/>
                  </a:lnTo>
                  <a:lnTo>
                    <a:pt x="1033651" y="363033"/>
                  </a:lnTo>
                  <a:lnTo>
                    <a:pt x="1035156" y="353522"/>
                  </a:lnTo>
                  <a:lnTo>
                    <a:pt x="1036159" y="327976"/>
                  </a:lnTo>
                  <a:lnTo>
                    <a:pt x="1037162" y="331981"/>
                  </a:lnTo>
                  <a:lnTo>
                    <a:pt x="1038666" y="299941"/>
                  </a:lnTo>
                  <a:lnTo>
                    <a:pt x="1039669" y="298439"/>
                  </a:lnTo>
                  <a:lnTo>
                    <a:pt x="1040672" y="277413"/>
                  </a:lnTo>
                  <a:lnTo>
                    <a:pt x="1042176" y="294935"/>
                  </a:lnTo>
                  <a:lnTo>
                    <a:pt x="1043179" y="288427"/>
                  </a:lnTo>
                  <a:lnTo>
                    <a:pt x="1044182" y="235841"/>
                  </a:lnTo>
                  <a:lnTo>
                    <a:pt x="1045686" y="232337"/>
                  </a:lnTo>
                  <a:lnTo>
                    <a:pt x="1046689" y="231335"/>
                  </a:lnTo>
                  <a:lnTo>
                    <a:pt x="1047692" y="228832"/>
                  </a:lnTo>
                  <a:lnTo>
                    <a:pt x="1048695" y="192787"/>
                  </a:lnTo>
                  <a:lnTo>
                    <a:pt x="1050199" y="189770"/>
                  </a:lnTo>
                  <a:lnTo>
                    <a:pt x="1051202" y="192787"/>
                  </a:lnTo>
                  <a:lnTo>
                    <a:pt x="1052205" y="219320"/>
                  </a:lnTo>
                  <a:lnTo>
                    <a:pt x="1053709" y="190771"/>
                  </a:lnTo>
                  <a:lnTo>
                    <a:pt x="1054712" y="201799"/>
                  </a:lnTo>
                  <a:lnTo>
                    <a:pt x="1055715" y="189770"/>
                  </a:lnTo>
                  <a:lnTo>
                    <a:pt x="1057220" y="180258"/>
                  </a:lnTo>
                  <a:lnTo>
                    <a:pt x="1058223" y="172248"/>
                  </a:lnTo>
                  <a:lnTo>
                    <a:pt x="1059225" y="189770"/>
                  </a:lnTo>
                  <a:lnTo>
                    <a:pt x="1060730" y="181259"/>
                  </a:lnTo>
                  <a:lnTo>
                    <a:pt x="1061733" y="186266"/>
                  </a:lnTo>
                  <a:lnTo>
                    <a:pt x="1062756" y="195791"/>
                  </a:lnTo>
                  <a:lnTo>
                    <a:pt x="1063759" y="196792"/>
                  </a:lnTo>
                  <a:lnTo>
                    <a:pt x="1065263" y="197794"/>
                  </a:lnTo>
                  <a:lnTo>
                    <a:pt x="1066266" y="220322"/>
                  </a:lnTo>
                  <a:lnTo>
                    <a:pt x="1067269" y="183262"/>
                  </a:lnTo>
                  <a:lnTo>
                    <a:pt x="1068773" y="212812"/>
                  </a:lnTo>
                  <a:lnTo>
                    <a:pt x="1069776" y="244852"/>
                  </a:lnTo>
                  <a:lnTo>
                    <a:pt x="1070779" y="251360"/>
                  </a:lnTo>
                  <a:lnTo>
                    <a:pt x="1072283" y="255366"/>
                  </a:lnTo>
                  <a:lnTo>
                    <a:pt x="1073286" y="228832"/>
                  </a:lnTo>
                  <a:lnTo>
                    <a:pt x="1074289" y="262374"/>
                  </a:lnTo>
                  <a:lnTo>
                    <a:pt x="1075793" y="259871"/>
                  </a:lnTo>
                  <a:lnTo>
                    <a:pt x="1076796" y="289929"/>
                  </a:lnTo>
                  <a:lnTo>
                    <a:pt x="1077799" y="321969"/>
                  </a:lnTo>
                  <a:lnTo>
                    <a:pt x="1078802" y="320467"/>
                  </a:lnTo>
                  <a:lnTo>
                    <a:pt x="1080306" y="340492"/>
                  </a:lnTo>
                  <a:lnTo>
                    <a:pt x="1081309" y="378052"/>
                  </a:lnTo>
                  <a:lnTo>
                    <a:pt x="1082312" y="383559"/>
                  </a:lnTo>
                  <a:lnTo>
                    <a:pt x="1083817" y="365537"/>
                  </a:lnTo>
                  <a:lnTo>
                    <a:pt x="1084820" y="397076"/>
                  </a:lnTo>
                  <a:lnTo>
                    <a:pt x="1085822" y="388565"/>
                  </a:lnTo>
                  <a:lnTo>
                    <a:pt x="1087327" y="442152"/>
                  </a:lnTo>
                  <a:lnTo>
                    <a:pt x="1088330" y="406087"/>
                  </a:lnTo>
                  <a:lnTo>
                    <a:pt x="1089333" y="421607"/>
                  </a:lnTo>
                  <a:lnTo>
                    <a:pt x="1090837" y="457171"/>
                  </a:lnTo>
                  <a:lnTo>
                    <a:pt x="1091840" y="457171"/>
                  </a:lnTo>
                  <a:lnTo>
                    <a:pt x="1092843" y="482202"/>
                  </a:lnTo>
                  <a:lnTo>
                    <a:pt x="1093846" y="527272"/>
                  </a:lnTo>
                  <a:lnTo>
                    <a:pt x="1095350" y="482202"/>
                  </a:lnTo>
                  <a:lnTo>
                    <a:pt x="1096353" y="482202"/>
                  </a:lnTo>
                  <a:lnTo>
                    <a:pt x="1097356" y="465181"/>
                  </a:lnTo>
                  <a:lnTo>
                    <a:pt x="1098860" y="442152"/>
                  </a:lnTo>
                  <a:lnTo>
                    <a:pt x="1099863" y="482202"/>
                  </a:lnTo>
                  <a:lnTo>
                    <a:pt x="1100866" y="428115"/>
                  </a:lnTo>
                  <a:lnTo>
                    <a:pt x="1102370" y="461176"/>
                  </a:lnTo>
                  <a:lnTo>
                    <a:pt x="1103373" y="478197"/>
                  </a:lnTo>
                  <a:lnTo>
                    <a:pt x="1104376" y="501226"/>
                  </a:lnTo>
                  <a:lnTo>
                    <a:pt x="1105881" y="511239"/>
                  </a:lnTo>
                  <a:lnTo>
                    <a:pt x="1106883" y="506233"/>
                  </a:lnTo>
                  <a:lnTo>
                    <a:pt x="1107886" y="551302"/>
                  </a:lnTo>
                  <a:lnTo>
                    <a:pt x="1108889" y="516759"/>
                  </a:lnTo>
                  <a:lnTo>
                    <a:pt x="1110394" y="602386"/>
                  </a:lnTo>
                  <a:lnTo>
                    <a:pt x="1111396" y="496220"/>
                  </a:lnTo>
                  <a:lnTo>
                    <a:pt x="1112399" y="521765"/>
                  </a:lnTo>
                  <a:lnTo>
                    <a:pt x="1113904" y="457171"/>
                  </a:lnTo>
                  <a:lnTo>
                    <a:pt x="1114907" y="506233"/>
                  </a:lnTo>
                  <a:lnTo>
                    <a:pt x="1115910" y="521765"/>
                  </a:lnTo>
                  <a:lnTo>
                    <a:pt x="1117414" y="449662"/>
                  </a:lnTo>
                  <a:lnTo>
                    <a:pt x="1118417" y="571828"/>
                  </a:lnTo>
                  <a:lnTo>
                    <a:pt x="1119420" y="469186"/>
                  </a:lnTo>
                  <a:lnTo>
                    <a:pt x="1120924" y="533280"/>
                  </a:lnTo>
                  <a:lnTo>
                    <a:pt x="1121927" y="486708"/>
                  </a:lnTo>
                  <a:lnTo>
                    <a:pt x="1122930" y="533280"/>
                  </a:lnTo>
                  <a:lnTo>
                    <a:pt x="1123933" y="545295"/>
                  </a:lnTo>
                  <a:lnTo>
                    <a:pt x="1125437" y="545295"/>
                  </a:lnTo>
                  <a:lnTo>
                    <a:pt x="1126440" y="527272"/>
                  </a:lnTo>
                  <a:lnTo>
                    <a:pt x="1127443" y="496220"/>
                  </a:lnTo>
                  <a:lnTo>
                    <a:pt x="1128947" y="491714"/>
                  </a:lnTo>
                  <a:lnTo>
                    <a:pt x="1129950" y="491714"/>
                  </a:lnTo>
                  <a:lnTo>
                    <a:pt x="1130953" y="511239"/>
                  </a:lnTo>
                  <a:lnTo>
                    <a:pt x="1132457" y="571828"/>
                  </a:lnTo>
                  <a:lnTo>
                    <a:pt x="1133460" y="511239"/>
                  </a:lnTo>
                  <a:lnTo>
                    <a:pt x="1134463" y="511239"/>
                  </a:lnTo>
                  <a:lnTo>
                    <a:pt x="1135968" y="486708"/>
                  </a:lnTo>
                  <a:lnTo>
                    <a:pt x="1136970" y="478197"/>
                  </a:lnTo>
                  <a:lnTo>
                    <a:pt x="1137973" y="469186"/>
                  </a:lnTo>
                  <a:lnTo>
                    <a:pt x="1138976" y="412095"/>
                  </a:lnTo>
                  <a:lnTo>
                    <a:pt x="1140481" y="445657"/>
                  </a:lnTo>
                  <a:lnTo>
                    <a:pt x="1141484" y="421607"/>
                  </a:lnTo>
                  <a:lnTo>
                    <a:pt x="1142486" y="421607"/>
                  </a:lnTo>
                  <a:lnTo>
                    <a:pt x="1143991" y="391569"/>
                  </a:lnTo>
                  <a:lnTo>
                    <a:pt x="1144994" y="360530"/>
                  </a:lnTo>
                  <a:lnTo>
                    <a:pt x="1145997" y="307451"/>
                  </a:lnTo>
                  <a:lnTo>
                    <a:pt x="1147501" y="327976"/>
                  </a:lnTo>
                  <a:lnTo>
                    <a:pt x="1148504" y="333984"/>
                  </a:lnTo>
                  <a:lnTo>
                    <a:pt x="1149507" y="360530"/>
                  </a:lnTo>
                  <a:lnTo>
                    <a:pt x="1151011" y="388565"/>
                  </a:lnTo>
                  <a:lnTo>
                    <a:pt x="1152014" y="327976"/>
                  </a:lnTo>
                  <a:lnTo>
                    <a:pt x="1153017" y="320467"/>
                  </a:lnTo>
                  <a:lnTo>
                    <a:pt x="1154020" y="318464"/>
                  </a:lnTo>
                  <a:lnTo>
                    <a:pt x="1155524" y="320467"/>
                  </a:lnTo>
                  <a:lnTo>
                    <a:pt x="1156527" y="338489"/>
                  </a:lnTo>
                  <a:lnTo>
                    <a:pt x="1157530" y="365537"/>
                  </a:lnTo>
                  <a:lnTo>
                    <a:pt x="1159034" y="329979"/>
                  </a:lnTo>
                  <a:lnTo>
                    <a:pt x="1160037" y="373046"/>
                  </a:lnTo>
                  <a:lnTo>
                    <a:pt x="1161040" y="329979"/>
                  </a:lnTo>
                  <a:lnTo>
                    <a:pt x="1162544" y="340492"/>
                  </a:lnTo>
                  <a:lnTo>
                    <a:pt x="1163547" y="333984"/>
                  </a:lnTo>
                  <a:lnTo>
                    <a:pt x="1164550" y="418603"/>
                  </a:lnTo>
                  <a:lnTo>
                    <a:pt x="1166055" y="412095"/>
                  </a:lnTo>
                  <a:lnTo>
                    <a:pt x="1167058" y="431619"/>
                  </a:lnTo>
                  <a:lnTo>
                    <a:pt x="1168060" y="400080"/>
                  </a:lnTo>
                  <a:lnTo>
                    <a:pt x="1169578" y="421607"/>
                  </a:lnTo>
                  <a:lnTo>
                    <a:pt x="1170581" y="403084"/>
                  </a:lnTo>
                  <a:lnTo>
                    <a:pt x="1171584" y="442152"/>
                  </a:lnTo>
                  <a:lnTo>
                    <a:pt x="1172587" y="449662"/>
                  </a:lnTo>
                  <a:lnTo>
                    <a:pt x="1174091" y="449662"/>
                  </a:lnTo>
                  <a:lnTo>
                    <a:pt x="1175094" y="496220"/>
                  </a:lnTo>
                  <a:lnTo>
                    <a:pt x="1176097" y="516759"/>
                  </a:lnTo>
                  <a:lnTo>
                    <a:pt x="1177601" y="506233"/>
                  </a:lnTo>
                  <a:lnTo>
                    <a:pt x="1178604" y="551302"/>
                  </a:lnTo>
                  <a:lnTo>
                    <a:pt x="1179607" y="473692"/>
                  </a:lnTo>
                  <a:lnTo>
                    <a:pt x="1181112" y="521765"/>
                  </a:lnTo>
                  <a:lnTo>
                    <a:pt x="1182115" y="571828"/>
                  </a:lnTo>
                  <a:lnTo>
                    <a:pt x="1183117" y="539287"/>
                  </a:lnTo>
                  <a:lnTo>
                    <a:pt x="1184622" y="533280"/>
                  </a:lnTo>
                  <a:lnTo>
                    <a:pt x="1185625" y="545295"/>
                  </a:lnTo>
                  <a:lnTo>
                    <a:pt x="1186628" y="521765"/>
                  </a:lnTo>
                  <a:lnTo>
                    <a:pt x="1187630" y="511239"/>
                  </a:lnTo>
                  <a:lnTo>
                    <a:pt x="1189135" y="527272"/>
                  </a:lnTo>
                  <a:lnTo>
                    <a:pt x="1190138" y="533280"/>
                  </a:lnTo>
                  <a:lnTo>
                    <a:pt x="1191141" y="564819"/>
                  </a:lnTo>
                  <a:lnTo>
                    <a:pt x="1192645" y="527272"/>
                  </a:lnTo>
                  <a:lnTo>
                    <a:pt x="1193648" y="594356"/>
                  </a:lnTo>
                  <a:lnTo>
                    <a:pt x="1194651" y="564819"/>
                  </a:lnTo>
                  <a:lnTo>
                    <a:pt x="1196155" y="491714"/>
                  </a:lnTo>
                  <a:lnTo>
                    <a:pt x="1197158" y="539287"/>
                  </a:lnTo>
                  <a:lnTo>
                    <a:pt x="1198161" y="516759"/>
                  </a:lnTo>
                  <a:lnTo>
                    <a:pt x="1199665" y="516759"/>
                  </a:lnTo>
                  <a:lnTo>
                    <a:pt x="1200668" y="551302"/>
                  </a:lnTo>
                  <a:lnTo>
                    <a:pt x="1201671" y="511239"/>
                  </a:lnTo>
                  <a:lnTo>
                    <a:pt x="1202674" y="557810"/>
                  </a:lnTo>
                  <a:lnTo>
                    <a:pt x="1204178" y="545295"/>
                  </a:lnTo>
                  <a:lnTo>
                    <a:pt x="1205181" y="521765"/>
                  </a:lnTo>
                  <a:lnTo>
                    <a:pt x="1206184" y="578837"/>
                  </a:lnTo>
                  <a:lnTo>
                    <a:pt x="1207689" y="586346"/>
                  </a:lnTo>
                  <a:lnTo>
                    <a:pt x="1208691" y="527272"/>
                  </a:lnTo>
                  <a:lnTo>
                    <a:pt x="1209694" y="511239"/>
                  </a:lnTo>
                  <a:lnTo>
                    <a:pt x="1211199" y="533280"/>
                  </a:lnTo>
                  <a:lnTo>
                    <a:pt x="1212202" y="506233"/>
                  </a:lnTo>
                  <a:lnTo>
                    <a:pt x="1213204" y="578837"/>
                  </a:lnTo>
                  <a:lnTo>
                    <a:pt x="1214709" y="527272"/>
                  </a:lnTo>
                  <a:lnTo>
                    <a:pt x="1215712" y="586346"/>
                  </a:lnTo>
                  <a:lnTo>
                    <a:pt x="1216715" y="551302"/>
                  </a:lnTo>
                  <a:lnTo>
                    <a:pt x="1217718" y="564819"/>
                  </a:lnTo>
                  <a:lnTo>
                    <a:pt x="1219222" y="506233"/>
                  </a:lnTo>
                  <a:lnTo>
                    <a:pt x="1220225" y="557810"/>
                  </a:lnTo>
                  <a:lnTo>
                    <a:pt x="1221228" y="527272"/>
                  </a:lnTo>
                  <a:lnTo>
                    <a:pt x="1222732" y="639432"/>
                  </a:lnTo>
                  <a:lnTo>
                    <a:pt x="1223735" y="521765"/>
                  </a:lnTo>
                  <a:lnTo>
                    <a:pt x="1224738" y="578837"/>
                  </a:lnTo>
                  <a:lnTo>
                    <a:pt x="1226242" y="649445"/>
                  </a:lnTo>
                  <a:lnTo>
                    <a:pt x="1227245" y="533280"/>
                  </a:lnTo>
                  <a:lnTo>
                    <a:pt x="1228248" y="571828"/>
                  </a:lnTo>
                  <a:lnTo>
                    <a:pt x="1229752" y="571828"/>
                  </a:lnTo>
                  <a:lnTo>
                    <a:pt x="1230755" y="551302"/>
                  </a:lnTo>
                  <a:lnTo>
                    <a:pt x="1231758" y="539287"/>
                  </a:lnTo>
                  <a:lnTo>
                    <a:pt x="1232761" y="557810"/>
                  </a:lnTo>
                  <a:lnTo>
                    <a:pt x="1234265" y="511239"/>
                  </a:lnTo>
                  <a:lnTo>
                    <a:pt x="1235268" y="533280"/>
                  </a:lnTo>
                  <a:lnTo>
                    <a:pt x="1236271" y="545295"/>
                  </a:lnTo>
                  <a:lnTo>
                    <a:pt x="1237776" y="516759"/>
                  </a:lnTo>
                  <a:lnTo>
                    <a:pt x="1238779" y="594356"/>
                  </a:lnTo>
                  <a:lnTo>
                    <a:pt x="1239781" y="712037"/>
                  </a:lnTo>
                  <a:lnTo>
                    <a:pt x="1241286" y="533280"/>
                  </a:lnTo>
                  <a:lnTo>
                    <a:pt x="1242289" y="564819"/>
                  </a:lnTo>
                  <a:lnTo>
                    <a:pt x="1243292" y="619908"/>
                  </a:lnTo>
                  <a:lnTo>
                    <a:pt x="1244796" y="571828"/>
                  </a:lnTo>
                  <a:lnTo>
                    <a:pt x="1245799" y="539287"/>
                  </a:lnTo>
                  <a:lnTo>
                    <a:pt x="1246802" y="545295"/>
                  </a:lnTo>
                  <a:lnTo>
                    <a:pt x="1247805" y="482202"/>
                  </a:lnTo>
                  <a:lnTo>
                    <a:pt x="1249309" y="516759"/>
                  </a:lnTo>
                  <a:lnTo>
                    <a:pt x="1250312" y="521765"/>
                  </a:lnTo>
                  <a:lnTo>
                    <a:pt x="1251315" y="539287"/>
                  </a:lnTo>
                  <a:lnTo>
                    <a:pt x="1252819" y="571828"/>
                  </a:lnTo>
                  <a:lnTo>
                    <a:pt x="1253822" y="571828"/>
                  </a:lnTo>
                  <a:lnTo>
                    <a:pt x="1254825" y="551302"/>
                  </a:lnTo>
                  <a:lnTo>
                    <a:pt x="1256329" y="533280"/>
                  </a:lnTo>
                  <a:lnTo>
                    <a:pt x="1257332" y="506233"/>
                  </a:lnTo>
                  <a:lnTo>
                    <a:pt x="1258335" y="586346"/>
                  </a:lnTo>
                  <a:lnTo>
                    <a:pt x="1259839" y="486708"/>
                  </a:lnTo>
                  <a:lnTo>
                    <a:pt x="1260842" y="516759"/>
                  </a:lnTo>
                  <a:lnTo>
                    <a:pt x="1261845" y="521765"/>
                  </a:lnTo>
                  <a:lnTo>
                    <a:pt x="1262848" y="602386"/>
                  </a:lnTo>
                  <a:lnTo>
                    <a:pt x="1264353" y="594356"/>
                  </a:lnTo>
                  <a:lnTo>
                    <a:pt x="1265355" y="521765"/>
                  </a:lnTo>
                  <a:lnTo>
                    <a:pt x="1266358" y="578837"/>
                  </a:lnTo>
                  <a:lnTo>
                    <a:pt x="1267863" y="527272"/>
                  </a:lnTo>
                  <a:lnTo>
                    <a:pt x="1268866" y="578837"/>
                  </a:lnTo>
                  <a:lnTo>
                    <a:pt x="1269869" y="539287"/>
                  </a:lnTo>
                  <a:lnTo>
                    <a:pt x="1271373" y="533280"/>
                  </a:lnTo>
                  <a:lnTo>
                    <a:pt x="1272376" y="557810"/>
                  </a:lnTo>
                  <a:lnTo>
                    <a:pt x="1273379" y="564819"/>
                  </a:lnTo>
                  <a:lnTo>
                    <a:pt x="1274903" y="564819"/>
                  </a:lnTo>
                  <a:lnTo>
                    <a:pt x="1275906" y="564819"/>
                  </a:lnTo>
                  <a:lnTo>
                    <a:pt x="1276909" y="578837"/>
                  </a:lnTo>
                  <a:lnTo>
                    <a:pt x="1277912" y="586346"/>
                  </a:lnTo>
                  <a:lnTo>
                    <a:pt x="1279416" y="545295"/>
                  </a:lnTo>
                  <a:lnTo>
                    <a:pt x="1280419" y="521765"/>
                  </a:lnTo>
                  <a:lnTo>
                    <a:pt x="1281422" y="521765"/>
                  </a:lnTo>
                  <a:lnTo>
                    <a:pt x="1282926" y="619908"/>
                  </a:lnTo>
                  <a:lnTo>
                    <a:pt x="1283929" y="578837"/>
                  </a:lnTo>
                  <a:lnTo>
                    <a:pt x="1284932" y="482202"/>
                  </a:lnTo>
                  <a:lnTo>
                    <a:pt x="1286436" y="533280"/>
                  </a:lnTo>
                  <a:lnTo>
                    <a:pt x="1287439" y="539287"/>
                  </a:lnTo>
                  <a:lnTo>
                    <a:pt x="1288442" y="539287"/>
                  </a:lnTo>
                  <a:lnTo>
                    <a:pt x="1289947" y="619908"/>
                  </a:lnTo>
                  <a:lnTo>
                    <a:pt x="1290950" y="491714"/>
                  </a:lnTo>
                  <a:lnTo>
                    <a:pt x="1291952" y="557810"/>
                  </a:lnTo>
                  <a:lnTo>
                    <a:pt x="1293457" y="539287"/>
                  </a:lnTo>
                  <a:lnTo>
                    <a:pt x="1294460" y="501226"/>
                  </a:lnTo>
                  <a:lnTo>
                    <a:pt x="1295463" y="564819"/>
                  </a:lnTo>
                  <a:lnTo>
                    <a:pt x="1296465" y="639432"/>
                  </a:lnTo>
                  <a:lnTo>
                    <a:pt x="1297970" y="527272"/>
                  </a:lnTo>
                  <a:lnTo>
                    <a:pt x="1298973" y="557810"/>
                  </a:lnTo>
                  <a:lnTo>
                    <a:pt x="1299976" y="594356"/>
                  </a:lnTo>
                  <a:lnTo>
                    <a:pt x="1301480" y="496220"/>
                  </a:lnTo>
                  <a:lnTo>
                    <a:pt x="1302483" y="539287"/>
                  </a:lnTo>
                  <a:lnTo>
                    <a:pt x="1303486" y="571828"/>
                  </a:lnTo>
                  <a:lnTo>
                    <a:pt x="1304990" y="586346"/>
                  </a:lnTo>
                  <a:lnTo>
                    <a:pt x="1305993" y="551302"/>
                  </a:lnTo>
                  <a:lnTo>
                    <a:pt x="1306996" y="571828"/>
                  </a:lnTo>
                  <a:lnTo>
                    <a:pt x="1308500" y="594356"/>
                  </a:lnTo>
                  <a:lnTo>
                    <a:pt x="1309503" y="557810"/>
                  </a:lnTo>
                  <a:lnTo>
                    <a:pt x="1310506" y="539287"/>
                  </a:lnTo>
                  <a:lnTo>
                    <a:pt x="1311509" y="545295"/>
                  </a:lnTo>
                  <a:lnTo>
                    <a:pt x="1313013" y="545295"/>
                  </a:lnTo>
                  <a:lnTo>
                    <a:pt x="1314016" y="602386"/>
                  </a:lnTo>
                  <a:lnTo>
                    <a:pt x="1315019" y="551302"/>
                  </a:lnTo>
                  <a:lnTo>
                    <a:pt x="1316524" y="557810"/>
                  </a:lnTo>
                  <a:lnTo>
                    <a:pt x="1317526" y="516759"/>
                  </a:lnTo>
                  <a:lnTo>
                    <a:pt x="1318529" y="571828"/>
                  </a:lnTo>
                  <a:lnTo>
                    <a:pt x="1320034" y="578837"/>
                  </a:lnTo>
                  <a:lnTo>
                    <a:pt x="1321037" y="527272"/>
                  </a:lnTo>
                  <a:lnTo>
                    <a:pt x="1322040" y="564819"/>
                  </a:lnTo>
                  <a:lnTo>
                    <a:pt x="1323544" y="660459"/>
                  </a:lnTo>
                  <a:lnTo>
                    <a:pt x="1324547" y="511239"/>
                  </a:lnTo>
                  <a:lnTo>
                    <a:pt x="1325550" y="564819"/>
                  </a:lnTo>
                  <a:lnTo>
                    <a:pt x="1326553" y="649445"/>
                  </a:lnTo>
                  <a:lnTo>
                    <a:pt x="1328057" y="564819"/>
                  </a:lnTo>
                  <a:lnTo>
                    <a:pt x="1329060" y="610897"/>
                  </a:lnTo>
                  <a:lnTo>
                    <a:pt x="1330063" y="571828"/>
                  </a:lnTo>
                  <a:lnTo>
                    <a:pt x="1331567" y="629420"/>
                  </a:lnTo>
                  <a:lnTo>
                    <a:pt x="1332570" y="586346"/>
                  </a:lnTo>
                  <a:lnTo>
                    <a:pt x="1333573" y="571828"/>
                  </a:lnTo>
                  <a:lnTo>
                    <a:pt x="1335077" y="511239"/>
                  </a:lnTo>
                  <a:lnTo>
                    <a:pt x="1336080" y="557810"/>
                  </a:lnTo>
                  <a:lnTo>
                    <a:pt x="1337083" y="557810"/>
                  </a:lnTo>
                  <a:lnTo>
                    <a:pt x="1338587" y="619908"/>
                  </a:lnTo>
                  <a:lnTo>
                    <a:pt x="1339590" y="551302"/>
                  </a:lnTo>
                  <a:lnTo>
                    <a:pt x="1340593" y="610897"/>
                  </a:lnTo>
                  <a:lnTo>
                    <a:pt x="1341596" y="571828"/>
                  </a:lnTo>
                  <a:lnTo>
                    <a:pt x="1343100" y="564819"/>
                  </a:lnTo>
                  <a:lnTo>
                    <a:pt x="1344103" y="511239"/>
                  </a:lnTo>
                  <a:lnTo>
                    <a:pt x="1345106" y="571828"/>
                  </a:lnTo>
                  <a:lnTo>
                    <a:pt x="1346611" y="551302"/>
                  </a:lnTo>
                  <a:lnTo>
                    <a:pt x="1347614" y="649445"/>
                  </a:lnTo>
                  <a:lnTo>
                    <a:pt x="1348616" y="539287"/>
                  </a:lnTo>
                  <a:lnTo>
                    <a:pt x="1350121" y="564819"/>
                  </a:lnTo>
                  <a:lnTo>
                    <a:pt x="1351124" y="610897"/>
                  </a:lnTo>
                  <a:lnTo>
                    <a:pt x="1352127" y="594356"/>
                  </a:lnTo>
                  <a:lnTo>
                    <a:pt x="1353631" y="564819"/>
                  </a:lnTo>
                  <a:lnTo>
                    <a:pt x="1354634" y="551302"/>
                  </a:lnTo>
                  <a:lnTo>
                    <a:pt x="1355637" y="629420"/>
                  </a:lnTo>
                  <a:lnTo>
                    <a:pt x="1356640" y="619908"/>
                  </a:lnTo>
                  <a:lnTo>
                    <a:pt x="1358144" y="571828"/>
                  </a:lnTo>
                  <a:lnTo>
                    <a:pt x="1359147" y="578837"/>
                  </a:lnTo>
                  <a:lnTo>
                    <a:pt x="1360150" y="578837"/>
                  </a:lnTo>
                  <a:lnTo>
                    <a:pt x="1361654" y="586346"/>
                  </a:lnTo>
                  <a:lnTo>
                    <a:pt x="1362657" y="521765"/>
                  </a:lnTo>
                  <a:lnTo>
                    <a:pt x="1363660" y="539287"/>
                  </a:lnTo>
                  <a:lnTo>
                    <a:pt x="1365164" y="539287"/>
                  </a:lnTo>
                  <a:lnTo>
                    <a:pt x="1366167" y="610897"/>
                  </a:lnTo>
                  <a:lnTo>
                    <a:pt x="1367170" y="491714"/>
                  </a:lnTo>
                  <a:lnTo>
                    <a:pt x="1368674" y="496220"/>
                  </a:lnTo>
                  <a:lnTo>
                    <a:pt x="1369677" y="516759"/>
                  </a:lnTo>
                  <a:lnTo>
                    <a:pt x="1370680" y="571828"/>
                  </a:lnTo>
                  <a:lnTo>
                    <a:pt x="1371683" y="578837"/>
                  </a:lnTo>
                  <a:lnTo>
                    <a:pt x="1373188" y="521765"/>
                  </a:lnTo>
                  <a:lnTo>
                    <a:pt x="1374190" y="551302"/>
                  </a:lnTo>
                  <a:lnTo>
                    <a:pt x="1375193" y="578837"/>
                  </a:lnTo>
                  <a:lnTo>
                    <a:pt x="1376698" y="521765"/>
                  </a:lnTo>
                  <a:lnTo>
                    <a:pt x="1377701" y="578837"/>
                  </a:lnTo>
                  <a:lnTo>
                    <a:pt x="1378704" y="602386"/>
                  </a:lnTo>
                  <a:lnTo>
                    <a:pt x="1380208" y="578837"/>
                  </a:lnTo>
                  <a:lnTo>
                    <a:pt x="1381224" y="557810"/>
                  </a:lnTo>
                  <a:lnTo>
                    <a:pt x="1382227" y="578837"/>
                  </a:lnTo>
                  <a:lnTo>
                    <a:pt x="1383731" y="539287"/>
                  </a:lnTo>
                  <a:lnTo>
                    <a:pt x="1384734" y="521765"/>
                  </a:lnTo>
                  <a:lnTo>
                    <a:pt x="1385737" y="545295"/>
                  </a:lnTo>
                  <a:lnTo>
                    <a:pt x="1386740" y="545295"/>
                  </a:lnTo>
                  <a:lnTo>
                    <a:pt x="1388244" y="586346"/>
                  </a:lnTo>
                  <a:lnTo>
                    <a:pt x="1389247" y="482202"/>
                  </a:lnTo>
                  <a:lnTo>
                    <a:pt x="1390250" y="610897"/>
                  </a:lnTo>
                  <a:lnTo>
                    <a:pt x="1391755" y="578837"/>
                  </a:lnTo>
                  <a:lnTo>
                    <a:pt x="1392758" y="516759"/>
                  </a:lnTo>
                  <a:lnTo>
                    <a:pt x="1393760" y="533280"/>
                  </a:lnTo>
                  <a:lnTo>
                    <a:pt x="1395265" y="564819"/>
                  </a:lnTo>
                  <a:lnTo>
                    <a:pt x="1396268" y="557810"/>
                  </a:lnTo>
                  <a:lnTo>
                    <a:pt x="1397271" y="629420"/>
                  </a:lnTo>
                  <a:lnTo>
                    <a:pt x="1398775" y="571828"/>
                  </a:lnTo>
                  <a:lnTo>
                    <a:pt x="1399778" y="586346"/>
                  </a:lnTo>
                  <a:lnTo>
                    <a:pt x="1400781" y="545295"/>
                  </a:lnTo>
                  <a:lnTo>
                    <a:pt x="1401784" y="586346"/>
                  </a:lnTo>
                  <a:lnTo>
                    <a:pt x="1403288" y="545295"/>
                  </a:lnTo>
                  <a:lnTo>
                    <a:pt x="1404291" y="564819"/>
                  </a:lnTo>
                  <a:lnTo>
                    <a:pt x="1405294" y="521765"/>
                  </a:lnTo>
                  <a:lnTo>
                    <a:pt x="1406798" y="571828"/>
                  </a:lnTo>
                  <a:lnTo>
                    <a:pt x="1407801" y="545295"/>
                  </a:lnTo>
                  <a:lnTo>
                    <a:pt x="1408804" y="557810"/>
                  </a:lnTo>
                  <a:lnTo>
                    <a:pt x="1410308" y="586346"/>
                  </a:lnTo>
                  <a:lnTo>
                    <a:pt x="1411311" y="539287"/>
                  </a:lnTo>
                  <a:lnTo>
                    <a:pt x="1412314" y="521765"/>
                  </a:lnTo>
                  <a:lnTo>
                    <a:pt x="1413819" y="610897"/>
                  </a:lnTo>
                  <a:lnTo>
                    <a:pt x="1414821" y="511239"/>
                  </a:lnTo>
                  <a:lnTo>
                    <a:pt x="1415824" y="539287"/>
                  </a:lnTo>
                  <a:lnTo>
                    <a:pt x="1417329" y="571828"/>
                  </a:lnTo>
                  <a:lnTo>
                    <a:pt x="1418332" y="539287"/>
                  </a:lnTo>
                  <a:lnTo>
                    <a:pt x="1419334" y="551302"/>
                  </a:lnTo>
                  <a:lnTo>
                    <a:pt x="1420337" y="594356"/>
                  </a:lnTo>
                  <a:lnTo>
                    <a:pt x="1421842" y="629420"/>
                  </a:lnTo>
                  <a:lnTo>
                    <a:pt x="1422845" y="602386"/>
                  </a:lnTo>
                  <a:lnTo>
                    <a:pt x="1423848" y="545295"/>
                  </a:lnTo>
                  <a:lnTo>
                    <a:pt x="1425352" y="578837"/>
                  </a:lnTo>
                  <a:lnTo>
                    <a:pt x="1426355" y="511239"/>
                  </a:lnTo>
                  <a:lnTo>
                    <a:pt x="1427358" y="557810"/>
                  </a:lnTo>
                  <a:lnTo>
                    <a:pt x="1428862" y="506233"/>
                  </a:lnTo>
                  <a:lnTo>
                    <a:pt x="1429865" y="602386"/>
                  </a:lnTo>
                  <a:lnTo>
                    <a:pt x="1430868" y="649445"/>
                  </a:lnTo>
                  <a:lnTo>
                    <a:pt x="1432372" y="545295"/>
                  </a:lnTo>
                  <a:lnTo>
                    <a:pt x="1433375" y="478197"/>
                  </a:lnTo>
                  <a:lnTo>
                    <a:pt x="1434378" y="571828"/>
                  </a:lnTo>
                  <a:lnTo>
                    <a:pt x="1435381" y="533280"/>
                  </a:lnTo>
                  <a:lnTo>
                    <a:pt x="1436885" y="539287"/>
                  </a:lnTo>
                  <a:lnTo>
                    <a:pt x="1437888" y="571828"/>
                  </a:lnTo>
                  <a:lnTo>
                    <a:pt x="1438891" y="506233"/>
                  </a:lnTo>
                  <a:lnTo>
                    <a:pt x="1440395" y="564819"/>
                  </a:lnTo>
                  <a:lnTo>
                    <a:pt x="1441398" y="586346"/>
                  </a:lnTo>
                  <a:lnTo>
                    <a:pt x="1442401" y="539287"/>
                  </a:lnTo>
                  <a:lnTo>
                    <a:pt x="1443906" y="545295"/>
                  </a:lnTo>
                  <a:lnTo>
                    <a:pt x="1444908" y="594356"/>
                  </a:lnTo>
                  <a:lnTo>
                    <a:pt x="1445911" y="551302"/>
                  </a:lnTo>
                  <a:lnTo>
                    <a:pt x="1447416" y="527272"/>
                  </a:lnTo>
                  <a:lnTo>
                    <a:pt x="1448419" y="521765"/>
                  </a:lnTo>
                  <a:lnTo>
                    <a:pt x="1449422" y="619908"/>
                  </a:lnTo>
                  <a:lnTo>
                    <a:pt x="1450424" y="564819"/>
                  </a:lnTo>
                  <a:lnTo>
                    <a:pt x="1451929" y="629420"/>
                  </a:lnTo>
                  <a:lnTo>
                    <a:pt x="1452932" y="557810"/>
                  </a:lnTo>
                  <a:lnTo>
                    <a:pt x="1453935" y="602386"/>
                  </a:lnTo>
                  <a:lnTo>
                    <a:pt x="1455439" y="571828"/>
                  </a:lnTo>
                  <a:lnTo>
                    <a:pt x="1456442" y="545295"/>
                  </a:lnTo>
                  <a:lnTo>
                    <a:pt x="1457445" y="586346"/>
                  </a:lnTo>
                  <a:lnTo>
                    <a:pt x="1458949" y="586346"/>
                  </a:lnTo>
                  <a:lnTo>
                    <a:pt x="1459952" y="578837"/>
                  </a:lnTo>
                  <a:lnTo>
                    <a:pt x="1460955" y="578837"/>
                  </a:lnTo>
                  <a:lnTo>
                    <a:pt x="1462459" y="551302"/>
                  </a:lnTo>
                  <a:lnTo>
                    <a:pt x="1463462" y="619908"/>
                  </a:lnTo>
                  <a:lnTo>
                    <a:pt x="1464465" y="571828"/>
                  </a:lnTo>
                  <a:lnTo>
                    <a:pt x="1465468" y="610897"/>
                  </a:lnTo>
                  <a:lnTo>
                    <a:pt x="1466972" y="527272"/>
                  </a:lnTo>
                  <a:lnTo>
                    <a:pt x="1467975" y="533280"/>
                  </a:lnTo>
                  <a:lnTo>
                    <a:pt x="1468978" y="545295"/>
                  </a:lnTo>
                  <a:lnTo>
                    <a:pt x="1470483" y="551302"/>
                  </a:lnTo>
                  <a:lnTo>
                    <a:pt x="1471485" y="469186"/>
                  </a:lnTo>
                  <a:lnTo>
                    <a:pt x="1472488" y="478197"/>
                  </a:lnTo>
                  <a:lnTo>
                    <a:pt x="1473993" y="586346"/>
                  </a:lnTo>
                  <a:lnTo>
                    <a:pt x="1474996" y="564819"/>
                  </a:lnTo>
                  <a:lnTo>
                    <a:pt x="1475998" y="629420"/>
                  </a:lnTo>
                  <a:lnTo>
                    <a:pt x="1477503" y="594356"/>
                  </a:lnTo>
                  <a:lnTo>
                    <a:pt x="1478506" y="516759"/>
                  </a:lnTo>
                  <a:lnTo>
                    <a:pt x="1479509" y="571828"/>
                  </a:lnTo>
                  <a:lnTo>
                    <a:pt x="1480512" y="602386"/>
                  </a:lnTo>
                  <a:lnTo>
                    <a:pt x="1482016" y="533280"/>
                  </a:lnTo>
                  <a:lnTo>
                    <a:pt x="1483019" y="602386"/>
                  </a:lnTo>
                  <a:lnTo>
                    <a:pt x="1484022" y="639432"/>
                  </a:lnTo>
                  <a:lnTo>
                    <a:pt x="1485526" y="551302"/>
                  </a:lnTo>
                  <a:lnTo>
                    <a:pt x="1486549" y="571828"/>
                  </a:lnTo>
                  <a:lnTo>
                    <a:pt x="1487552" y="539287"/>
                  </a:lnTo>
                  <a:lnTo>
                    <a:pt x="1489056" y="586346"/>
                  </a:lnTo>
                  <a:lnTo>
                    <a:pt x="1490059" y="516759"/>
                  </a:lnTo>
                  <a:lnTo>
                    <a:pt x="1491062" y="521765"/>
                  </a:lnTo>
                  <a:lnTo>
                    <a:pt x="1492566" y="564819"/>
                  </a:lnTo>
                  <a:lnTo>
                    <a:pt x="1493569" y="533280"/>
                  </a:lnTo>
                  <a:lnTo>
                    <a:pt x="1494572" y="516759"/>
                  </a:lnTo>
                  <a:lnTo>
                    <a:pt x="1495575" y="551302"/>
                  </a:lnTo>
                  <a:lnTo>
                    <a:pt x="1497080" y="586346"/>
                  </a:lnTo>
                  <a:lnTo>
                    <a:pt x="1498082" y="602386"/>
                  </a:lnTo>
                  <a:lnTo>
                    <a:pt x="1499085" y="571828"/>
                  </a:lnTo>
                  <a:lnTo>
                    <a:pt x="1500590" y="511239"/>
                  </a:lnTo>
                  <a:lnTo>
                    <a:pt x="1501593" y="594356"/>
                  </a:lnTo>
                  <a:lnTo>
                    <a:pt x="1502595" y="491714"/>
                  </a:lnTo>
                  <a:lnTo>
                    <a:pt x="1504100" y="571828"/>
                  </a:lnTo>
                  <a:lnTo>
                    <a:pt x="1505103" y="619908"/>
                  </a:lnTo>
                  <a:lnTo>
                    <a:pt x="1506106" y="539287"/>
                  </a:lnTo>
                  <a:lnTo>
                    <a:pt x="1507610" y="511239"/>
                  </a:lnTo>
                  <a:lnTo>
                    <a:pt x="1508613" y="571828"/>
                  </a:lnTo>
                  <a:lnTo>
                    <a:pt x="1509616" y="521765"/>
                  </a:lnTo>
                  <a:lnTo>
                    <a:pt x="1510619" y="564819"/>
                  </a:lnTo>
                  <a:lnTo>
                    <a:pt x="1512123" y="594356"/>
                  </a:lnTo>
                  <a:lnTo>
                    <a:pt x="1513126" y="602386"/>
                  </a:lnTo>
                  <a:lnTo>
                    <a:pt x="1514129" y="501226"/>
                  </a:lnTo>
                  <a:lnTo>
                    <a:pt x="1515633" y="511239"/>
                  </a:lnTo>
                  <a:lnTo>
                    <a:pt x="1516636" y="533280"/>
                  </a:lnTo>
                  <a:lnTo>
                    <a:pt x="1517639" y="539287"/>
                  </a:lnTo>
                  <a:lnTo>
                    <a:pt x="1519143" y="533280"/>
                  </a:lnTo>
                  <a:lnTo>
                    <a:pt x="1520146" y="610897"/>
                  </a:lnTo>
                  <a:lnTo>
                    <a:pt x="1521149" y="469186"/>
                  </a:lnTo>
                  <a:lnTo>
                    <a:pt x="1522654" y="533280"/>
                  </a:lnTo>
                  <a:lnTo>
                    <a:pt x="1523656" y="564819"/>
                  </a:lnTo>
                  <a:lnTo>
                    <a:pt x="1524659" y="506233"/>
                  </a:lnTo>
                  <a:lnTo>
                    <a:pt x="1525662" y="491714"/>
                  </a:lnTo>
                  <a:lnTo>
                    <a:pt x="1527167" y="496220"/>
                  </a:lnTo>
                  <a:lnTo>
                    <a:pt x="1528169" y="551302"/>
                  </a:lnTo>
                  <a:lnTo>
                    <a:pt x="1529172" y="506233"/>
                  </a:lnTo>
                  <a:lnTo>
                    <a:pt x="1530677" y="511239"/>
                  </a:lnTo>
                  <a:lnTo>
                    <a:pt x="1531680" y="539287"/>
                  </a:lnTo>
                  <a:lnTo>
                    <a:pt x="1532683" y="491714"/>
                  </a:lnTo>
                  <a:lnTo>
                    <a:pt x="1534187" y="521765"/>
                  </a:lnTo>
                  <a:lnTo>
                    <a:pt x="1535190" y="516759"/>
                  </a:lnTo>
                  <a:lnTo>
                    <a:pt x="1536193" y="557810"/>
                  </a:lnTo>
                  <a:lnTo>
                    <a:pt x="1537697" y="457171"/>
                  </a:lnTo>
                  <a:lnTo>
                    <a:pt x="1538700" y="496220"/>
                  </a:lnTo>
                  <a:lnTo>
                    <a:pt x="1539703" y="506233"/>
                  </a:lnTo>
                  <a:lnTo>
                    <a:pt x="1541207" y="486708"/>
                  </a:lnTo>
                  <a:lnTo>
                    <a:pt x="1542210" y="482202"/>
                  </a:lnTo>
                  <a:lnTo>
                    <a:pt x="1543213" y="473692"/>
                  </a:lnTo>
                  <a:lnTo>
                    <a:pt x="1544216" y="428115"/>
                  </a:lnTo>
                  <a:lnTo>
                    <a:pt x="1545720" y="469186"/>
                  </a:lnTo>
                  <a:lnTo>
                    <a:pt x="1546723" y="501226"/>
                  </a:lnTo>
                  <a:lnTo>
                    <a:pt x="1547726" y="453166"/>
                  </a:lnTo>
                  <a:lnTo>
                    <a:pt x="1549230" y="418603"/>
                  </a:lnTo>
                  <a:lnTo>
                    <a:pt x="1550233" y="473692"/>
                  </a:lnTo>
                  <a:lnTo>
                    <a:pt x="1551236" y="453166"/>
                  </a:lnTo>
                  <a:lnTo>
                    <a:pt x="1552741" y="491714"/>
                  </a:lnTo>
                  <a:lnTo>
                    <a:pt x="1553743" y="473692"/>
                  </a:lnTo>
                  <a:lnTo>
                    <a:pt x="1554746" y="442152"/>
                  </a:lnTo>
                  <a:lnTo>
                    <a:pt x="1556251" y="496220"/>
                  </a:lnTo>
                  <a:lnTo>
                    <a:pt x="1557254" y="438648"/>
                  </a:lnTo>
                  <a:lnTo>
                    <a:pt x="1558257" y="478197"/>
                  </a:lnTo>
                  <a:lnTo>
                    <a:pt x="1559259" y="415099"/>
                  </a:lnTo>
                  <a:lnTo>
                    <a:pt x="1560764" y="435144"/>
                  </a:lnTo>
                  <a:lnTo>
                    <a:pt x="1561767" y="506233"/>
                  </a:lnTo>
                  <a:lnTo>
                    <a:pt x="1562770" y="457171"/>
                  </a:lnTo>
                  <a:lnTo>
                    <a:pt x="1564274" y="506233"/>
                  </a:lnTo>
                  <a:lnTo>
                    <a:pt x="1565277" y="438648"/>
                  </a:lnTo>
                  <a:lnTo>
                    <a:pt x="1566280" y="482202"/>
                  </a:lnTo>
                  <a:lnTo>
                    <a:pt x="1567784" y="486708"/>
                  </a:lnTo>
                  <a:lnTo>
                    <a:pt x="1568787" y="496220"/>
                  </a:lnTo>
                  <a:lnTo>
                    <a:pt x="1569790" y="496220"/>
                  </a:lnTo>
                  <a:lnTo>
                    <a:pt x="1571294" y="551302"/>
                  </a:lnTo>
                  <a:lnTo>
                    <a:pt x="1572297" y="501226"/>
                  </a:lnTo>
                  <a:lnTo>
                    <a:pt x="1573300" y="482202"/>
                  </a:lnTo>
                  <a:lnTo>
                    <a:pt x="1574303" y="571828"/>
                  </a:lnTo>
                  <a:lnTo>
                    <a:pt x="1575807" y="491714"/>
                  </a:lnTo>
                  <a:lnTo>
                    <a:pt x="1576810" y="527272"/>
                  </a:lnTo>
                  <a:lnTo>
                    <a:pt x="1577813" y="501226"/>
                  </a:lnTo>
                  <a:lnTo>
                    <a:pt x="1579318" y="564819"/>
                  </a:lnTo>
                  <a:lnTo>
                    <a:pt x="1580320" y="533280"/>
                  </a:lnTo>
                  <a:lnTo>
                    <a:pt x="1581323" y="501226"/>
                  </a:lnTo>
                  <a:lnTo>
                    <a:pt x="1582828" y="501226"/>
                  </a:lnTo>
                  <a:lnTo>
                    <a:pt x="1583831" y="521765"/>
                  </a:lnTo>
                  <a:lnTo>
                    <a:pt x="1584834" y="564819"/>
                  </a:lnTo>
                  <a:lnTo>
                    <a:pt x="1586338" y="551302"/>
                  </a:lnTo>
                  <a:lnTo>
                    <a:pt x="1587341" y="506233"/>
                  </a:lnTo>
                  <a:lnTo>
                    <a:pt x="1588344" y="482202"/>
                  </a:lnTo>
                  <a:lnTo>
                    <a:pt x="1589347" y="516759"/>
                  </a:lnTo>
                  <a:lnTo>
                    <a:pt x="1590851" y="557810"/>
                  </a:lnTo>
                  <a:lnTo>
                    <a:pt x="1591854" y="557810"/>
                  </a:lnTo>
                  <a:lnTo>
                    <a:pt x="1592877" y="578837"/>
                  </a:lnTo>
                  <a:lnTo>
                    <a:pt x="1594381" y="551302"/>
                  </a:lnTo>
                  <a:lnTo>
                    <a:pt x="1595384" y="533280"/>
                  </a:lnTo>
                  <a:lnTo>
                    <a:pt x="1596387" y="521765"/>
                  </a:lnTo>
                  <a:lnTo>
                    <a:pt x="1597891" y="557810"/>
                  </a:lnTo>
                  <a:lnTo>
                    <a:pt x="1598894" y="539287"/>
                  </a:lnTo>
                  <a:lnTo>
                    <a:pt x="1599897" y="527272"/>
                  </a:lnTo>
                  <a:lnTo>
                    <a:pt x="1601401" y="511239"/>
                  </a:lnTo>
                  <a:lnTo>
                    <a:pt x="1602404" y="501226"/>
                  </a:lnTo>
                  <a:lnTo>
                    <a:pt x="1603407" y="506233"/>
                  </a:lnTo>
                  <a:lnTo>
                    <a:pt x="1604410" y="521765"/>
                  </a:lnTo>
                  <a:lnTo>
                    <a:pt x="1605915" y="564819"/>
                  </a:lnTo>
                  <a:lnTo>
                    <a:pt x="1606917" y="491714"/>
                  </a:lnTo>
                  <a:lnTo>
                    <a:pt x="1607920" y="619908"/>
                  </a:lnTo>
                  <a:lnTo>
                    <a:pt x="1609425" y="610897"/>
                  </a:lnTo>
                  <a:lnTo>
                    <a:pt x="1610428" y="578837"/>
                  </a:lnTo>
                  <a:lnTo>
                    <a:pt x="1611430" y="521765"/>
                  </a:lnTo>
                  <a:lnTo>
                    <a:pt x="1612935" y="557810"/>
                  </a:lnTo>
                  <a:lnTo>
                    <a:pt x="1613938" y="578837"/>
                  </a:lnTo>
                  <a:lnTo>
                    <a:pt x="1614941" y="501226"/>
                  </a:lnTo>
                  <a:lnTo>
                    <a:pt x="1616445" y="511239"/>
                  </a:lnTo>
                  <a:lnTo>
                    <a:pt x="1617448" y="564819"/>
                  </a:lnTo>
                  <a:lnTo>
                    <a:pt x="1618451" y="619908"/>
                  </a:lnTo>
                </a:path>
                <a:path w="2200275" h="712469">
                  <a:moveTo>
                    <a:pt x="1618451" y="619908"/>
                  </a:moveTo>
                  <a:lnTo>
                    <a:pt x="1619454" y="551302"/>
                  </a:lnTo>
                  <a:lnTo>
                    <a:pt x="1620958" y="551302"/>
                  </a:lnTo>
                  <a:lnTo>
                    <a:pt x="1621961" y="578837"/>
                  </a:lnTo>
                  <a:lnTo>
                    <a:pt x="1622964" y="533280"/>
                  </a:lnTo>
                  <a:lnTo>
                    <a:pt x="1624468" y="496220"/>
                  </a:lnTo>
                  <a:lnTo>
                    <a:pt x="1625471" y="539287"/>
                  </a:lnTo>
                  <a:lnTo>
                    <a:pt x="1626474" y="511239"/>
                  </a:lnTo>
                  <a:lnTo>
                    <a:pt x="1627978" y="557810"/>
                  </a:lnTo>
                  <a:lnTo>
                    <a:pt x="1628981" y="527272"/>
                  </a:lnTo>
                  <a:lnTo>
                    <a:pt x="1629984" y="545295"/>
                  </a:lnTo>
                  <a:lnTo>
                    <a:pt x="1631489" y="564819"/>
                  </a:lnTo>
                  <a:lnTo>
                    <a:pt x="1632491" y="610897"/>
                  </a:lnTo>
                  <a:lnTo>
                    <a:pt x="1633494" y="602386"/>
                  </a:lnTo>
                  <a:lnTo>
                    <a:pt x="1634497" y="533280"/>
                  </a:lnTo>
                  <a:lnTo>
                    <a:pt x="1636002" y="516759"/>
                  </a:lnTo>
                  <a:lnTo>
                    <a:pt x="1637005" y="516759"/>
                  </a:lnTo>
                  <a:lnTo>
                    <a:pt x="1638007" y="533280"/>
                  </a:lnTo>
                  <a:lnTo>
                    <a:pt x="1639512" y="545295"/>
                  </a:lnTo>
                  <a:lnTo>
                    <a:pt x="1640515" y="571828"/>
                  </a:lnTo>
                  <a:lnTo>
                    <a:pt x="1641518" y="551302"/>
                  </a:lnTo>
                  <a:lnTo>
                    <a:pt x="1643022" y="457171"/>
                  </a:lnTo>
                  <a:lnTo>
                    <a:pt x="1644025" y="571828"/>
                  </a:lnTo>
                  <a:lnTo>
                    <a:pt x="1645028" y="571828"/>
                  </a:lnTo>
                  <a:lnTo>
                    <a:pt x="1646532" y="586346"/>
                  </a:lnTo>
                  <a:lnTo>
                    <a:pt x="1647535" y="557810"/>
                  </a:lnTo>
                  <a:lnTo>
                    <a:pt x="1648538" y="501226"/>
                  </a:lnTo>
                  <a:lnTo>
                    <a:pt x="1650042" y="527272"/>
                  </a:lnTo>
                  <a:lnTo>
                    <a:pt x="1651045" y="506233"/>
                  </a:lnTo>
                  <a:lnTo>
                    <a:pt x="1652048" y="501226"/>
                  </a:lnTo>
                  <a:lnTo>
                    <a:pt x="1653051" y="545295"/>
                  </a:lnTo>
                  <a:lnTo>
                    <a:pt x="1654555" y="578837"/>
                  </a:lnTo>
                  <a:lnTo>
                    <a:pt x="1655558" y="478197"/>
                  </a:lnTo>
                  <a:lnTo>
                    <a:pt x="1656561" y="533280"/>
                  </a:lnTo>
                  <a:lnTo>
                    <a:pt x="1658065" y="539287"/>
                  </a:lnTo>
                  <a:lnTo>
                    <a:pt x="1659068" y="539287"/>
                  </a:lnTo>
                  <a:lnTo>
                    <a:pt x="1660071" y="516759"/>
                  </a:lnTo>
                  <a:lnTo>
                    <a:pt x="1661576" y="486708"/>
                  </a:lnTo>
                  <a:lnTo>
                    <a:pt x="1662579" y="578837"/>
                  </a:lnTo>
                  <a:lnTo>
                    <a:pt x="1663581" y="557810"/>
                  </a:lnTo>
                  <a:lnTo>
                    <a:pt x="1665086" y="545295"/>
                  </a:lnTo>
                  <a:lnTo>
                    <a:pt x="1666089" y="496220"/>
                  </a:lnTo>
                  <a:lnTo>
                    <a:pt x="1667092" y="533280"/>
                  </a:lnTo>
                  <a:lnTo>
                    <a:pt x="1668094" y="533280"/>
                  </a:lnTo>
                  <a:lnTo>
                    <a:pt x="1669599" y="557810"/>
                  </a:lnTo>
                  <a:lnTo>
                    <a:pt x="1670602" y="586346"/>
                  </a:lnTo>
                  <a:lnTo>
                    <a:pt x="1671605" y="521765"/>
                  </a:lnTo>
                  <a:lnTo>
                    <a:pt x="1673109" y="506233"/>
                  </a:lnTo>
                  <a:lnTo>
                    <a:pt x="1674112" y="521765"/>
                  </a:lnTo>
                  <a:lnTo>
                    <a:pt x="1675115" y="533280"/>
                  </a:lnTo>
                  <a:lnTo>
                    <a:pt x="1676619" y="557810"/>
                  </a:lnTo>
                  <a:lnTo>
                    <a:pt x="1677622" y="533280"/>
                  </a:lnTo>
                  <a:lnTo>
                    <a:pt x="1678625" y="545295"/>
                  </a:lnTo>
                  <a:lnTo>
                    <a:pt x="1680129" y="629420"/>
                  </a:lnTo>
                  <a:lnTo>
                    <a:pt x="1681132" y="602386"/>
                  </a:lnTo>
                  <a:lnTo>
                    <a:pt x="1682135" y="491714"/>
                  </a:lnTo>
                  <a:lnTo>
                    <a:pt x="1683138" y="496220"/>
                  </a:lnTo>
                  <a:lnTo>
                    <a:pt x="1684642" y="511239"/>
                  </a:lnTo>
                  <a:lnTo>
                    <a:pt x="1685645" y="571828"/>
                  </a:lnTo>
                  <a:lnTo>
                    <a:pt x="1686648" y="521765"/>
                  </a:lnTo>
                  <a:lnTo>
                    <a:pt x="1688153" y="545295"/>
                  </a:lnTo>
                  <a:lnTo>
                    <a:pt x="1689155" y="533280"/>
                  </a:lnTo>
                  <a:lnTo>
                    <a:pt x="1690158" y="551302"/>
                  </a:lnTo>
                  <a:lnTo>
                    <a:pt x="1691663" y="602386"/>
                  </a:lnTo>
                  <a:lnTo>
                    <a:pt x="1692666" y="527272"/>
                  </a:lnTo>
                  <a:lnTo>
                    <a:pt x="1693669" y="511239"/>
                  </a:lnTo>
                  <a:lnTo>
                    <a:pt x="1695173" y="545295"/>
                  </a:lnTo>
                  <a:lnTo>
                    <a:pt x="1696176" y="594356"/>
                  </a:lnTo>
                  <a:lnTo>
                    <a:pt x="1697179" y="578837"/>
                  </a:lnTo>
                  <a:lnTo>
                    <a:pt x="1698195" y="578837"/>
                  </a:lnTo>
                  <a:lnTo>
                    <a:pt x="1699699" y="482202"/>
                  </a:lnTo>
                  <a:lnTo>
                    <a:pt x="1700702" y="533280"/>
                  </a:lnTo>
                  <a:lnTo>
                    <a:pt x="1701705" y="521765"/>
                  </a:lnTo>
                  <a:lnTo>
                    <a:pt x="1703209" y="571828"/>
                  </a:lnTo>
                  <a:lnTo>
                    <a:pt x="1704212" y="557810"/>
                  </a:lnTo>
                  <a:lnTo>
                    <a:pt x="1705215" y="545295"/>
                  </a:lnTo>
                  <a:lnTo>
                    <a:pt x="1706720" y="557810"/>
                  </a:lnTo>
                  <a:lnTo>
                    <a:pt x="1707723" y="527272"/>
                  </a:lnTo>
                  <a:lnTo>
                    <a:pt x="1708725" y="521765"/>
                  </a:lnTo>
                  <a:lnTo>
                    <a:pt x="1710230" y="527272"/>
                  </a:lnTo>
                  <a:lnTo>
                    <a:pt x="1711233" y="639432"/>
                  </a:lnTo>
                  <a:lnTo>
                    <a:pt x="1712236" y="557810"/>
                  </a:lnTo>
                  <a:lnTo>
                    <a:pt x="1713238" y="461176"/>
                  </a:lnTo>
                  <a:lnTo>
                    <a:pt x="1714743" y="557810"/>
                  </a:lnTo>
                  <a:lnTo>
                    <a:pt x="1715746" y="539287"/>
                  </a:lnTo>
                  <a:lnTo>
                    <a:pt x="1716749" y="491714"/>
                  </a:lnTo>
                  <a:lnTo>
                    <a:pt x="1718253" y="496220"/>
                  </a:lnTo>
                  <a:lnTo>
                    <a:pt x="1719256" y="527272"/>
                  </a:lnTo>
                  <a:lnTo>
                    <a:pt x="1720259" y="564819"/>
                  </a:lnTo>
                  <a:lnTo>
                    <a:pt x="1721763" y="516759"/>
                  </a:lnTo>
                  <a:lnTo>
                    <a:pt x="1722766" y="516759"/>
                  </a:lnTo>
                  <a:lnTo>
                    <a:pt x="1723769" y="496220"/>
                  </a:lnTo>
                  <a:lnTo>
                    <a:pt x="1725273" y="586346"/>
                  </a:lnTo>
                  <a:lnTo>
                    <a:pt x="1726276" y="564819"/>
                  </a:lnTo>
                  <a:lnTo>
                    <a:pt x="1727279" y="533280"/>
                  </a:lnTo>
                  <a:lnTo>
                    <a:pt x="1728282" y="527272"/>
                  </a:lnTo>
                  <a:lnTo>
                    <a:pt x="1729786" y="478197"/>
                  </a:lnTo>
                  <a:lnTo>
                    <a:pt x="1730789" y="482202"/>
                  </a:lnTo>
                  <a:lnTo>
                    <a:pt x="1731792" y="564819"/>
                  </a:lnTo>
                  <a:lnTo>
                    <a:pt x="1733297" y="511239"/>
                  </a:lnTo>
                  <a:lnTo>
                    <a:pt x="1734299" y="527272"/>
                  </a:lnTo>
                  <a:lnTo>
                    <a:pt x="1735302" y="491714"/>
                  </a:lnTo>
                  <a:lnTo>
                    <a:pt x="1736807" y="501226"/>
                  </a:lnTo>
                  <a:lnTo>
                    <a:pt x="1737810" y="594356"/>
                  </a:lnTo>
                  <a:lnTo>
                    <a:pt x="1738813" y="506233"/>
                  </a:lnTo>
                  <a:lnTo>
                    <a:pt x="1740317" y="516759"/>
                  </a:lnTo>
                  <a:lnTo>
                    <a:pt x="1741320" y="586346"/>
                  </a:lnTo>
                  <a:lnTo>
                    <a:pt x="1742323" y="539287"/>
                  </a:lnTo>
                  <a:lnTo>
                    <a:pt x="1743326" y="594356"/>
                  </a:lnTo>
                  <a:lnTo>
                    <a:pt x="1744830" y="469186"/>
                  </a:lnTo>
                  <a:lnTo>
                    <a:pt x="1745833" y="557810"/>
                  </a:lnTo>
                  <a:lnTo>
                    <a:pt x="1746836" y="594356"/>
                  </a:lnTo>
                  <a:lnTo>
                    <a:pt x="1748340" y="545295"/>
                  </a:lnTo>
                  <a:lnTo>
                    <a:pt x="1749343" y="545295"/>
                  </a:lnTo>
                  <a:lnTo>
                    <a:pt x="1750346" y="521765"/>
                  </a:lnTo>
                  <a:lnTo>
                    <a:pt x="1751850" y="545295"/>
                  </a:lnTo>
                  <a:lnTo>
                    <a:pt x="1752853" y="511239"/>
                  </a:lnTo>
                  <a:lnTo>
                    <a:pt x="1753856" y="533280"/>
                  </a:lnTo>
                  <a:lnTo>
                    <a:pt x="1755360" y="564819"/>
                  </a:lnTo>
                  <a:lnTo>
                    <a:pt x="1756363" y="551302"/>
                  </a:lnTo>
                  <a:lnTo>
                    <a:pt x="1757366" y="469186"/>
                  </a:lnTo>
                  <a:lnTo>
                    <a:pt x="1758369" y="516759"/>
                  </a:lnTo>
                  <a:lnTo>
                    <a:pt x="1759873" y="511239"/>
                  </a:lnTo>
                  <a:lnTo>
                    <a:pt x="1760876" y="521765"/>
                  </a:lnTo>
                  <a:lnTo>
                    <a:pt x="1761879" y="516759"/>
                  </a:lnTo>
                  <a:lnTo>
                    <a:pt x="1763384" y="465181"/>
                  </a:lnTo>
                  <a:lnTo>
                    <a:pt x="1764387" y="501226"/>
                  </a:lnTo>
                  <a:lnTo>
                    <a:pt x="1765389" y="610897"/>
                  </a:lnTo>
                  <a:lnTo>
                    <a:pt x="1766894" y="496220"/>
                  </a:lnTo>
                  <a:lnTo>
                    <a:pt x="1767897" y="478197"/>
                  </a:lnTo>
                  <a:lnTo>
                    <a:pt x="1768900" y="551302"/>
                  </a:lnTo>
                  <a:lnTo>
                    <a:pt x="1770404" y="501226"/>
                  </a:lnTo>
                  <a:lnTo>
                    <a:pt x="1771407" y="486708"/>
                  </a:lnTo>
                  <a:lnTo>
                    <a:pt x="1772410" y="501226"/>
                  </a:lnTo>
                  <a:lnTo>
                    <a:pt x="1773914" y="539287"/>
                  </a:lnTo>
                  <a:lnTo>
                    <a:pt x="1774917" y="511239"/>
                  </a:lnTo>
                  <a:lnTo>
                    <a:pt x="1775920" y="564819"/>
                  </a:lnTo>
                  <a:lnTo>
                    <a:pt x="1776923" y="545295"/>
                  </a:lnTo>
                  <a:lnTo>
                    <a:pt x="1778427" y="545295"/>
                  </a:lnTo>
                  <a:lnTo>
                    <a:pt x="1779430" y="501226"/>
                  </a:lnTo>
                  <a:lnTo>
                    <a:pt x="1780433" y="610897"/>
                  </a:lnTo>
                  <a:lnTo>
                    <a:pt x="1781937" y="501226"/>
                  </a:lnTo>
                  <a:lnTo>
                    <a:pt x="1782940" y="469186"/>
                  </a:lnTo>
                  <a:lnTo>
                    <a:pt x="1783943" y="506233"/>
                  </a:lnTo>
                  <a:lnTo>
                    <a:pt x="1785447" y="486708"/>
                  </a:lnTo>
                  <a:lnTo>
                    <a:pt x="1786450" y="491714"/>
                  </a:lnTo>
                  <a:lnTo>
                    <a:pt x="1787453" y="545295"/>
                  </a:lnTo>
                  <a:lnTo>
                    <a:pt x="1788958" y="571828"/>
                  </a:lnTo>
                  <a:lnTo>
                    <a:pt x="1789961" y="491714"/>
                  </a:lnTo>
                  <a:lnTo>
                    <a:pt x="1790963" y="501226"/>
                  </a:lnTo>
                  <a:lnTo>
                    <a:pt x="1791966" y="539287"/>
                  </a:lnTo>
                  <a:lnTo>
                    <a:pt x="1793471" y="496220"/>
                  </a:lnTo>
                  <a:lnTo>
                    <a:pt x="1794474" y="449662"/>
                  </a:lnTo>
                  <a:lnTo>
                    <a:pt x="1795477" y="557810"/>
                  </a:lnTo>
                  <a:lnTo>
                    <a:pt x="1796981" y="516759"/>
                  </a:lnTo>
                  <a:lnTo>
                    <a:pt x="1797984" y="551302"/>
                  </a:lnTo>
                  <a:lnTo>
                    <a:pt x="1798987" y="496220"/>
                  </a:lnTo>
                  <a:lnTo>
                    <a:pt x="1800491" y="586346"/>
                  </a:lnTo>
                  <a:lnTo>
                    <a:pt x="1801494" y="491714"/>
                  </a:lnTo>
                  <a:lnTo>
                    <a:pt x="1802497" y="486708"/>
                  </a:lnTo>
                  <a:lnTo>
                    <a:pt x="1804001" y="564819"/>
                  </a:lnTo>
                  <a:lnTo>
                    <a:pt x="1805017" y="506233"/>
                  </a:lnTo>
                  <a:lnTo>
                    <a:pt x="1806020" y="501226"/>
                  </a:lnTo>
                  <a:lnTo>
                    <a:pt x="1807023" y="478197"/>
                  </a:lnTo>
                  <a:lnTo>
                    <a:pt x="1808528" y="571828"/>
                  </a:lnTo>
                  <a:lnTo>
                    <a:pt x="1809531" y="486708"/>
                  </a:lnTo>
                  <a:lnTo>
                    <a:pt x="1810533" y="506233"/>
                  </a:lnTo>
                  <a:lnTo>
                    <a:pt x="1812038" y="557810"/>
                  </a:lnTo>
                  <a:lnTo>
                    <a:pt x="1813041" y="506233"/>
                  </a:lnTo>
                  <a:lnTo>
                    <a:pt x="1814044" y="457171"/>
                  </a:lnTo>
                  <a:lnTo>
                    <a:pt x="1815548" y="496220"/>
                  </a:lnTo>
                  <a:lnTo>
                    <a:pt x="1816551" y="521765"/>
                  </a:lnTo>
                  <a:lnTo>
                    <a:pt x="1817554" y="465181"/>
                  </a:lnTo>
                  <a:lnTo>
                    <a:pt x="1819058" y="501226"/>
                  </a:lnTo>
                  <a:lnTo>
                    <a:pt x="1820061" y="486708"/>
                  </a:lnTo>
                  <a:lnTo>
                    <a:pt x="1821064" y="501226"/>
                  </a:lnTo>
                  <a:lnTo>
                    <a:pt x="1822067" y="557810"/>
                  </a:lnTo>
                  <a:lnTo>
                    <a:pt x="1823571" y="449662"/>
                  </a:lnTo>
                  <a:lnTo>
                    <a:pt x="1824574" y="516759"/>
                  </a:lnTo>
                  <a:lnTo>
                    <a:pt x="1825577" y="521765"/>
                  </a:lnTo>
                  <a:lnTo>
                    <a:pt x="1827081" y="533280"/>
                  </a:lnTo>
                  <a:lnTo>
                    <a:pt x="1828084" y="527272"/>
                  </a:lnTo>
                  <a:lnTo>
                    <a:pt x="1829087" y="438648"/>
                  </a:lnTo>
                  <a:lnTo>
                    <a:pt x="1830592" y="506233"/>
                  </a:lnTo>
                  <a:lnTo>
                    <a:pt x="1831594" y="486708"/>
                  </a:lnTo>
                  <a:lnTo>
                    <a:pt x="1832597" y="516759"/>
                  </a:lnTo>
                  <a:lnTo>
                    <a:pt x="1834102" y="428115"/>
                  </a:lnTo>
                  <a:lnTo>
                    <a:pt x="1835105" y="421607"/>
                  </a:lnTo>
                  <a:lnTo>
                    <a:pt x="1836107" y="491714"/>
                  </a:lnTo>
                  <a:lnTo>
                    <a:pt x="1837110" y="425111"/>
                  </a:lnTo>
                  <a:lnTo>
                    <a:pt x="1838615" y="400080"/>
                  </a:lnTo>
                  <a:lnTo>
                    <a:pt x="1839618" y="473692"/>
                  </a:lnTo>
                  <a:lnTo>
                    <a:pt x="1840621" y="418603"/>
                  </a:lnTo>
                  <a:lnTo>
                    <a:pt x="1842125" y="406087"/>
                  </a:lnTo>
                  <a:lnTo>
                    <a:pt x="1843128" y="394072"/>
                  </a:lnTo>
                  <a:lnTo>
                    <a:pt x="1844131" y="397076"/>
                  </a:lnTo>
                  <a:lnTo>
                    <a:pt x="1845635" y="469186"/>
                  </a:lnTo>
                  <a:lnTo>
                    <a:pt x="1846638" y="363033"/>
                  </a:lnTo>
                  <a:lnTo>
                    <a:pt x="1847641" y="363033"/>
                  </a:lnTo>
                  <a:lnTo>
                    <a:pt x="1849145" y="397076"/>
                  </a:lnTo>
                  <a:lnTo>
                    <a:pt x="1850148" y="378052"/>
                  </a:lnTo>
                  <a:lnTo>
                    <a:pt x="1851151" y="331981"/>
                  </a:lnTo>
                  <a:lnTo>
                    <a:pt x="1852154" y="338489"/>
                  </a:lnTo>
                  <a:lnTo>
                    <a:pt x="1853658" y="323971"/>
                  </a:lnTo>
                  <a:lnTo>
                    <a:pt x="1854661" y="338489"/>
                  </a:lnTo>
                  <a:lnTo>
                    <a:pt x="1855664" y="320467"/>
                  </a:lnTo>
                  <a:lnTo>
                    <a:pt x="1857168" y="323971"/>
                  </a:lnTo>
                  <a:lnTo>
                    <a:pt x="1858171" y="321969"/>
                  </a:lnTo>
                  <a:lnTo>
                    <a:pt x="1859174" y="305448"/>
                  </a:lnTo>
                  <a:lnTo>
                    <a:pt x="1860679" y="272907"/>
                  </a:lnTo>
                  <a:lnTo>
                    <a:pt x="1861681" y="298439"/>
                  </a:lnTo>
                  <a:lnTo>
                    <a:pt x="1862684" y="285423"/>
                  </a:lnTo>
                  <a:lnTo>
                    <a:pt x="1864189" y="280417"/>
                  </a:lnTo>
                  <a:lnTo>
                    <a:pt x="1865192" y="288427"/>
                  </a:lnTo>
                  <a:lnTo>
                    <a:pt x="1866195" y="327976"/>
                  </a:lnTo>
                  <a:lnTo>
                    <a:pt x="1867197" y="283421"/>
                  </a:lnTo>
                  <a:lnTo>
                    <a:pt x="1868702" y="280417"/>
                  </a:lnTo>
                  <a:lnTo>
                    <a:pt x="1869705" y="303446"/>
                  </a:lnTo>
                  <a:lnTo>
                    <a:pt x="1870708" y="272907"/>
                  </a:lnTo>
                  <a:lnTo>
                    <a:pt x="1872212" y="288427"/>
                  </a:lnTo>
                  <a:lnTo>
                    <a:pt x="1873215" y="307451"/>
                  </a:lnTo>
                  <a:lnTo>
                    <a:pt x="1874218" y="307451"/>
                  </a:lnTo>
                  <a:lnTo>
                    <a:pt x="1875722" y="272907"/>
                  </a:lnTo>
                  <a:lnTo>
                    <a:pt x="1876725" y="298439"/>
                  </a:lnTo>
                  <a:lnTo>
                    <a:pt x="1877728" y="280417"/>
                  </a:lnTo>
                  <a:lnTo>
                    <a:pt x="1879232" y="329979"/>
                  </a:lnTo>
                  <a:lnTo>
                    <a:pt x="1880235" y="316462"/>
                  </a:lnTo>
                  <a:lnTo>
                    <a:pt x="1881238" y="323971"/>
                  </a:lnTo>
                  <a:lnTo>
                    <a:pt x="1882241" y="296937"/>
                  </a:lnTo>
                  <a:lnTo>
                    <a:pt x="1883745" y="318464"/>
                  </a:lnTo>
                  <a:lnTo>
                    <a:pt x="1884748" y="347000"/>
                  </a:lnTo>
                  <a:lnTo>
                    <a:pt x="1885751" y="323971"/>
                  </a:lnTo>
                  <a:lnTo>
                    <a:pt x="1887255" y="340492"/>
                  </a:lnTo>
                  <a:lnTo>
                    <a:pt x="1888258" y="368040"/>
                  </a:lnTo>
                  <a:lnTo>
                    <a:pt x="1889261" y="327976"/>
                  </a:lnTo>
                  <a:lnTo>
                    <a:pt x="1890766" y="360530"/>
                  </a:lnTo>
                  <a:lnTo>
                    <a:pt x="1891769" y="386062"/>
                  </a:lnTo>
                  <a:lnTo>
                    <a:pt x="1892771" y="383559"/>
                  </a:lnTo>
                  <a:lnTo>
                    <a:pt x="1894276" y="400080"/>
                  </a:lnTo>
                  <a:lnTo>
                    <a:pt x="1895279" y="415099"/>
                  </a:lnTo>
                  <a:lnTo>
                    <a:pt x="1896282" y="412095"/>
                  </a:lnTo>
                  <a:lnTo>
                    <a:pt x="1897786" y="406087"/>
                  </a:lnTo>
                  <a:lnTo>
                    <a:pt x="1898789" y="406087"/>
                  </a:lnTo>
                  <a:lnTo>
                    <a:pt x="1899792" y="412095"/>
                  </a:lnTo>
                  <a:lnTo>
                    <a:pt x="1900795" y="453166"/>
                  </a:lnTo>
                  <a:lnTo>
                    <a:pt x="1902299" y="473692"/>
                  </a:lnTo>
                  <a:lnTo>
                    <a:pt x="1903302" y="442152"/>
                  </a:lnTo>
                  <a:lnTo>
                    <a:pt x="1904305" y="496220"/>
                  </a:lnTo>
                  <a:lnTo>
                    <a:pt x="1905809" y="457171"/>
                  </a:lnTo>
                  <a:lnTo>
                    <a:pt x="1906812" y="473692"/>
                  </a:lnTo>
                  <a:lnTo>
                    <a:pt x="1907815" y="506233"/>
                  </a:lnTo>
                  <a:lnTo>
                    <a:pt x="1909319" y="491714"/>
                  </a:lnTo>
                  <a:lnTo>
                    <a:pt x="1910342" y="453166"/>
                  </a:lnTo>
                  <a:lnTo>
                    <a:pt x="1911345" y="457171"/>
                  </a:lnTo>
                  <a:lnTo>
                    <a:pt x="1912850" y="473692"/>
                  </a:lnTo>
                  <a:lnTo>
                    <a:pt x="1913852" y="491714"/>
                  </a:lnTo>
                  <a:lnTo>
                    <a:pt x="1914855" y="449662"/>
                  </a:lnTo>
                  <a:lnTo>
                    <a:pt x="1915858" y="478197"/>
                  </a:lnTo>
                  <a:lnTo>
                    <a:pt x="1917363" y="496220"/>
                  </a:lnTo>
                  <a:lnTo>
                    <a:pt x="1918366" y="491714"/>
                  </a:lnTo>
                  <a:lnTo>
                    <a:pt x="1919368" y="457171"/>
                  </a:lnTo>
                  <a:lnTo>
                    <a:pt x="1920873" y="491714"/>
                  </a:lnTo>
                  <a:lnTo>
                    <a:pt x="1921876" y="506233"/>
                  </a:lnTo>
                  <a:lnTo>
                    <a:pt x="1922879" y="501226"/>
                  </a:lnTo>
                  <a:lnTo>
                    <a:pt x="1924383" y="465181"/>
                  </a:lnTo>
                  <a:lnTo>
                    <a:pt x="1925386" y="521765"/>
                  </a:lnTo>
                  <a:lnTo>
                    <a:pt x="1926389" y="469186"/>
                  </a:lnTo>
                  <a:lnTo>
                    <a:pt x="1927893" y="506233"/>
                  </a:lnTo>
                  <a:lnTo>
                    <a:pt x="1928896" y="478197"/>
                  </a:lnTo>
                  <a:lnTo>
                    <a:pt x="1929899" y="445657"/>
                  </a:lnTo>
                  <a:lnTo>
                    <a:pt x="1930902" y="438648"/>
                  </a:lnTo>
                  <a:lnTo>
                    <a:pt x="1932406" y="457171"/>
                  </a:lnTo>
                  <a:lnTo>
                    <a:pt x="1933409" y="545295"/>
                  </a:lnTo>
                  <a:lnTo>
                    <a:pt x="1934412" y="461176"/>
                  </a:lnTo>
                  <a:lnTo>
                    <a:pt x="1935916" y="461176"/>
                  </a:lnTo>
                  <a:lnTo>
                    <a:pt x="1936919" y="438648"/>
                  </a:lnTo>
                  <a:lnTo>
                    <a:pt x="1937922" y="491714"/>
                  </a:lnTo>
                  <a:lnTo>
                    <a:pt x="1939427" y="496220"/>
                  </a:lnTo>
                  <a:lnTo>
                    <a:pt x="1940429" y="442152"/>
                  </a:lnTo>
                  <a:lnTo>
                    <a:pt x="1941432" y="442152"/>
                  </a:lnTo>
                  <a:lnTo>
                    <a:pt x="1942937" y="482202"/>
                  </a:lnTo>
                  <a:lnTo>
                    <a:pt x="1943940" y="453166"/>
                  </a:lnTo>
                  <a:lnTo>
                    <a:pt x="1944942" y="491714"/>
                  </a:lnTo>
                  <a:lnTo>
                    <a:pt x="1945945" y="428115"/>
                  </a:lnTo>
                  <a:lnTo>
                    <a:pt x="1947450" y="428115"/>
                  </a:lnTo>
                  <a:lnTo>
                    <a:pt x="1948453" y="453166"/>
                  </a:lnTo>
                  <a:lnTo>
                    <a:pt x="1949456" y="406087"/>
                  </a:lnTo>
                  <a:lnTo>
                    <a:pt x="1950960" y="449662"/>
                  </a:lnTo>
                  <a:lnTo>
                    <a:pt x="1951963" y="415099"/>
                  </a:lnTo>
                  <a:lnTo>
                    <a:pt x="1952966" y="394072"/>
                  </a:lnTo>
                  <a:lnTo>
                    <a:pt x="1954470" y="418603"/>
                  </a:lnTo>
                  <a:lnTo>
                    <a:pt x="1955473" y="388565"/>
                  </a:lnTo>
                  <a:lnTo>
                    <a:pt x="1956476" y="383559"/>
                  </a:lnTo>
                  <a:lnTo>
                    <a:pt x="1957980" y="406087"/>
                  </a:lnTo>
                  <a:lnTo>
                    <a:pt x="1958983" y="391569"/>
                  </a:lnTo>
                  <a:lnTo>
                    <a:pt x="1959986" y="368040"/>
                  </a:lnTo>
                  <a:lnTo>
                    <a:pt x="1960989" y="342494"/>
                  </a:lnTo>
                  <a:lnTo>
                    <a:pt x="1962493" y="386062"/>
                  </a:lnTo>
                  <a:lnTo>
                    <a:pt x="1963496" y="353522"/>
                  </a:lnTo>
                  <a:lnTo>
                    <a:pt x="1964499" y="360530"/>
                  </a:lnTo>
                  <a:lnTo>
                    <a:pt x="1966003" y="314459"/>
                  </a:lnTo>
                  <a:lnTo>
                    <a:pt x="1967006" y="338489"/>
                  </a:lnTo>
                  <a:lnTo>
                    <a:pt x="1968009" y="351506"/>
                  </a:lnTo>
                  <a:lnTo>
                    <a:pt x="1969514" y="323971"/>
                  </a:lnTo>
                  <a:lnTo>
                    <a:pt x="1970516" y="327976"/>
                  </a:lnTo>
                  <a:lnTo>
                    <a:pt x="1971519" y="305448"/>
                  </a:lnTo>
                  <a:lnTo>
                    <a:pt x="1973024" y="363033"/>
                  </a:lnTo>
                  <a:lnTo>
                    <a:pt x="1974027" y="296937"/>
                  </a:lnTo>
                  <a:lnTo>
                    <a:pt x="1975030" y="320467"/>
                  </a:lnTo>
                  <a:lnTo>
                    <a:pt x="1976032" y="291931"/>
                  </a:lnTo>
                  <a:lnTo>
                    <a:pt x="1977537" y="335986"/>
                  </a:lnTo>
                  <a:lnTo>
                    <a:pt x="1978540" y="314459"/>
                  </a:lnTo>
                  <a:lnTo>
                    <a:pt x="1979543" y="308953"/>
                  </a:lnTo>
                  <a:lnTo>
                    <a:pt x="1981047" y="314459"/>
                  </a:lnTo>
                  <a:lnTo>
                    <a:pt x="1982050" y="333984"/>
                  </a:lnTo>
                  <a:lnTo>
                    <a:pt x="1983053" y="296937"/>
                  </a:lnTo>
                  <a:lnTo>
                    <a:pt x="1984557" y="325974"/>
                  </a:lnTo>
                  <a:lnTo>
                    <a:pt x="1985560" y="321969"/>
                  </a:lnTo>
                  <a:lnTo>
                    <a:pt x="1986563" y="308953"/>
                  </a:lnTo>
                  <a:lnTo>
                    <a:pt x="1988067" y="321969"/>
                  </a:lnTo>
                  <a:lnTo>
                    <a:pt x="1989070" y="308953"/>
                  </a:lnTo>
                  <a:lnTo>
                    <a:pt x="1990073" y="291931"/>
                  </a:lnTo>
                  <a:lnTo>
                    <a:pt x="1991076" y="329979"/>
                  </a:lnTo>
                  <a:lnTo>
                    <a:pt x="1992580" y="329979"/>
                  </a:lnTo>
                  <a:lnTo>
                    <a:pt x="1993583" y="360530"/>
                  </a:lnTo>
                  <a:lnTo>
                    <a:pt x="1994586" y="349003"/>
                  </a:lnTo>
                  <a:lnTo>
                    <a:pt x="1996091" y="331981"/>
                  </a:lnTo>
                  <a:lnTo>
                    <a:pt x="1997093" y="327976"/>
                  </a:lnTo>
                  <a:lnTo>
                    <a:pt x="1998096" y="360530"/>
                  </a:lnTo>
                  <a:lnTo>
                    <a:pt x="1999601" y="370543"/>
                  </a:lnTo>
                  <a:lnTo>
                    <a:pt x="2000604" y="380555"/>
                  </a:lnTo>
                  <a:lnTo>
                    <a:pt x="2001606" y="388565"/>
                  </a:lnTo>
                  <a:lnTo>
                    <a:pt x="2003111" y="386062"/>
                  </a:lnTo>
                  <a:lnTo>
                    <a:pt x="2004114" y="370543"/>
                  </a:lnTo>
                  <a:lnTo>
                    <a:pt x="2005117" y="380555"/>
                  </a:lnTo>
                  <a:lnTo>
                    <a:pt x="2006120" y="428115"/>
                  </a:lnTo>
                  <a:lnTo>
                    <a:pt x="2007624" y="442152"/>
                  </a:lnTo>
                  <a:lnTo>
                    <a:pt x="2008627" y="412095"/>
                  </a:lnTo>
                  <a:lnTo>
                    <a:pt x="2009630" y="453166"/>
                  </a:lnTo>
                  <a:lnTo>
                    <a:pt x="2011134" y="421607"/>
                  </a:lnTo>
                  <a:lnTo>
                    <a:pt x="2012137" y="397076"/>
                  </a:lnTo>
                  <a:lnTo>
                    <a:pt x="2013140" y="453166"/>
                  </a:lnTo>
                  <a:lnTo>
                    <a:pt x="2014644" y="425111"/>
                  </a:lnTo>
                  <a:lnTo>
                    <a:pt x="2015647" y="442152"/>
                  </a:lnTo>
                  <a:lnTo>
                    <a:pt x="2016663" y="453166"/>
                  </a:lnTo>
                  <a:lnTo>
                    <a:pt x="2018168" y="521765"/>
                  </a:lnTo>
                  <a:lnTo>
                    <a:pt x="2019171" y="442152"/>
                  </a:lnTo>
                  <a:lnTo>
                    <a:pt x="2020174" y="449662"/>
                  </a:lnTo>
                  <a:lnTo>
                    <a:pt x="2021678" y="506233"/>
                  </a:lnTo>
                  <a:lnTo>
                    <a:pt x="2022681" y="453166"/>
                  </a:lnTo>
                  <a:lnTo>
                    <a:pt x="2023684" y="445657"/>
                  </a:lnTo>
                  <a:lnTo>
                    <a:pt x="2024687" y="431619"/>
                  </a:lnTo>
                  <a:lnTo>
                    <a:pt x="2026191" y="506233"/>
                  </a:lnTo>
                  <a:lnTo>
                    <a:pt x="2027194" y="478197"/>
                  </a:lnTo>
                  <a:lnTo>
                    <a:pt x="2028197" y="449662"/>
                  </a:lnTo>
                  <a:lnTo>
                    <a:pt x="2029701" y="501226"/>
                  </a:lnTo>
                  <a:lnTo>
                    <a:pt x="2030704" y="442152"/>
                  </a:lnTo>
                  <a:lnTo>
                    <a:pt x="2031707" y="438648"/>
                  </a:lnTo>
                  <a:lnTo>
                    <a:pt x="2033211" y="453166"/>
                  </a:lnTo>
                  <a:lnTo>
                    <a:pt x="2034214" y="496220"/>
                  </a:lnTo>
                  <a:lnTo>
                    <a:pt x="2035217" y="465181"/>
                  </a:lnTo>
                  <a:lnTo>
                    <a:pt x="2036721" y="482202"/>
                  </a:lnTo>
                  <a:lnTo>
                    <a:pt x="2037724" y="533280"/>
                  </a:lnTo>
                  <a:lnTo>
                    <a:pt x="2038727" y="461176"/>
                  </a:lnTo>
                  <a:lnTo>
                    <a:pt x="2039730" y="418603"/>
                  </a:lnTo>
                  <a:lnTo>
                    <a:pt x="2041235" y="506233"/>
                  </a:lnTo>
                  <a:lnTo>
                    <a:pt x="2042237" y="482202"/>
                  </a:lnTo>
                  <a:lnTo>
                    <a:pt x="2043240" y="511239"/>
                  </a:lnTo>
                  <a:lnTo>
                    <a:pt x="2044745" y="486708"/>
                  </a:lnTo>
                  <a:lnTo>
                    <a:pt x="2045748" y="486708"/>
                  </a:lnTo>
                  <a:lnTo>
                    <a:pt x="2046751" y="521765"/>
                  </a:lnTo>
                  <a:lnTo>
                    <a:pt x="2048255" y="516759"/>
                  </a:lnTo>
                  <a:lnTo>
                    <a:pt x="2049258" y="533280"/>
                  </a:lnTo>
                  <a:lnTo>
                    <a:pt x="2050261" y="469186"/>
                  </a:lnTo>
                  <a:lnTo>
                    <a:pt x="2051765" y="491714"/>
                  </a:lnTo>
                  <a:lnTo>
                    <a:pt x="2052768" y="469186"/>
                  </a:lnTo>
                  <a:lnTo>
                    <a:pt x="2053771" y="527272"/>
                  </a:lnTo>
                  <a:lnTo>
                    <a:pt x="2054774" y="461176"/>
                  </a:lnTo>
                  <a:lnTo>
                    <a:pt x="2056278" y="453166"/>
                  </a:lnTo>
                  <a:lnTo>
                    <a:pt x="2057281" y="491714"/>
                  </a:lnTo>
                  <a:lnTo>
                    <a:pt x="2058284" y="496220"/>
                  </a:lnTo>
                  <a:lnTo>
                    <a:pt x="2059788" y="539287"/>
                  </a:lnTo>
                  <a:lnTo>
                    <a:pt x="2060791" y="453166"/>
                  </a:lnTo>
                  <a:lnTo>
                    <a:pt x="2061794" y="473692"/>
                  </a:lnTo>
                  <a:lnTo>
                    <a:pt x="2063298" y="482202"/>
                  </a:lnTo>
                  <a:lnTo>
                    <a:pt x="2064301" y="453166"/>
                  </a:lnTo>
                  <a:lnTo>
                    <a:pt x="2065304" y="473692"/>
                  </a:lnTo>
                  <a:lnTo>
                    <a:pt x="2066809" y="527272"/>
                  </a:lnTo>
                  <a:lnTo>
                    <a:pt x="2067811" y="482202"/>
                  </a:lnTo>
                  <a:lnTo>
                    <a:pt x="2068814" y="453166"/>
                  </a:lnTo>
                  <a:lnTo>
                    <a:pt x="2069817" y="482202"/>
                  </a:lnTo>
                  <a:lnTo>
                    <a:pt x="2071322" y="465181"/>
                  </a:lnTo>
                  <a:lnTo>
                    <a:pt x="2072325" y="449662"/>
                  </a:lnTo>
                  <a:lnTo>
                    <a:pt x="2073327" y="453166"/>
                  </a:lnTo>
                  <a:lnTo>
                    <a:pt x="2074832" y="449662"/>
                  </a:lnTo>
                  <a:lnTo>
                    <a:pt x="2075835" y="491714"/>
                  </a:lnTo>
                  <a:lnTo>
                    <a:pt x="2076838" y="506233"/>
                  </a:lnTo>
                  <a:lnTo>
                    <a:pt x="2078342" y="564819"/>
                  </a:lnTo>
                  <a:lnTo>
                    <a:pt x="2079345" y="551302"/>
                  </a:lnTo>
                  <a:lnTo>
                    <a:pt x="2080348" y="400080"/>
                  </a:lnTo>
                  <a:lnTo>
                    <a:pt x="2081852" y="501226"/>
                  </a:lnTo>
                  <a:lnTo>
                    <a:pt x="2082855" y="491714"/>
                  </a:lnTo>
                  <a:lnTo>
                    <a:pt x="2083858" y="486708"/>
                  </a:lnTo>
                  <a:lnTo>
                    <a:pt x="2084861" y="516759"/>
                  </a:lnTo>
                  <a:lnTo>
                    <a:pt x="2086365" y="521765"/>
                  </a:lnTo>
                  <a:lnTo>
                    <a:pt x="2087368" y="557810"/>
                  </a:lnTo>
                  <a:lnTo>
                    <a:pt x="2088371" y="469186"/>
                  </a:lnTo>
                  <a:lnTo>
                    <a:pt x="2089875" y="511239"/>
                  </a:lnTo>
                  <a:lnTo>
                    <a:pt x="2090878" y="465181"/>
                  </a:lnTo>
                  <a:lnTo>
                    <a:pt x="2091881" y="496220"/>
                  </a:lnTo>
                  <a:lnTo>
                    <a:pt x="2093385" y="469186"/>
                  </a:lnTo>
                  <a:lnTo>
                    <a:pt x="2094388" y="486708"/>
                  </a:lnTo>
                  <a:lnTo>
                    <a:pt x="2095391" y="511239"/>
                  </a:lnTo>
                  <a:lnTo>
                    <a:pt x="2096896" y="406087"/>
                  </a:lnTo>
                  <a:lnTo>
                    <a:pt x="2097899" y="486708"/>
                  </a:lnTo>
                  <a:lnTo>
                    <a:pt x="2098901" y="482202"/>
                  </a:lnTo>
                  <a:lnTo>
                    <a:pt x="2099904" y="461176"/>
                  </a:lnTo>
                  <a:lnTo>
                    <a:pt x="2101409" y="501226"/>
                  </a:lnTo>
                  <a:lnTo>
                    <a:pt x="2102412" y="511239"/>
                  </a:lnTo>
                  <a:lnTo>
                    <a:pt x="2103415" y="521765"/>
                  </a:lnTo>
                  <a:lnTo>
                    <a:pt x="2104919" y="465181"/>
                  </a:lnTo>
                  <a:lnTo>
                    <a:pt x="2105922" y="516759"/>
                  </a:lnTo>
                  <a:lnTo>
                    <a:pt x="2106925" y="445657"/>
                  </a:lnTo>
                  <a:lnTo>
                    <a:pt x="2108429" y="482202"/>
                  </a:lnTo>
                  <a:lnTo>
                    <a:pt x="2109432" y="486708"/>
                  </a:lnTo>
                  <a:lnTo>
                    <a:pt x="2110435" y="496220"/>
                  </a:lnTo>
                  <a:lnTo>
                    <a:pt x="2111939" y="465181"/>
                  </a:lnTo>
                  <a:lnTo>
                    <a:pt x="2112942" y="469186"/>
                  </a:lnTo>
                  <a:lnTo>
                    <a:pt x="2113945" y="412095"/>
                  </a:lnTo>
                  <a:lnTo>
                    <a:pt x="2114948" y="491714"/>
                  </a:lnTo>
                  <a:lnTo>
                    <a:pt x="2116452" y="551302"/>
                  </a:lnTo>
                  <a:lnTo>
                    <a:pt x="2117455" y="461176"/>
                  </a:lnTo>
                  <a:lnTo>
                    <a:pt x="2118458" y="501226"/>
                  </a:lnTo>
                  <a:lnTo>
                    <a:pt x="2119962" y="482202"/>
                  </a:lnTo>
                  <a:lnTo>
                    <a:pt x="2120965" y="453166"/>
                  </a:lnTo>
                  <a:lnTo>
                    <a:pt x="2121968" y="461176"/>
                  </a:lnTo>
                  <a:lnTo>
                    <a:pt x="2123493" y="469186"/>
                  </a:lnTo>
                  <a:lnTo>
                    <a:pt x="2124496" y="442152"/>
                  </a:lnTo>
                  <a:lnTo>
                    <a:pt x="2125498" y="486708"/>
                  </a:lnTo>
                  <a:lnTo>
                    <a:pt x="2127003" y="491714"/>
                  </a:lnTo>
                  <a:lnTo>
                    <a:pt x="2128006" y="469186"/>
                  </a:lnTo>
                  <a:lnTo>
                    <a:pt x="2129009" y="449662"/>
                  </a:lnTo>
                  <a:lnTo>
                    <a:pt x="2130012" y="501226"/>
                  </a:lnTo>
                  <a:lnTo>
                    <a:pt x="2131516" y="409091"/>
                  </a:lnTo>
                  <a:lnTo>
                    <a:pt x="2132519" y="453166"/>
                  </a:lnTo>
                  <a:lnTo>
                    <a:pt x="2133522" y="478197"/>
                  </a:lnTo>
                  <a:lnTo>
                    <a:pt x="2135026" y="473692"/>
                  </a:lnTo>
                  <a:lnTo>
                    <a:pt x="2136029" y="461176"/>
                  </a:lnTo>
                  <a:lnTo>
                    <a:pt x="2137032" y="486708"/>
                  </a:lnTo>
                  <a:lnTo>
                    <a:pt x="2138536" y="511239"/>
                  </a:lnTo>
                  <a:lnTo>
                    <a:pt x="2139539" y="465181"/>
                  </a:lnTo>
                  <a:lnTo>
                    <a:pt x="2140542" y="478197"/>
                  </a:lnTo>
                  <a:lnTo>
                    <a:pt x="2142046" y="486708"/>
                  </a:lnTo>
                  <a:lnTo>
                    <a:pt x="2143049" y="539287"/>
                  </a:lnTo>
                  <a:lnTo>
                    <a:pt x="2144052" y="473692"/>
                  </a:lnTo>
                  <a:lnTo>
                    <a:pt x="2145556" y="478197"/>
                  </a:lnTo>
                  <a:lnTo>
                    <a:pt x="2146559" y="478197"/>
                  </a:lnTo>
                  <a:lnTo>
                    <a:pt x="2147562" y="457171"/>
                  </a:lnTo>
                  <a:lnTo>
                    <a:pt x="2148565" y="469186"/>
                  </a:lnTo>
                  <a:lnTo>
                    <a:pt x="2150070" y="491714"/>
                  </a:lnTo>
                  <a:lnTo>
                    <a:pt x="2151072" y="457171"/>
                  </a:lnTo>
                  <a:lnTo>
                    <a:pt x="2152075" y="527272"/>
                  </a:lnTo>
                  <a:lnTo>
                    <a:pt x="2153580" y="473692"/>
                  </a:lnTo>
                  <a:lnTo>
                    <a:pt x="2154583" y="506233"/>
                  </a:lnTo>
                  <a:lnTo>
                    <a:pt x="2155586" y="465181"/>
                  </a:lnTo>
                  <a:lnTo>
                    <a:pt x="2157090" y="449662"/>
                  </a:lnTo>
                  <a:lnTo>
                    <a:pt x="2158093" y="473692"/>
                  </a:lnTo>
                  <a:lnTo>
                    <a:pt x="2159096" y="418603"/>
                  </a:lnTo>
                  <a:lnTo>
                    <a:pt x="2160600" y="482202"/>
                  </a:lnTo>
                  <a:lnTo>
                    <a:pt x="2161603" y="457171"/>
                  </a:lnTo>
                  <a:lnTo>
                    <a:pt x="2162606" y="516759"/>
                  </a:lnTo>
                  <a:lnTo>
                    <a:pt x="2163609" y="516759"/>
                  </a:lnTo>
                  <a:lnTo>
                    <a:pt x="2165113" y="418603"/>
                  </a:lnTo>
                  <a:lnTo>
                    <a:pt x="2166116" y="449662"/>
                  </a:lnTo>
                  <a:lnTo>
                    <a:pt x="2167119" y="521765"/>
                  </a:lnTo>
                  <a:lnTo>
                    <a:pt x="2168623" y="486708"/>
                  </a:lnTo>
                  <a:lnTo>
                    <a:pt x="2169626" y="521765"/>
                  </a:lnTo>
                  <a:lnTo>
                    <a:pt x="2170629" y="435144"/>
                  </a:lnTo>
                  <a:lnTo>
                    <a:pt x="2172133" y="412095"/>
                  </a:lnTo>
                  <a:lnTo>
                    <a:pt x="2173136" y="511239"/>
                  </a:lnTo>
                  <a:lnTo>
                    <a:pt x="2174139" y="453166"/>
                  </a:lnTo>
                  <a:lnTo>
                    <a:pt x="2175644" y="428115"/>
                  </a:lnTo>
                  <a:lnTo>
                    <a:pt x="2176646" y="465181"/>
                  </a:lnTo>
                  <a:lnTo>
                    <a:pt x="2177649" y="473692"/>
                  </a:lnTo>
                  <a:lnTo>
                    <a:pt x="2178652" y="478197"/>
                  </a:lnTo>
                  <a:lnTo>
                    <a:pt x="2180157" y="473692"/>
                  </a:lnTo>
                  <a:lnTo>
                    <a:pt x="2181160" y="473692"/>
                  </a:lnTo>
                  <a:lnTo>
                    <a:pt x="2182162" y="473692"/>
                  </a:lnTo>
                  <a:lnTo>
                    <a:pt x="2183667" y="457171"/>
                  </a:lnTo>
                  <a:lnTo>
                    <a:pt x="2184670" y="478197"/>
                  </a:lnTo>
                  <a:lnTo>
                    <a:pt x="2185673" y="442152"/>
                  </a:lnTo>
                  <a:lnTo>
                    <a:pt x="2187177" y="469186"/>
                  </a:lnTo>
                  <a:lnTo>
                    <a:pt x="2188180" y="496220"/>
                  </a:lnTo>
                  <a:lnTo>
                    <a:pt x="2189183" y="445657"/>
                  </a:lnTo>
                  <a:lnTo>
                    <a:pt x="2190687" y="449662"/>
                  </a:lnTo>
                  <a:lnTo>
                    <a:pt x="2191690" y="461176"/>
                  </a:lnTo>
                  <a:lnTo>
                    <a:pt x="2192693" y="469186"/>
                  </a:lnTo>
                  <a:lnTo>
                    <a:pt x="2193696" y="469186"/>
                  </a:lnTo>
                  <a:lnTo>
                    <a:pt x="2195200" y="511239"/>
                  </a:lnTo>
                  <a:lnTo>
                    <a:pt x="2196203" y="501226"/>
                  </a:lnTo>
                  <a:lnTo>
                    <a:pt x="2197206" y="438648"/>
                  </a:lnTo>
                  <a:lnTo>
                    <a:pt x="2198710" y="449662"/>
                  </a:lnTo>
                  <a:lnTo>
                    <a:pt x="2199713" y="511239"/>
                  </a:lnTo>
                </a:path>
              </a:pathLst>
            </a:custGeom>
            <a:ln w="3175">
              <a:solidFill>
                <a:srgbClr val="6E0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635925" y="2324476"/>
              <a:ext cx="2200275" cy="702945"/>
            </a:xfrm>
            <a:custGeom>
              <a:avLst/>
              <a:gdLst/>
              <a:ahLst/>
              <a:cxnLst/>
              <a:rect l="l" t="t" r="r" b="b"/>
              <a:pathLst>
                <a:path w="2200275" h="702944">
                  <a:moveTo>
                    <a:pt x="0" y="306449"/>
                  </a:moveTo>
                  <a:lnTo>
                    <a:pt x="1002" y="300942"/>
                  </a:lnTo>
                  <a:lnTo>
                    <a:pt x="2520" y="282406"/>
                  </a:lnTo>
                  <a:lnTo>
                    <a:pt x="3523" y="311956"/>
                  </a:lnTo>
                  <a:lnTo>
                    <a:pt x="4526" y="291431"/>
                  </a:lnTo>
                  <a:lnTo>
                    <a:pt x="6030" y="297939"/>
                  </a:lnTo>
                  <a:lnTo>
                    <a:pt x="7033" y="280403"/>
                  </a:lnTo>
                  <a:lnTo>
                    <a:pt x="8036" y="315461"/>
                  </a:lnTo>
                  <a:lnTo>
                    <a:pt x="9039" y="288427"/>
                  </a:lnTo>
                  <a:lnTo>
                    <a:pt x="10543" y="313458"/>
                  </a:lnTo>
                  <a:lnTo>
                    <a:pt x="11546" y="327476"/>
                  </a:lnTo>
                  <a:lnTo>
                    <a:pt x="12549" y="277900"/>
                  </a:lnTo>
                  <a:lnTo>
                    <a:pt x="14054" y="288427"/>
                  </a:lnTo>
                  <a:lnTo>
                    <a:pt x="15056" y="300942"/>
                  </a:lnTo>
                  <a:lnTo>
                    <a:pt x="16059" y="299941"/>
                  </a:lnTo>
                  <a:lnTo>
                    <a:pt x="17564" y="340492"/>
                  </a:lnTo>
                  <a:lnTo>
                    <a:pt x="18567" y="328978"/>
                  </a:lnTo>
                  <a:lnTo>
                    <a:pt x="19569" y="297939"/>
                  </a:lnTo>
                  <a:lnTo>
                    <a:pt x="21074" y="313458"/>
                  </a:lnTo>
                  <a:lnTo>
                    <a:pt x="22077" y="328978"/>
                  </a:lnTo>
                  <a:lnTo>
                    <a:pt x="23080" y="322970"/>
                  </a:lnTo>
                  <a:lnTo>
                    <a:pt x="24083" y="331481"/>
                  </a:lnTo>
                  <a:lnTo>
                    <a:pt x="25587" y="316963"/>
                  </a:lnTo>
                  <a:lnTo>
                    <a:pt x="26590" y="300942"/>
                  </a:lnTo>
                  <a:lnTo>
                    <a:pt x="27593" y="323971"/>
                  </a:lnTo>
                  <a:lnTo>
                    <a:pt x="29097" y="313458"/>
                  </a:lnTo>
                  <a:lnTo>
                    <a:pt x="30100" y="281405"/>
                  </a:lnTo>
                  <a:lnTo>
                    <a:pt x="31103" y="301944"/>
                  </a:lnTo>
                  <a:lnTo>
                    <a:pt x="32607" y="313458"/>
                  </a:lnTo>
                  <a:lnTo>
                    <a:pt x="33610" y="334985"/>
                  </a:lnTo>
                  <a:lnTo>
                    <a:pt x="34613" y="336487"/>
                  </a:lnTo>
                  <a:lnTo>
                    <a:pt x="36117" y="301944"/>
                  </a:lnTo>
                  <a:lnTo>
                    <a:pt x="37120" y="310955"/>
                  </a:lnTo>
                  <a:lnTo>
                    <a:pt x="38123" y="336487"/>
                  </a:lnTo>
                  <a:lnTo>
                    <a:pt x="39126" y="287426"/>
                  </a:lnTo>
                  <a:lnTo>
                    <a:pt x="40630" y="329979"/>
                  </a:lnTo>
                  <a:lnTo>
                    <a:pt x="41633" y="324973"/>
                  </a:lnTo>
                  <a:lnTo>
                    <a:pt x="42636" y="342995"/>
                  </a:lnTo>
                  <a:lnTo>
                    <a:pt x="44141" y="327476"/>
                  </a:lnTo>
                  <a:lnTo>
                    <a:pt x="45144" y="331481"/>
                  </a:lnTo>
                  <a:lnTo>
                    <a:pt x="46146" y="316963"/>
                  </a:lnTo>
                  <a:lnTo>
                    <a:pt x="47651" y="307451"/>
                  </a:lnTo>
                  <a:lnTo>
                    <a:pt x="48654" y="316963"/>
                  </a:lnTo>
                  <a:lnTo>
                    <a:pt x="49657" y="321468"/>
                  </a:lnTo>
                  <a:lnTo>
                    <a:pt x="51161" y="334985"/>
                  </a:lnTo>
                  <a:lnTo>
                    <a:pt x="52164" y="299941"/>
                  </a:lnTo>
                  <a:lnTo>
                    <a:pt x="53167" y="375055"/>
                  </a:lnTo>
                  <a:lnTo>
                    <a:pt x="54170" y="345999"/>
                  </a:lnTo>
                  <a:lnTo>
                    <a:pt x="55674" y="316963"/>
                  </a:lnTo>
                  <a:lnTo>
                    <a:pt x="56677" y="341994"/>
                  </a:lnTo>
                  <a:lnTo>
                    <a:pt x="57680" y="324973"/>
                  </a:lnTo>
                  <a:lnTo>
                    <a:pt x="59184" y="338990"/>
                  </a:lnTo>
                  <a:lnTo>
                    <a:pt x="60187" y="309954"/>
                  </a:lnTo>
                  <a:lnTo>
                    <a:pt x="61190" y="328978"/>
                  </a:lnTo>
                  <a:lnTo>
                    <a:pt x="62694" y="317964"/>
                  </a:lnTo>
                  <a:lnTo>
                    <a:pt x="63697" y="336487"/>
                  </a:lnTo>
                  <a:lnTo>
                    <a:pt x="64700" y="318965"/>
                  </a:lnTo>
                  <a:lnTo>
                    <a:pt x="66204" y="338990"/>
                  </a:lnTo>
                  <a:lnTo>
                    <a:pt x="67207" y="295936"/>
                  </a:lnTo>
                  <a:lnTo>
                    <a:pt x="68210" y="334985"/>
                  </a:lnTo>
                  <a:lnTo>
                    <a:pt x="69715" y="336487"/>
                  </a:lnTo>
                  <a:lnTo>
                    <a:pt x="70718" y="342995"/>
                  </a:lnTo>
                  <a:lnTo>
                    <a:pt x="71720" y="351506"/>
                  </a:lnTo>
                  <a:lnTo>
                    <a:pt x="72723" y="310955"/>
                  </a:lnTo>
                  <a:lnTo>
                    <a:pt x="74228" y="321468"/>
                  </a:lnTo>
                  <a:lnTo>
                    <a:pt x="75231" y="305448"/>
                  </a:lnTo>
                  <a:lnTo>
                    <a:pt x="76233" y="307451"/>
                  </a:lnTo>
                  <a:lnTo>
                    <a:pt x="77738" y="301944"/>
                  </a:lnTo>
                  <a:lnTo>
                    <a:pt x="78741" y="329979"/>
                  </a:lnTo>
                  <a:lnTo>
                    <a:pt x="79744" y="316963"/>
                  </a:lnTo>
                  <a:lnTo>
                    <a:pt x="81248" y="316963"/>
                  </a:lnTo>
                  <a:lnTo>
                    <a:pt x="82251" y="358514"/>
                  </a:lnTo>
                  <a:lnTo>
                    <a:pt x="83254" y="305448"/>
                  </a:lnTo>
                  <a:lnTo>
                    <a:pt x="84758" y="310955"/>
                  </a:lnTo>
                  <a:lnTo>
                    <a:pt x="85761" y="328978"/>
                  </a:lnTo>
                  <a:lnTo>
                    <a:pt x="86764" y="297939"/>
                  </a:lnTo>
                  <a:lnTo>
                    <a:pt x="87767" y="277900"/>
                  </a:lnTo>
                  <a:lnTo>
                    <a:pt x="89271" y="250366"/>
                  </a:lnTo>
                  <a:lnTo>
                    <a:pt x="90274" y="204809"/>
                  </a:lnTo>
                  <a:lnTo>
                    <a:pt x="91277" y="190271"/>
                  </a:lnTo>
                  <a:lnTo>
                    <a:pt x="92781" y="148218"/>
                  </a:lnTo>
                  <a:lnTo>
                    <a:pt x="93784" y="130196"/>
                  </a:lnTo>
                  <a:lnTo>
                    <a:pt x="94787" y="104650"/>
                  </a:lnTo>
                  <a:lnTo>
                    <a:pt x="96292" y="74613"/>
                  </a:lnTo>
                  <a:lnTo>
                    <a:pt x="97294" y="82122"/>
                  </a:lnTo>
                  <a:lnTo>
                    <a:pt x="98297" y="82122"/>
                  </a:lnTo>
                  <a:lnTo>
                    <a:pt x="99802" y="63599"/>
                  </a:lnTo>
                  <a:lnTo>
                    <a:pt x="100805" y="54588"/>
                  </a:lnTo>
                  <a:lnTo>
                    <a:pt x="101807" y="45076"/>
                  </a:lnTo>
                  <a:lnTo>
                    <a:pt x="102810" y="50082"/>
                  </a:lnTo>
                  <a:lnTo>
                    <a:pt x="104315" y="48580"/>
                  </a:lnTo>
                  <a:lnTo>
                    <a:pt x="105318" y="43073"/>
                  </a:lnTo>
                  <a:lnTo>
                    <a:pt x="106321" y="46578"/>
                  </a:lnTo>
                  <a:lnTo>
                    <a:pt x="107825" y="47078"/>
                  </a:lnTo>
                  <a:lnTo>
                    <a:pt x="108848" y="61096"/>
                  </a:lnTo>
                  <a:lnTo>
                    <a:pt x="109851" y="39048"/>
                  </a:lnTo>
                  <a:lnTo>
                    <a:pt x="111355" y="68105"/>
                  </a:lnTo>
                  <a:lnTo>
                    <a:pt x="112358" y="69607"/>
                  </a:lnTo>
                  <a:lnTo>
                    <a:pt x="113361" y="69106"/>
                  </a:lnTo>
                  <a:lnTo>
                    <a:pt x="114865" y="117166"/>
                  </a:lnTo>
                  <a:lnTo>
                    <a:pt x="115868" y="144213"/>
                  </a:lnTo>
                  <a:lnTo>
                    <a:pt x="116871" y="168243"/>
                  </a:lnTo>
                  <a:lnTo>
                    <a:pt x="117874" y="185765"/>
                  </a:lnTo>
                  <a:lnTo>
                    <a:pt x="119378" y="251868"/>
                  </a:lnTo>
                  <a:lnTo>
                    <a:pt x="120381" y="271893"/>
                  </a:lnTo>
                  <a:lnTo>
                    <a:pt x="121384" y="282406"/>
                  </a:lnTo>
                  <a:lnTo>
                    <a:pt x="122889" y="301944"/>
                  </a:lnTo>
                  <a:lnTo>
                    <a:pt x="123891" y="333984"/>
                  </a:lnTo>
                  <a:lnTo>
                    <a:pt x="124894" y="378560"/>
                  </a:lnTo>
                  <a:lnTo>
                    <a:pt x="126399" y="363020"/>
                  </a:lnTo>
                  <a:lnTo>
                    <a:pt x="127402" y="320467"/>
                  </a:lnTo>
                  <a:lnTo>
                    <a:pt x="128405" y="366044"/>
                  </a:lnTo>
                  <a:lnTo>
                    <a:pt x="129909" y="366044"/>
                  </a:lnTo>
                  <a:lnTo>
                    <a:pt x="130912" y="364542"/>
                  </a:lnTo>
                  <a:lnTo>
                    <a:pt x="131915" y="367546"/>
                  </a:lnTo>
                  <a:lnTo>
                    <a:pt x="132918" y="367546"/>
                  </a:lnTo>
                  <a:lnTo>
                    <a:pt x="134422" y="377058"/>
                  </a:lnTo>
                  <a:lnTo>
                    <a:pt x="135425" y="372051"/>
                  </a:lnTo>
                  <a:lnTo>
                    <a:pt x="136428" y="370550"/>
                  </a:lnTo>
                  <a:lnTo>
                    <a:pt x="137932" y="336487"/>
                  </a:lnTo>
                  <a:lnTo>
                    <a:pt x="138935" y="348502"/>
                  </a:lnTo>
                  <a:lnTo>
                    <a:pt x="139938" y="350004"/>
                  </a:lnTo>
                  <a:lnTo>
                    <a:pt x="141442" y="364542"/>
                  </a:lnTo>
                  <a:lnTo>
                    <a:pt x="142445" y="378560"/>
                  </a:lnTo>
                  <a:lnTo>
                    <a:pt x="143448" y="373553"/>
                  </a:lnTo>
                  <a:lnTo>
                    <a:pt x="144952" y="370550"/>
                  </a:lnTo>
                  <a:lnTo>
                    <a:pt x="145955" y="357013"/>
                  </a:lnTo>
                  <a:lnTo>
                    <a:pt x="146958" y="397083"/>
                  </a:lnTo>
                  <a:lnTo>
                    <a:pt x="147961" y="408096"/>
                  </a:lnTo>
                  <a:lnTo>
                    <a:pt x="149465" y="377058"/>
                  </a:lnTo>
                  <a:lnTo>
                    <a:pt x="150468" y="345999"/>
                  </a:lnTo>
                  <a:lnTo>
                    <a:pt x="151471" y="375055"/>
                  </a:lnTo>
                  <a:lnTo>
                    <a:pt x="152976" y="348502"/>
                  </a:lnTo>
                  <a:lnTo>
                    <a:pt x="153979" y="375055"/>
                  </a:lnTo>
                  <a:lnTo>
                    <a:pt x="154981" y="406094"/>
                  </a:lnTo>
                  <a:lnTo>
                    <a:pt x="156486" y="331481"/>
                  </a:lnTo>
                  <a:lnTo>
                    <a:pt x="157489" y="355511"/>
                  </a:lnTo>
                  <a:lnTo>
                    <a:pt x="158492" y="393578"/>
                  </a:lnTo>
                  <a:lnTo>
                    <a:pt x="159996" y="383566"/>
                  </a:lnTo>
                  <a:lnTo>
                    <a:pt x="160999" y="370550"/>
                  </a:lnTo>
                  <a:lnTo>
                    <a:pt x="162002" y="369048"/>
                  </a:lnTo>
                  <a:lnTo>
                    <a:pt x="163005" y="372051"/>
                  </a:lnTo>
                  <a:lnTo>
                    <a:pt x="164509" y="393578"/>
                  </a:lnTo>
                  <a:lnTo>
                    <a:pt x="165512" y="372051"/>
                  </a:lnTo>
                  <a:lnTo>
                    <a:pt x="166515" y="399085"/>
                  </a:lnTo>
                  <a:lnTo>
                    <a:pt x="168019" y="361518"/>
                  </a:lnTo>
                  <a:lnTo>
                    <a:pt x="169022" y="375055"/>
                  </a:lnTo>
                  <a:lnTo>
                    <a:pt x="170025" y="347000"/>
                  </a:lnTo>
                  <a:lnTo>
                    <a:pt x="171529" y="373553"/>
                  </a:lnTo>
                  <a:lnTo>
                    <a:pt x="172532" y="380061"/>
                  </a:lnTo>
                  <a:lnTo>
                    <a:pt x="173535" y="372051"/>
                  </a:lnTo>
                  <a:lnTo>
                    <a:pt x="175039" y="381563"/>
                  </a:lnTo>
                  <a:lnTo>
                    <a:pt x="176042" y="408096"/>
                  </a:lnTo>
                  <a:lnTo>
                    <a:pt x="177045" y="406094"/>
                  </a:lnTo>
                  <a:lnTo>
                    <a:pt x="178048" y="372051"/>
                  </a:lnTo>
                  <a:lnTo>
                    <a:pt x="179553" y="390074"/>
                  </a:lnTo>
                  <a:lnTo>
                    <a:pt x="180555" y="363020"/>
                  </a:lnTo>
                  <a:lnTo>
                    <a:pt x="181558" y="395080"/>
                  </a:lnTo>
                  <a:lnTo>
                    <a:pt x="183063" y="391576"/>
                  </a:lnTo>
                  <a:lnTo>
                    <a:pt x="184066" y="393578"/>
                  </a:lnTo>
                  <a:lnTo>
                    <a:pt x="185069" y="393578"/>
                  </a:lnTo>
                  <a:lnTo>
                    <a:pt x="186573" y="417608"/>
                  </a:lnTo>
                  <a:lnTo>
                    <a:pt x="187576" y="402590"/>
                  </a:lnTo>
                  <a:lnTo>
                    <a:pt x="188579" y="375055"/>
                  </a:lnTo>
                  <a:lnTo>
                    <a:pt x="190083" y="417608"/>
                  </a:lnTo>
                  <a:lnTo>
                    <a:pt x="191086" y="385068"/>
                  </a:lnTo>
                  <a:lnTo>
                    <a:pt x="192089" y="373553"/>
                  </a:lnTo>
                  <a:lnTo>
                    <a:pt x="193593" y="350004"/>
                  </a:lnTo>
                  <a:lnTo>
                    <a:pt x="194596" y="397083"/>
                  </a:lnTo>
                  <a:lnTo>
                    <a:pt x="195599" y="415606"/>
                  </a:lnTo>
                  <a:lnTo>
                    <a:pt x="196602" y="412101"/>
                  </a:lnTo>
                  <a:lnTo>
                    <a:pt x="198106" y="436632"/>
                  </a:lnTo>
                  <a:lnTo>
                    <a:pt x="199109" y="450162"/>
                  </a:lnTo>
                  <a:lnTo>
                    <a:pt x="200112" y="393578"/>
                  </a:lnTo>
                  <a:lnTo>
                    <a:pt x="201616" y="395080"/>
                  </a:lnTo>
                  <a:lnTo>
                    <a:pt x="202619" y="399085"/>
                  </a:lnTo>
                  <a:lnTo>
                    <a:pt x="203622" y="432127"/>
                  </a:lnTo>
                  <a:lnTo>
                    <a:pt x="205127" y="406094"/>
                  </a:lnTo>
                  <a:lnTo>
                    <a:pt x="206129" y="423616"/>
                  </a:lnTo>
                  <a:lnTo>
                    <a:pt x="207132" y="380061"/>
                  </a:lnTo>
                  <a:lnTo>
                    <a:pt x="208637" y="383566"/>
                  </a:lnTo>
                  <a:lnTo>
                    <a:pt x="209640" y="385068"/>
                  </a:lnTo>
                  <a:lnTo>
                    <a:pt x="210643" y="378560"/>
                  </a:lnTo>
                  <a:lnTo>
                    <a:pt x="211645" y="452165"/>
                  </a:lnTo>
                  <a:lnTo>
                    <a:pt x="213150" y="432127"/>
                  </a:lnTo>
                  <a:lnTo>
                    <a:pt x="214153" y="417608"/>
                  </a:lnTo>
                  <a:lnTo>
                    <a:pt x="215169" y="423616"/>
                  </a:lnTo>
                  <a:lnTo>
                    <a:pt x="216673" y="417608"/>
                  </a:lnTo>
                  <a:lnTo>
                    <a:pt x="217676" y="399085"/>
                  </a:lnTo>
                  <a:lnTo>
                    <a:pt x="218679" y="427621"/>
                  </a:lnTo>
                  <a:lnTo>
                    <a:pt x="220183" y="361518"/>
                  </a:lnTo>
                  <a:lnTo>
                    <a:pt x="221186" y="419611"/>
                  </a:lnTo>
                  <a:lnTo>
                    <a:pt x="222189" y="369048"/>
                  </a:lnTo>
                  <a:lnTo>
                    <a:pt x="223694" y="399085"/>
                  </a:lnTo>
                  <a:lnTo>
                    <a:pt x="224697" y="404091"/>
                  </a:lnTo>
                  <a:lnTo>
                    <a:pt x="225699" y="477697"/>
                  </a:lnTo>
                  <a:lnTo>
                    <a:pt x="226702" y="432127"/>
                  </a:lnTo>
                  <a:lnTo>
                    <a:pt x="228207" y="434129"/>
                  </a:lnTo>
                  <a:lnTo>
                    <a:pt x="229210" y="377058"/>
                  </a:lnTo>
                  <a:lnTo>
                    <a:pt x="230213" y="436632"/>
                  </a:lnTo>
                  <a:lnTo>
                    <a:pt x="231717" y="380061"/>
                  </a:lnTo>
                  <a:lnTo>
                    <a:pt x="232720" y="388572"/>
                  </a:lnTo>
                  <a:lnTo>
                    <a:pt x="233723" y="408096"/>
                  </a:lnTo>
                  <a:lnTo>
                    <a:pt x="235227" y="408096"/>
                  </a:lnTo>
                  <a:lnTo>
                    <a:pt x="236230" y="381563"/>
                  </a:lnTo>
                  <a:lnTo>
                    <a:pt x="237233" y="381563"/>
                  </a:lnTo>
                  <a:lnTo>
                    <a:pt x="238737" y="348502"/>
                  </a:lnTo>
                  <a:lnTo>
                    <a:pt x="239740" y="364542"/>
                  </a:lnTo>
                  <a:lnTo>
                    <a:pt x="240743" y="363020"/>
                  </a:lnTo>
                  <a:lnTo>
                    <a:pt x="241746" y="366044"/>
                  </a:lnTo>
                  <a:lnTo>
                    <a:pt x="243250" y="308953"/>
                  </a:lnTo>
                  <a:lnTo>
                    <a:pt x="244253" y="277900"/>
                  </a:lnTo>
                  <a:lnTo>
                    <a:pt x="245256" y="261380"/>
                  </a:lnTo>
                  <a:lnTo>
                    <a:pt x="246760" y="195778"/>
                  </a:lnTo>
                  <a:lnTo>
                    <a:pt x="247763" y="178256"/>
                  </a:lnTo>
                  <a:lnTo>
                    <a:pt x="248766" y="175252"/>
                  </a:lnTo>
                  <a:lnTo>
                    <a:pt x="250271" y="117667"/>
                  </a:lnTo>
                  <a:lnTo>
                    <a:pt x="251273" y="119169"/>
                  </a:lnTo>
                  <a:lnTo>
                    <a:pt x="252276" y="83624"/>
                  </a:lnTo>
                  <a:lnTo>
                    <a:pt x="253781" y="57091"/>
                  </a:lnTo>
                  <a:lnTo>
                    <a:pt x="254784" y="51083"/>
                  </a:lnTo>
                  <a:lnTo>
                    <a:pt x="255787" y="35043"/>
                  </a:lnTo>
                  <a:lnTo>
                    <a:pt x="256789" y="17521"/>
                  </a:lnTo>
                  <a:lnTo>
                    <a:pt x="258294" y="17021"/>
                  </a:lnTo>
                  <a:lnTo>
                    <a:pt x="259297" y="20025"/>
                  </a:lnTo>
                  <a:lnTo>
                    <a:pt x="260300" y="0"/>
                  </a:lnTo>
                  <a:lnTo>
                    <a:pt x="261804" y="5506"/>
                  </a:lnTo>
                  <a:lnTo>
                    <a:pt x="262807" y="1501"/>
                  </a:lnTo>
                  <a:lnTo>
                    <a:pt x="263810" y="500"/>
                  </a:lnTo>
                  <a:lnTo>
                    <a:pt x="265314" y="18523"/>
                  </a:lnTo>
                  <a:lnTo>
                    <a:pt x="266317" y="5506"/>
                  </a:lnTo>
                  <a:lnTo>
                    <a:pt x="267320" y="24030"/>
                  </a:lnTo>
                  <a:lnTo>
                    <a:pt x="268824" y="24030"/>
                  </a:lnTo>
                  <a:lnTo>
                    <a:pt x="269827" y="39549"/>
                  </a:lnTo>
                  <a:lnTo>
                    <a:pt x="270830" y="59594"/>
                  </a:lnTo>
                  <a:lnTo>
                    <a:pt x="271833" y="68105"/>
                  </a:lnTo>
                  <a:lnTo>
                    <a:pt x="273337" y="98142"/>
                  </a:lnTo>
                  <a:lnTo>
                    <a:pt x="274340" y="122673"/>
                  </a:lnTo>
                  <a:lnTo>
                    <a:pt x="275343" y="154226"/>
                  </a:lnTo>
                  <a:lnTo>
                    <a:pt x="276847" y="190271"/>
                  </a:lnTo>
                  <a:lnTo>
                    <a:pt x="277850" y="213820"/>
                  </a:lnTo>
                  <a:lnTo>
                    <a:pt x="278853" y="256874"/>
                  </a:lnTo>
                  <a:lnTo>
                    <a:pt x="280358" y="278902"/>
                  </a:lnTo>
                  <a:lnTo>
                    <a:pt x="281361" y="322970"/>
                  </a:lnTo>
                  <a:lnTo>
                    <a:pt x="282363" y="380061"/>
                  </a:lnTo>
                  <a:lnTo>
                    <a:pt x="283868" y="345999"/>
                  </a:lnTo>
                  <a:lnTo>
                    <a:pt x="284871" y="410099"/>
                  </a:lnTo>
                  <a:lnTo>
                    <a:pt x="285874" y="402590"/>
                  </a:lnTo>
                  <a:lnTo>
                    <a:pt x="286877" y="390074"/>
                  </a:lnTo>
                  <a:lnTo>
                    <a:pt x="288381" y="447659"/>
                  </a:lnTo>
                  <a:lnTo>
                    <a:pt x="289384" y="427621"/>
                  </a:lnTo>
                  <a:lnTo>
                    <a:pt x="290387" y="400587"/>
                  </a:lnTo>
                  <a:lnTo>
                    <a:pt x="291891" y="436632"/>
                  </a:lnTo>
                  <a:lnTo>
                    <a:pt x="292894" y="440637"/>
                  </a:lnTo>
                  <a:lnTo>
                    <a:pt x="293897" y="436632"/>
                  </a:lnTo>
                  <a:lnTo>
                    <a:pt x="295401" y="447659"/>
                  </a:lnTo>
                  <a:lnTo>
                    <a:pt x="296404" y="440637"/>
                  </a:lnTo>
                  <a:lnTo>
                    <a:pt x="297407" y="462177"/>
                  </a:lnTo>
                  <a:lnTo>
                    <a:pt x="298911" y="438635"/>
                  </a:lnTo>
                  <a:lnTo>
                    <a:pt x="299914" y="447659"/>
                  </a:lnTo>
                  <a:lnTo>
                    <a:pt x="300917" y="459674"/>
                  </a:lnTo>
                  <a:lnTo>
                    <a:pt x="301920" y="459674"/>
                  </a:lnTo>
                  <a:lnTo>
                    <a:pt x="303424" y="454668"/>
                  </a:lnTo>
                  <a:lnTo>
                    <a:pt x="304427" y="419611"/>
                  </a:lnTo>
                  <a:lnTo>
                    <a:pt x="305430" y="459674"/>
                  </a:lnTo>
                  <a:lnTo>
                    <a:pt x="306935" y="454668"/>
                  </a:lnTo>
                  <a:lnTo>
                    <a:pt x="307938" y="410099"/>
                  </a:lnTo>
                  <a:lnTo>
                    <a:pt x="308940" y="477697"/>
                  </a:lnTo>
                  <a:lnTo>
                    <a:pt x="310445" y="491714"/>
                  </a:lnTo>
                  <a:lnTo>
                    <a:pt x="311448" y="462177"/>
                  </a:lnTo>
                  <a:lnTo>
                    <a:pt x="312451" y="483204"/>
                  </a:lnTo>
                  <a:lnTo>
                    <a:pt x="313955" y="483204"/>
                  </a:lnTo>
                  <a:lnTo>
                    <a:pt x="314958" y="454668"/>
                  </a:lnTo>
                  <a:lnTo>
                    <a:pt x="315961" y="427621"/>
                  </a:lnTo>
                  <a:lnTo>
                    <a:pt x="317465" y="488711"/>
                  </a:lnTo>
                  <a:lnTo>
                    <a:pt x="318468" y="462177"/>
                  </a:lnTo>
                  <a:lnTo>
                    <a:pt x="319471" y="462177"/>
                  </a:lnTo>
                  <a:lnTo>
                    <a:pt x="320487" y="464681"/>
                  </a:lnTo>
                  <a:lnTo>
                    <a:pt x="321992" y="438635"/>
                  </a:lnTo>
                  <a:lnTo>
                    <a:pt x="322994" y="494718"/>
                  </a:lnTo>
                  <a:lnTo>
                    <a:pt x="323997" y="430124"/>
                  </a:lnTo>
                  <a:lnTo>
                    <a:pt x="325502" y="450162"/>
                  </a:lnTo>
                  <a:lnTo>
                    <a:pt x="326505" y="417608"/>
                  </a:lnTo>
                  <a:lnTo>
                    <a:pt x="327507" y="467184"/>
                  </a:lnTo>
                  <a:lnTo>
                    <a:pt x="329012" y="485707"/>
                  </a:lnTo>
                  <a:lnTo>
                    <a:pt x="330015" y="432127"/>
                  </a:lnTo>
                  <a:lnTo>
                    <a:pt x="331018" y="467184"/>
                  </a:lnTo>
                  <a:lnTo>
                    <a:pt x="332522" y="440637"/>
                  </a:lnTo>
                  <a:lnTo>
                    <a:pt x="333525" y="500726"/>
                  </a:lnTo>
                  <a:lnTo>
                    <a:pt x="334528" y="425618"/>
                  </a:lnTo>
                  <a:lnTo>
                    <a:pt x="335531" y="488711"/>
                  </a:lnTo>
                  <a:lnTo>
                    <a:pt x="337035" y="475194"/>
                  </a:lnTo>
                  <a:lnTo>
                    <a:pt x="338038" y="485707"/>
                  </a:lnTo>
                  <a:lnTo>
                    <a:pt x="339041" y="440637"/>
                  </a:lnTo>
                  <a:lnTo>
                    <a:pt x="340545" y="445156"/>
                  </a:lnTo>
                  <a:lnTo>
                    <a:pt x="341548" y="447659"/>
                  </a:lnTo>
                  <a:lnTo>
                    <a:pt x="342551" y="445156"/>
                  </a:lnTo>
                  <a:lnTo>
                    <a:pt x="344055" y="475194"/>
                  </a:lnTo>
                  <a:lnTo>
                    <a:pt x="345058" y="503729"/>
                  </a:lnTo>
                  <a:lnTo>
                    <a:pt x="346061" y="452165"/>
                  </a:lnTo>
                  <a:lnTo>
                    <a:pt x="347566" y="457171"/>
                  </a:lnTo>
                  <a:lnTo>
                    <a:pt x="348568" y="500726"/>
                  </a:lnTo>
                  <a:lnTo>
                    <a:pt x="349571" y="519749"/>
                  </a:lnTo>
                  <a:lnTo>
                    <a:pt x="350574" y="462177"/>
                  </a:lnTo>
                  <a:lnTo>
                    <a:pt x="352079" y="447659"/>
                  </a:lnTo>
                  <a:lnTo>
                    <a:pt x="353082" y="472190"/>
                  </a:lnTo>
                  <a:lnTo>
                    <a:pt x="354084" y="530283"/>
                  </a:lnTo>
                  <a:lnTo>
                    <a:pt x="355589" y="485707"/>
                  </a:lnTo>
                  <a:lnTo>
                    <a:pt x="356592" y="483204"/>
                  </a:lnTo>
                  <a:lnTo>
                    <a:pt x="357595" y="477697"/>
                  </a:lnTo>
                  <a:lnTo>
                    <a:pt x="359099" y="447659"/>
                  </a:lnTo>
                  <a:lnTo>
                    <a:pt x="360102" y="494718"/>
                  </a:lnTo>
                  <a:lnTo>
                    <a:pt x="361105" y="464681"/>
                  </a:lnTo>
                  <a:lnTo>
                    <a:pt x="362609" y="513241"/>
                  </a:lnTo>
                  <a:lnTo>
                    <a:pt x="363612" y="436632"/>
                  </a:lnTo>
                  <a:lnTo>
                    <a:pt x="364615" y="440637"/>
                  </a:lnTo>
                  <a:lnTo>
                    <a:pt x="365618" y="494718"/>
                  </a:lnTo>
                  <a:lnTo>
                    <a:pt x="367122" y="510238"/>
                  </a:lnTo>
                  <a:lnTo>
                    <a:pt x="368125" y="477697"/>
                  </a:lnTo>
                  <a:lnTo>
                    <a:pt x="369128" y="523254"/>
                  </a:lnTo>
                  <a:lnTo>
                    <a:pt x="370632" y="503729"/>
                  </a:lnTo>
                  <a:lnTo>
                    <a:pt x="371635" y="472190"/>
                  </a:lnTo>
                  <a:lnTo>
                    <a:pt x="372638" y="516746"/>
                  </a:lnTo>
                  <a:lnTo>
                    <a:pt x="374142" y="513241"/>
                  </a:lnTo>
                  <a:lnTo>
                    <a:pt x="375145" y="450162"/>
                  </a:lnTo>
                  <a:lnTo>
                    <a:pt x="376148" y="483204"/>
                  </a:lnTo>
                  <a:lnTo>
                    <a:pt x="377653" y="472190"/>
                  </a:lnTo>
                  <a:lnTo>
                    <a:pt x="378656" y="469687"/>
                  </a:lnTo>
                  <a:lnTo>
                    <a:pt x="379658" y="472190"/>
                  </a:lnTo>
                  <a:lnTo>
                    <a:pt x="380661" y="500726"/>
                  </a:lnTo>
                  <a:lnTo>
                    <a:pt x="382166" y="544801"/>
                  </a:lnTo>
                  <a:lnTo>
                    <a:pt x="383169" y="469687"/>
                  </a:lnTo>
                  <a:lnTo>
                    <a:pt x="384172" y="516746"/>
                  </a:lnTo>
                  <a:lnTo>
                    <a:pt x="385676" y="477697"/>
                  </a:lnTo>
                  <a:lnTo>
                    <a:pt x="386679" y="480200"/>
                  </a:lnTo>
                  <a:lnTo>
                    <a:pt x="387682" y="541296"/>
                  </a:lnTo>
                  <a:lnTo>
                    <a:pt x="389186" y="459674"/>
                  </a:lnTo>
                  <a:lnTo>
                    <a:pt x="390189" y="475194"/>
                  </a:lnTo>
                  <a:lnTo>
                    <a:pt x="391192" y="477697"/>
                  </a:lnTo>
                  <a:lnTo>
                    <a:pt x="392696" y="503729"/>
                  </a:lnTo>
                  <a:lnTo>
                    <a:pt x="393699" y="467184"/>
                  </a:lnTo>
                  <a:lnTo>
                    <a:pt x="394702" y="513241"/>
                  </a:lnTo>
                  <a:lnTo>
                    <a:pt x="395705" y="483204"/>
                  </a:lnTo>
                  <a:lnTo>
                    <a:pt x="397209" y="500726"/>
                  </a:lnTo>
                  <a:lnTo>
                    <a:pt x="398212" y="506733"/>
                  </a:lnTo>
                  <a:lnTo>
                    <a:pt x="399215" y="462177"/>
                  </a:lnTo>
                  <a:lnTo>
                    <a:pt x="400719" y="459674"/>
                  </a:lnTo>
                  <a:lnTo>
                    <a:pt x="401722" y="483204"/>
                  </a:lnTo>
                  <a:lnTo>
                    <a:pt x="402725" y="488711"/>
                  </a:lnTo>
                  <a:lnTo>
                    <a:pt x="404230" y="510238"/>
                  </a:lnTo>
                  <a:lnTo>
                    <a:pt x="405232" y="516746"/>
                  </a:lnTo>
                  <a:lnTo>
                    <a:pt x="406235" y="503729"/>
                  </a:lnTo>
                  <a:lnTo>
                    <a:pt x="407740" y="459674"/>
                  </a:lnTo>
                  <a:lnTo>
                    <a:pt x="408743" y="472190"/>
                  </a:lnTo>
                  <a:lnTo>
                    <a:pt x="409746" y="506733"/>
                  </a:lnTo>
                  <a:lnTo>
                    <a:pt x="410748" y="485707"/>
                  </a:lnTo>
                  <a:lnTo>
                    <a:pt x="412253" y="494718"/>
                  </a:lnTo>
                  <a:lnTo>
                    <a:pt x="413256" y="497722"/>
                  </a:lnTo>
                  <a:lnTo>
                    <a:pt x="414259" y="494718"/>
                  </a:lnTo>
                  <a:lnTo>
                    <a:pt x="415763" y="443140"/>
                  </a:lnTo>
                  <a:lnTo>
                    <a:pt x="416766" y="450162"/>
                  </a:lnTo>
                  <a:lnTo>
                    <a:pt x="417769" y="477697"/>
                  </a:lnTo>
                  <a:lnTo>
                    <a:pt x="419273" y="477697"/>
                  </a:lnTo>
                  <a:lnTo>
                    <a:pt x="420276" y="452165"/>
                  </a:lnTo>
                  <a:lnTo>
                    <a:pt x="421279" y="436632"/>
                  </a:lnTo>
                  <a:lnTo>
                    <a:pt x="422783" y="526778"/>
                  </a:lnTo>
                  <a:lnTo>
                    <a:pt x="423786" y="454668"/>
                  </a:lnTo>
                  <a:lnTo>
                    <a:pt x="424789" y="383566"/>
                  </a:lnTo>
                  <a:lnTo>
                    <a:pt x="425792" y="377058"/>
                  </a:lnTo>
                  <a:lnTo>
                    <a:pt x="427316" y="351506"/>
                  </a:lnTo>
                  <a:lnTo>
                    <a:pt x="428319" y="377058"/>
                  </a:lnTo>
                  <a:lnTo>
                    <a:pt x="429322" y="399085"/>
                  </a:lnTo>
                  <a:lnTo>
                    <a:pt x="430827" y="386570"/>
                  </a:lnTo>
                  <a:lnTo>
                    <a:pt x="431829" y="380061"/>
                  </a:lnTo>
                  <a:lnTo>
                    <a:pt x="432832" y="357013"/>
                  </a:lnTo>
                  <a:lnTo>
                    <a:pt x="434337" y="378560"/>
                  </a:lnTo>
                  <a:lnTo>
                    <a:pt x="435340" y="361518"/>
                  </a:lnTo>
                  <a:lnTo>
                    <a:pt x="436343" y="393578"/>
                  </a:lnTo>
                  <a:lnTo>
                    <a:pt x="437847" y="413603"/>
                  </a:lnTo>
                  <a:lnTo>
                    <a:pt x="438850" y="361518"/>
                  </a:lnTo>
                  <a:lnTo>
                    <a:pt x="439853" y="380061"/>
                  </a:lnTo>
                  <a:lnTo>
                    <a:pt x="441357" y="348502"/>
                  </a:lnTo>
                  <a:lnTo>
                    <a:pt x="442360" y="413603"/>
                  </a:lnTo>
                  <a:lnTo>
                    <a:pt x="443363" y="393578"/>
                  </a:lnTo>
                  <a:lnTo>
                    <a:pt x="444366" y="391576"/>
                  </a:lnTo>
                  <a:lnTo>
                    <a:pt x="445870" y="370550"/>
                  </a:lnTo>
                  <a:lnTo>
                    <a:pt x="446873" y="393578"/>
                  </a:lnTo>
                  <a:lnTo>
                    <a:pt x="447876" y="462177"/>
                  </a:lnTo>
                  <a:lnTo>
                    <a:pt x="449380" y="485707"/>
                  </a:lnTo>
                  <a:lnTo>
                    <a:pt x="450383" y="480200"/>
                  </a:lnTo>
                  <a:lnTo>
                    <a:pt x="451386" y="500726"/>
                  </a:lnTo>
                  <a:lnTo>
                    <a:pt x="452890" y="445156"/>
                  </a:lnTo>
                  <a:lnTo>
                    <a:pt x="453893" y="503729"/>
                  </a:lnTo>
                  <a:lnTo>
                    <a:pt x="454896" y="469687"/>
                  </a:lnTo>
                  <a:lnTo>
                    <a:pt x="456401" y="503729"/>
                  </a:lnTo>
                  <a:lnTo>
                    <a:pt x="457403" y="454668"/>
                  </a:lnTo>
                  <a:lnTo>
                    <a:pt x="458406" y="494718"/>
                  </a:lnTo>
                  <a:lnTo>
                    <a:pt x="459409" y="464681"/>
                  </a:lnTo>
                  <a:lnTo>
                    <a:pt x="460914" y="445156"/>
                  </a:lnTo>
                  <a:lnTo>
                    <a:pt x="461917" y="452165"/>
                  </a:lnTo>
                  <a:lnTo>
                    <a:pt x="462919" y="526778"/>
                  </a:lnTo>
                  <a:lnTo>
                    <a:pt x="464424" y="472190"/>
                  </a:lnTo>
                  <a:lnTo>
                    <a:pt x="465427" y="454668"/>
                  </a:lnTo>
                  <a:lnTo>
                    <a:pt x="466430" y="436632"/>
                  </a:lnTo>
                  <a:lnTo>
                    <a:pt x="467934" y="436632"/>
                  </a:lnTo>
                  <a:lnTo>
                    <a:pt x="468937" y="491714"/>
                  </a:lnTo>
                  <a:lnTo>
                    <a:pt x="469940" y="434129"/>
                  </a:lnTo>
                  <a:lnTo>
                    <a:pt x="471444" y="462177"/>
                  </a:lnTo>
                  <a:lnTo>
                    <a:pt x="472447" y="436632"/>
                  </a:lnTo>
                  <a:lnTo>
                    <a:pt x="473450" y="459674"/>
                  </a:lnTo>
                  <a:lnTo>
                    <a:pt x="474453" y="447659"/>
                  </a:lnTo>
                  <a:lnTo>
                    <a:pt x="475957" y="417608"/>
                  </a:lnTo>
                  <a:lnTo>
                    <a:pt x="476960" y="445156"/>
                  </a:lnTo>
                  <a:lnTo>
                    <a:pt x="477963" y="438635"/>
                  </a:lnTo>
                  <a:lnTo>
                    <a:pt x="479467" y="436632"/>
                  </a:lnTo>
                  <a:lnTo>
                    <a:pt x="480470" y="440637"/>
                  </a:lnTo>
                  <a:lnTo>
                    <a:pt x="481473" y="438635"/>
                  </a:lnTo>
                  <a:lnTo>
                    <a:pt x="482977" y="412101"/>
                  </a:lnTo>
                  <a:lnTo>
                    <a:pt x="483980" y="443140"/>
                  </a:lnTo>
                  <a:lnTo>
                    <a:pt x="484983" y="423616"/>
                  </a:lnTo>
                  <a:lnTo>
                    <a:pt x="486488" y="404091"/>
                  </a:lnTo>
                  <a:lnTo>
                    <a:pt x="487491" y="445156"/>
                  </a:lnTo>
                  <a:lnTo>
                    <a:pt x="488493" y="415606"/>
                  </a:lnTo>
                  <a:lnTo>
                    <a:pt x="489496" y="419611"/>
                  </a:lnTo>
                  <a:lnTo>
                    <a:pt x="491001" y="436632"/>
                  </a:lnTo>
                  <a:lnTo>
                    <a:pt x="492004" y="391576"/>
                  </a:lnTo>
                  <a:lnTo>
                    <a:pt x="493007" y="462177"/>
                  </a:lnTo>
                  <a:lnTo>
                    <a:pt x="494511" y="408096"/>
                  </a:lnTo>
                  <a:lnTo>
                    <a:pt x="495514" y="434129"/>
                  </a:lnTo>
                  <a:lnTo>
                    <a:pt x="496517" y="447659"/>
                  </a:lnTo>
                  <a:lnTo>
                    <a:pt x="498021" y="393578"/>
                  </a:lnTo>
                  <a:lnTo>
                    <a:pt x="499024" y="412101"/>
                  </a:lnTo>
                  <a:lnTo>
                    <a:pt x="500027" y="440637"/>
                  </a:lnTo>
                  <a:lnTo>
                    <a:pt x="501531" y="454668"/>
                  </a:lnTo>
                  <a:lnTo>
                    <a:pt x="502534" y="419611"/>
                  </a:lnTo>
                  <a:lnTo>
                    <a:pt x="503537" y="412101"/>
                  </a:lnTo>
                  <a:lnTo>
                    <a:pt x="504540" y="425618"/>
                  </a:lnTo>
                  <a:lnTo>
                    <a:pt x="506044" y="459674"/>
                  </a:lnTo>
                  <a:lnTo>
                    <a:pt x="507047" y="450162"/>
                  </a:lnTo>
                  <a:lnTo>
                    <a:pt x="508050" y="475194"/>
                  </a:lnTo>
                  <a:lnTo>
                    <a:pt x="509554" y="464681"/>
                  </a:lnTo>
                  <a:lnTo>
                    <a:pt x="510557" y="464681"/>
                  </a:lnTo>
                  <a:lnTo>
                    <a:pt x="511560" y="445156"/>
                  </a:lnTo>
                  <a:lnTo>
                    <a:pt x="513065" y="454668"/>
                  </a:lnTo>
                  <a:lnTo>
                    <a:pt x="514067" y="480200"/>
                  </a:lnTo>
                  <a:lnTo>
                    <a:pt x="515070" y="477697"/>
                  </a:lnTo>
                  <a:lnTo>
                    <a:pt x="516575" y="454668"/>
                  </a:lnTo>
                  <a:lnTo>
                    <a:pt x="517578" y="488711"/>
                  </a:lnTo>
                  <a:lnTo>
                    <a:pt x="518581" y="513241"/>
                  </a:lnTo>
                  <a:lnTo>
                    <a:pt x="519583" y="469687"/>
                  </a:lnTo>
                  <a:lnTo>
                    <a:pt x="521088" y="503729"/>
                  </a:lnTo>
                  <a:lnTo>
                    <a:pt x="522091" y="503729"/>
                  </a:lnTo>
                  <a:lnTo>
                    <a:pt x="523094" y="469687"/>
                  </a:lnTo>
                  <a:lnTo>
                    <a:pt x="524598" y="480200"/>
                  </a:lnTo>
                  <a:lnTo>
                    <a:pt x="525601" y="506733"/>
                  </a:lnTo>
                  <a:lnTo>
                    <a:pt x="526604" y="464681"/>
                  </a:lnTo>
                  <a:lnTo>
                    <a:pt x="528108" y="485707"/>
                  </a:lnTo>
                  <a:lnTo>
                    <a:pt x="529111" y="483204"/>
                  </a:lnTo>
                  <a:lnTo>
                    <a:pt x="530114" y="497722"/>
                  </a:lnTo>
                  <a:lnTo>
                    <a:pt x="531618" y="462177"/>
                  </a:lnTo>
                  <a:lnTo>
                    <a:pt x="532641" y="503729"/>
                  </a:lnTo>
                  <a:lnTo>
                    <a:pt x="533644" y="464681"/>
                  </a:lnTo>
                  <a:lnTo>
                    <a:pt x="534647" y="494718"/>
                  </a:lnTo>
                  <a:lnTo>
                    <a:pt x="536151" y="503729"/>
                  </a:lnTo>
                  <a:lnTo>
                    <a:pt x="537154" y="503729"/>
                  </a:lnTo>
                  <a:lnTo>
                    <a:pt x="538157" y="513241"/>
                  </a:lnTo>
                  <a:lnTo>
                    <a:pt x="539662" y="475194"/>
                  </a:lnTo>
                  <a:lnTo>
                    <a:pt x="540664" y="503729"/>
                  </a:lnTo>
                  <a:lnTo>
                    <a:pt x="541667" y="480200"/>
                  </a:lnTo>
                  <a:lnTo>
                    <a:pt x="543172" y="519749"/>
                  </a:lnTo>
                  <a:lnTo>
                    <a:pt x="544175" y="488711"/>
                  </a:lnTo>
                  <a:lnTo>
                    <a:pt x="545178" y="523254"/>
                  </a:lnTo>
                  <a:lnTo>
                    <a:pt x="546682" y="491714"/>
                  </a:lnTo>
                  <a:lnTo>
                    <a:pt x="547685" y="491714"/>
                  </a:lnTo>
                  <a:lnTo>
                    <a:pt x="548688" y="503729"/>
                  </a:lnTo>
                  <a:lnTo>
                    <a:pt x="550192" y="494718"/>
                  </a:lnTo>
                  <a:lnTo>
                    <a:pt x="551195" y="510238"/>
                  </a:lnTo>
                  <a:lnTo>
                    <a:pt x="552198" y="500726"/>
                  </a:lnTo>
                  <a:lnTo>
                    <a:pt x="553201" y="497722"/>
                  </a:lnTo>
                  <a:lnTo>
                    <a:pt x="554705" y="497722"/>
                  </a:lnTo>
                  <a:lnTo>
                    <a:pt x="555708" y="530283"/>
                  </a:lnTo>
                  <a:lnTo>
                    <a:pt x="556711" y="513241"/>
                  </a:lnTo>
                  <a:lnTo>
                    <a:pt x="558215" y="491714"/>
                  </a:lnTo>
                  <a:lnTo>
                    <a:pt x="559218" y="552811"/>
                  </a:lnTo>
                  <a:lnTo>
                    <a:pt x="560221" y="530283"/>
                  </a:lnTo>
                  <a:lnTo>
                    <a:pt x="561725" y="503729"/>
                  </a:lnTo>
                  <a:lnTo>
                    <a:pt x="562728" y="510238"/>
                  </a:lnTo>
                  <a:lnTo>
                    <a:pt x="563731" y="523254"/>
                  </a:lnTo>
                  <a:lnTo>
                    <a:pt x="565236" y="533787"/>
                  </a:lnTo>
                  <a:lnTo>
                    <a:pt x="566239" y="533787"/>
                  </a:lnTo>
                  <a:lnTo>
                    <a:pt x="567241" y="488711"/>
                  </a:lnTo>
                  <a:lnTo>
                    <a:pt x="568244" y="497722"/>
                  </a:lnTo>
                  <a:lnTo>
                    <a:pt x="569749" y="516746"/>
                  </a:lnTo>
                  <a:lnTo>
                    <a:pt x="570752" y="497722"/>
                  </a:lnTo>
                  <a:lnTo>
                    <a:pt x="571754" y="497722"/>
                  </a:lnTo>
                  <a:lnTo>
                    <a:pt x="573259" y="494718"/>
                  </a:lnTo>
                  <a:lnTo>
                    <a:pt x="574262" y="513241"/>
                  </a:lnTo>
                  <a:lnTo>
                    <a:pt x="575265" y="503729"/>
                  </a:lnTo>
                  <a:lnTo>
                    <a:pt x="576769" y="506733"/>
                  </a:lnTo>
                  <a:lnTo>
                    <a:pt x="577772" y="513241"/>
                  </a:lnTo>
                  <a:lnTo>
                    <a:pt x="578775" y="494718"/>
                  </a:lnTo>
                  <a:lnTo>
                    <a:pt x="580279" y="494718"/>
                  </a:lnTo>
                  <a:lnTo>
                    <a:pt x="581282" y="500726"/>
                  </a:lnTo>
                  <a:lnTo>
                    <a:pt x="582285" y="503729"/>
                  </a:lnTo>
                  <a:lnTo>
                    <a:pt x="583288" y="583349"/>
                  </a:lnTo>
                  <a:lnTo>
                    <a:pt x="584792" y="516746"/>
                  </a:lnTo>
                  <a:lnTo>
                    <a:pt x="585795" y="530283"/>
                  </a:lnTo>
                  <a:lnTo>
                    <a:pt x="586798" y="506733"/>
                  </a:lnTo>
                  <a:lnTo>
                    <a:pt x="588302" y="494718"/>
                  </a:lnTo>
                  <a:lnTo>
                    <a:pt x="589305" y="530283"/>
                  </a:lnTo>
                  <a:lnTo>
                    <a:pt x="590308" y="526778"/>
                  </a:lnTo>
                  <a:lnTo>
                    <a:pt x="591813" y="467184"/>
                  </a:lnTo>
                  <a:lnTo>
                    <a:pt x="592815" y="516746"/>
                  </a:lnTo>
                  <a:lnTo>
                    <a:pt x="593818" y="565326"/>
                  </a:lnTo>
                  <a:lnTo>
                    <a:pt x="595323" y="488711"/>
                  </a:lnTo>
                  <a:lnTo>
                    <a:pt x="596326" y="510238"/>
                  </a:lnTo>
                  <a:lnTo>
                    <a:pt x="597328" y="548806"/>
                  </a:lnTo>
                  <a:lnTo>
                    <a:pt x="598331" y="500726"/>
                  </a:lnTo>
                  <a:lnTo>
                    <a:pt x="599836" y="530283"/>
                  </a:lnTo>
                  <a:lnTo>
                    <a:pt x="600839" y="519749"/>
                  </a:lnTo>
                  <a:lnTo>
                    <a:pt x="601842" y="530283"/>
                  </a:lnTo>
                  <a:lnTo>
                    <a:pt x="603346" y="526778"/>
                  </a:lnTo>
                  <a:lnTo>
                    <a:pt x="604349" y="523254"/>
                  </a:lnTo>
                  <a:lnTo>
                    <a:pt x="605352" y="513241"/>
                  </a:lnTo>
                  <a:lnTo>
                    <a:pt x="606856" y="500726"/>
                  </a:lnTo>
                  <a:lnTo>
                    <a:pt x="607859" y="513241"/>
                  </a:lnTo>
                  <a:lnTo>
                    <a:pt x="608862" y="556816"/>
                  </a:lnTo>
                  <a:lnTo>
                    <a:pt x="610366" y="494718"/>
                  </a:lnTo>
                  <a:lnTo>
                    <a:pt x="611369" y="630922"/>
                  </a:lnTo>
                  <a:lnTo>
                    <a:pt x="612372" y="523254"/>
                  </a:lnTo>
                  <a:lnTo>
                    <a:pt x="613375" y="485707"/>
                  </a:lnTo>
                  <a:lnTo>
                    <a:pt x="614879" y="500726"/>
                  </a:lnTo>
                  <a:lnTo>
                    <a:pt x="615882" y="560821"/>
                  </a:lnTo>
                  <a:lnTo>
                    <a:pt x="616885" y="494718"/>
                  </a:lnTo>
                  <a:lnTo>
                    <a:pt x="618389" y="541296"/>
                  </a:lnTo>
                  <a:lnTo>
                    <a:pt x="619392" y="480200"/>
                  </a:lnTo>
                  <a:lnTo>
                    <a:pt x="620395" y="526778"/>
                  </a:lnTo>
                  <a:lnTo>
                    <a:pt x="621900" y="485707"/>
                  </a:lnTo>
                  <a:lnTo>
                    <a:pt x="622903" y="537291"/>
                  </a:lnTo>
                  <a:lnTo>
                    <a:pt x="623905" y="556816"/>
                  </a:lnTo>
                  <a:lnTo>
                    <a:pt x="625410" y="519749"/>
                  </a:lnTo>
                  <a:lnTo>
                    <a:pt x="626413" y="578343"/>
                  </a:lnTo>
                  <a:lnTo>
                    <a:pt x="627416" y="530283"/>
                  </a:lnTo>
                  <a:lnTo>
                    <a:pt x="628418" y="544801"/>
                  </a:lnTo>
                  <a:lnTo>
                    <a:pt x="629923" y="497722"/>
                  </a:lnTo>
                  <a:lnTo>
                    <a:pt x="630926" y="513241"/>
                  </a:lnTo>
                  <a:lnTo>
                    <a:pt x="631929" y="477697"/>
                  </a:lnTo>
                  <a:lnTo>
                    <a:pt x="633433" y="500726"/>
                  </a:lnTo>
                  <a:lnTo>
                    <a:pt x="634436" y="537291"/>
                  </a:lnTo>
                  <a:lnTo>
                    <a:pt x="635439" y="541296"/>
                  </a:lnTo>
                  <a:lnTo>
                    <a:pt x="636943" y="506733"/>
                  </a:lnTo>
                  <a:lnTo>
                    <a:pt x="637946" y="544801"/>
                  </a:lnTo>
                  <a:lnTo>
                    <a:pt x="638962" y="548806"/>
                  </a:lnTo>
                  <a:lnTo>
                    <a:pt x="640467" y="516746"/>
                  </a:lnTo>
                  <a:lnTo>
                    <a:pt x="641470" y="526778"/>
                  </a:lnTo>
                  <a:lnTo>
                    <a:pt x="642473" y="569832"/>
                  </a:lnTo>
                  <a:lnTo>
                    <a:pt x="643475" y="500726"/>
                  </a:lnTo>
                  <a:lnTo>
                    <a:pt x="644980" y="597867"/>
                  </a:lnTo>
                  <a:lnTo>
                    <a:pt x="645983" y="556816"/>
                  </a:lnTo>
                  <a:lnTo>
                    <a:pt x="646986" y="503729"/>
                  </a:lnTo>
                  <a:lnTo>
                    <a:pt x="648490" y="548806"/>
                  </a:lnTo>
                  <a:lnTo>
                    <a:pt x="649493" y="516746"/>
                  </a:lnTo>
                  <a:lnTo>
                    <a:pt x="650496" y="516746"/>
                  </a:lnTo>
                  <a:lnTo>
                    <a:pt x="652000" y="510238"/>
                  </a:lnTo>
                  <a:lnTo>
                    <a:pt x="653003" y="485707"/>
                  </a:lnTo>
                  <a:lnTo>
                    <a:pt x="654006" y="516746"/>
                  </a:lnTo>
                  <a:lnTo>
                    <a:pt x="655510" y="597867"/>
                  </a:lnTo>
                  <a:lnTo>
                    <a:pt x="656513" y="526778"/>
                  </a:lnTo>
                  <a:lnTo>
                    <a:pt x="657516" y="526778"/>
                  </a:lnTo>
                  <a:lnTo>
                    <a:pt x="658519" y="560821"/>
                  </a:lnTo>
                  <a:lnTo>
                    <a:pt x="660023" y="491714"/>
                  </a:lnTo>
                  <a:lnTo>
                    <a:pt x="661026" y="548806"/>
                  </a:lnTo>
                  <a:lnTo>
                    <a:pt x="662029" y="513241"/>
                  </a:lnTo>
                  <a:lnTo>
                    <a:pt x="663533" y="569832"/>
                  </a:lnTo>
                  <a:lnTo>
                    <a:pt x="664536" y="519749"/>
                  </a:lnTo>
                  <a:lnTo>
                    <a:pt x="665539" y="526778"/>
                  </a:lnTo>
                  <a:lnTo>
                    <a:pt x="667044" y="523254"/>
                  </a:lnTo>
                  <a:lnTo>
                    <a:pt x="668047" y="500726"/>
                  </a:lnTo>
                  <a:lnTo>
                    <a:pt x="669049" y="526778"/>
                  </a:lnTo>
                  <a:lnTo>
                    <a:pt x="670554" y="500726"/>
                  </a:lnTo>
                  <a:lnTo>
                    <a:pt x="671557" y="530283"/>
                  </a:lnTo>
                  <a:lnTo>
                    <a:pt x="672560" y="472190"/>
                  </a:lnTo>
                  <a:lnTo>
                    <a:pt x="674064" y="503729"/>
                  </a:lnTo>
                  <a:lnTo>
                    <a:pt x="675067" y="544801"/>
                  </a:lnTo>
                  <a:lnTo>
                    <a:pt x="676070" y="530283"/>
                  </a:lnTo>
                  <a:lnTo>
                    <a:pt x="677073" y="565326"/>
                  </a:lnTo>
                  <a:lnTo>
                    <a:pt x="678577" y="506733"/>
                  </a:lnTo>
                  <a:lnTo>
                    <a:pt x="679580" y="516746"/>
                  </a:lnTo>
                  <a:lnTo>
                    <a:pt x="680583" y="516746"/>
                  </a:lnTo>
                  <a:lnTo>
                    <a:pt x="682087" y="552811"/>
                  </a:lnTo>
                  <a:lnTo>
                    <a:pt x="683090" y="530283"/>
                  </a:lnTo>
                  <a:lnTo>
                    <a:pt x="684093" y="544801"/>
                  </a:lnTo>
                  <a:lnTo>
                    <a:pt x="685597" y="510238"/>
                  </a:lnTo>
                  <a:lnTo>
                    <a:pt x="686600" y="526778"/>
                  </a:lnTo>
                  <a:lnTo>
                    <a:pt x="687603" y="513241"/>
                  </a:lnTo>
                  <a:lnTo>
                    <a:pt x="689107" y="544801"/>
                  </a:lnTo>
                  <a:lnTo>
                    <a:pt x="690110" y="537291"/>
                  </a:lnTo>
                  <a:lnTo>
                    <a:pt x="691113" y="569832"/>
                  </a:lnTo>
                  <a:lnTo>
                    <a:pt x="692116" y="544801"/>
                  </a:lnTo>
                  <a:lnTo>
                    <a:pt x="693621" y="583349"/>
                  </a:lnTo>
                  <a:lnTo>
                    <a:pt x="694623" y="516746"/>
                  </a:lnTo>
                  <a:lnTo>
                    <a:pt x="695626" y="526778"/>
                  </a:lnTo>
                  <a:lnTo>
                    <a:pt x="697131" y="494718"/>
                  </a:lnTo>
                  <a:lnTo>
                    <a:pt x="698134" y="506733"/>
                  </a:lnTo>
                  <a:lnTo>
                    <a:pt x="699137" y="523254"/>
                  </a:lnTo>
                  <a:lnTo>
                    <a:pt x="700641" y="548806"/>
                  </a:lnTo>
                  <a:lnTo>
                    <a:pt x="701644" y="516746"/>
                  </a:lnTo>
                  <a:lnTo>
                    <a:pt x="702647" y="565326"/>
                  </a:lnTo>
                  <a:lnTo>
                    <a:pt x="704151" y="544801"/>
                  </a:lnTo>
                  <a:lnTo>
                    <a:pt x="705154" y="537291"/>
                  </a:lnTo>
                  <a:lnTo>
                    <a:pt x="706157" y="516746"/>
                  </a:lnTo>
                  <a:lnTo>
                    <a:pt x="707160" y="497722"/>
                  </a:lnTo>
                  <a:lnTo>
                    <a:pt x="708664" y="503729"/>
                  </a:lnTo>
                  <a:lnTo>
                    <a:pt x="709667" y="497722"/>
                  </a:lnTo>
                  <a:lnTo>
                    <a:pt x="710670" y="485707"/>
                  </a:lnTo>
                  <a:lnTo>
                    <a:pt x="712174" y="519749"/>
                  </a:lnTo>
                  <a:lnTo>
                    <a:pt x="713177" y="541296"/>
                  </a:lnTo>
                  <a:lnTo>
                    <a:pt x="714180" y="513241"/>
                  </a:lnTo>
                  <a:lnTo>
                    <a:pt x="715684" y="483204"/>
                  </a:lnTo>
                  <a:lnTo>
                    <a:pt x="716687" y="500726"/>
                  </a:lnTo>
                  <a:lnTo>
                    <a:pt x="717690" y="506733"/>
                  </a:lnTo>
                  <a:lnTo>
                    <a:pt x="719195" y="445156"/>
                  </a:lnTo>
                  <a:lnTo>
                    <a:pt x="720197" y="447659"/>
                  </a:lnTo>
                  <a:lnTo>
                    <a:pt x="721200" y="434129"/>
                  </a:lnTo>
                  <a:lnTo>
                    <a:pt x="722203" y="413603"/>
                  </a:lnTo>
                  <a:lnTo>
                    <a:pt x="723708" y="375055"/>
                  </a:lnTo>
                  <a:lnTo>
                    <a:pt x="724711" y="375055"/>
                  </a:lnTo>
                  <a:lnTo>
                    <a:pt x="725713" y="322970"/>
                  </a:lnTo>
                  <a:lnTo>
                    <a:pt x="727218" y="347000"/>
                  </a:lnTo>
                  <a:lnTo>
                    <a:pt x="728221" y="301944"/>
                  </a:lnTo>
                  <a:lnTo>
                    <a:pt x="729224" y="278902"/>
                  </a:lnTo>
                  <a:lnTo>
                    <a:pt x="730728" y="272894"/>
                  </a:lnTo>
                  <a:lnTo>
                    <a:pt x="731731" y="238351"/>
                  </a:lnTo>
                  <a:lnTo>
                    <a:pt x="732734" y="246862"/>
                  </a:lnTo>
                  <a:lnTo>
                    <a:pt x="734238" y="232844"/>
                  </a:lnTo>
                  <a:lnTo>
                    <a:pt x="735241" y="241855"/>
                  </a:lnTo>
                  <a:lnTo>
                    <a:pt x="736244" y="211818"/>
                  </a:lnTo>
                  <a:lnTo>
                    <a:pt x="737247" y="193275"/>
                  </a:lnTo>
                  <a:lnTo>
                    <a:pt x="738751" y="231342"/>
                  </a:lnTo>
                  <a:lnTo>
                    <a:pt x="739754" y="231342"/>
                  </a:lnTo>
                  <a:lnTo>
                    <a:pt x="740757" y="220328"/>
                  </a:lnTo>
                  <a:lnTo>
                    <a:pt x="742261" y="207312"/>
                  </a:lnTo>
                  <a:lnTo>
                    <a:pt x="743264" y="207312"/>
                  </a:lnTo>
                  <a:lnTo>
                    <a:pt x="744267" y="208814"/>
                  </a:lnTo>
                  <a:lnTo>
                    <a:pt x="745792" y="216323"/>
                  </a:lnTo>
                  <a:lnTo>
                    <a:pt x="746794" y="223833"/>
                  </a:lnTo>
                  <a:lnTo>
                    <a:pt x="747797" y="258376"/>
                  </a:lnTo>
                  <a:lnTo>
                    <a:pt x="749302" y="264884"/>
                  </a:lnTo>
                  <a:lnTo>
                    <a:pt x="750305" y="270391"/>
                  </a:lnTo>
                  <a:lnTo>
                    <a:pt x="751307" y="280403"/>
                  </a:lnTo>
                  <a:lnTo>
                    <a:pt x="752310" y="321468"/>
                  </a:lnTo>
                  <a:lnTo>
                    <a:pt x="753815" y="331481"/>
                  </a:lnTo>
                  <a:lnTo>
                    <a:pt x="754818" y="369048"/>
                  </a:lnTo>
                  <a:lnTo>
                    <a:pt x="755821" y="360016"/>
                  </a:lnTo>
                  <a:lnTo>
                    <a:pt x="757325" y="410099"/>
                  </a:lnTo>
                  <a:lnTo>
                    <a:pt x="758328" y="419611"/>
                  </a:lnTo>
                  <a:lnTo>
                    <a:pt x="759331" y="423616"/>
                  </a:lnTo>
                  <a:lnTo>
                    <a:pt x="760835" y="438635"/>
                  </a:lnTo>
                  <a:lnTo>
                    <a:pt x="761838" y="488711"/>
                  </a:lnTo>
                  <a:lnTo>
                    <a:pt x="762841" y="497722"/>
                  </a:lnTo>
                  <a:lnTo>
                    <a:pt x="764345" y="497722"/>
                  </a:lnTo>
                  <a:lnTo>
                    <a:pt x="765348" y="491714"/>
                  </a:lnTo>
                  <a:lnTo>
                    <a:pt x="766351" y="583349"/>
                  </a:lnTo>
                  <a:lnTo>
                    <a:pt x="767354" y="533787"/>
                  </a:lnTo>
                  <a:lnTo>
                    <a:pt x="768858" y="500726"/>
                  </a:lnTo>
                  <a:lnTo>
                    <a:pt x="769861" y="548806"/>
                  </a:lnTo>
                  <a:lnTo>
                    <a:pt x="770864" y="573837"/>
                  </a:lnTo>
                  <a:lnTo>
                    <a:pt x="772368" y="500726"/>
                  </a:lnTo>
                  <a:lnTo>
                    <a:pt x="773371" y="530283"/>
                  </a:lnTo>
                  <a:lnTo>
                    <a:pt x="774374" y="526778"/>
                  </a:lnTo>
                  <a:lnTo>
                    <a:pt x="775879" y="503729"/>
                  </a:lnTo>
                  <a:lnTo>
                    <a:pt x="776882" y="569832"/>
                  </a:lnTo>
                  <a:lnTo>
                    <a:pt x="777884" y="503729"/>
                  </a:lnTo>
                  <a:lnTo>
                    <a:pt x="779389" y="523254"/>
                  </a:lnTo>
                  <a:lnTo>
                    <a:pt x="780392" y="510238"/>
                  </a:lnTo>
                  <a:lnTo>
                    <a:pt x="781395" y="578343"/>
                  </a:lnTo>
                  <a:lnTo>
                    <a:pt x="782398" y="533787"/>
                  </a:lnTo>
                  <a:lnTo>
                    <a:pt x="783902" y="526778"/>
                  </a:lnTo>
                  <a:lnTo>
                    <a:pt x="784905" y="510238"/>
                  </a:lnTo>
                  <a:lnTo>
                    <a:pt x="785908" y="569832"/>
                  </a:lnTo>
                  <a:lnTo>
                    <a:pt x="787412" y="519749"/>
                  </a:lnTo>
                  <a:lnTo>
                    <a:pt x="788415" y="583349"/>
                  </a:lnTo>
                  <a:lnTo>
                    <a:pt x="789418" y="523254"/>
                  </a:lnTo>
                  <a:lnTo>
                    <a:pt x="790922" y="523254"/>
                  </a:lnTo>
                  <a:lnTo>
                    <a:pt x="791925" y="556816"/>
                  </a:lnTo>
                  <a:lnTo>
                    <a:pt x="792921" y="573837"/>
                  </a:lnTo>
                  <a:lnTo>
                    <a:pt x="794426" y="519749"/>
                  </a:lnTo>
                  <a:lnTo>
                    <a:pt x="795429" y="526778"/>
                  </a:lnTo>
                  <a:lnTo>
                    <a:pt x="796431" y="583349"/>
                  </a:lnTo>
                  <a:lnTo>
                    <a:pt x="797936" y="583349"/>
                  </a:lnTo>
                  <a:lnTo>
                    <a:pt x="798939" y="569832"/>
                  </a:lnTo>
                  <a:lnTo>
                    <a:pt x="799942" y="533787"/>
                  </a:lnTo>
                  <a:lnTo>
                    <a:pt x="800945" y="533787"/>
                  </a:lnTo>
                  <a:lnTo>
                    <a:pt x="802449" y="541296"/>
                  </a:lnTo>
                  <a:lnTo>
                    <a:pt x="803452" y="516746"/>
                  </a:lnTo>
                  <a:lnTo>
                    <a:pt x="804455" y="537291"/>
                  </a:lnTo>
                  <a:lnTo>
                    <a:pt x="805959" y="592861"/>
                  </a:lnTo>
                  <a:lnTo>
                    <a:pt x="806962" y="519749"/>
                  </a:lnTo>
                  <a:lnTo>
                    <a:pt x="807965" y="552811"/>
                  </a:lnTo>
                  <a:lnTo>
                    <a:pt x="809469" y="497722"/>
                  </a:lnTo>
                </a:path>
                <a:path w="2200275" h="702944">
                  <a:moveTo>
                    <a:pt x="809469" y="497722"/>
                  </a:moveTo>
                  <a:lnTo>
                    <a:pt x="810472" y="530283"/>
                  </a:lnTo>
                  <a:lnTo>
                    <a:pt x="811475" y="500726"/>
                  </a:lnTo>
                  <a:lnTo>
                    <a:pt x="812979" y="530283"/>
                  </a:lnTo>
                  <a:lnTo>
                    <a:pt x="813982" y="565326"/>
                  </a:lnTo>
                  <a:lnTo>
                    <a:pt x="814985" y="523254"/>
                  </a:lnTo>
                  <a:lnTo>
                    <a:pt x="815988" y="587855"/>
                  </a:lnTo>
                  <a:lnTo>
                    <a:pt x="817492" y="533787"/>
                  </a:lnTo>
                  <a:lnTo>
                    <a:pt x="818495" y="516746"/>
                  </a:lnTo>
                  <a:lnTo>
                    <a:pt x="819498" y="544801"/>
                  </a:lnTo>
                  <a:lnTo>
                    <a:pt x="821003" y="552811"/>
                  </a:lnTo>
                  <a:lnTo>
                    <a:pt x="822005" y="530283"/>
                  </a:lnTo>
                  <a:lnTo>
                    <a:pt x="823008" y="602873"/>
                  </a:lnTo>
                  <a:lnTo>
                    <a:pt x="824513" y="556816"/>
                  </a:lnTo>
                  <a:lnTo>
                    <a:pt x="825516" y="618907"/>
                  </a:lnTo>
                  <a:lnTo>
                    <a:pt x="826519" y="587855"/>
                  </a:lnTo>
                  <a:lnTo>
                    <a:pt x="828023" y="530283"/>
                  </a:lnTo>
                  <a:lnTo>
                    <a:pt x="829026" y="503729"/>
                  </a:lnTo>
                  <a:lnTo>
                    <a:pt x="830029" y="565326"/>
                  </a:lnTo>
                  <a:lnTo>
                    <a:pt x="831032" y="556816"/>
                  </a:lnTo>
                  <a:lnTo>
                    <a:pt x="832536" y="548806"/>
                  </a:lnTo>
                  <a:lnTo>
                    <a:pt x="833539" y="500726"/>
                  </a:lnTo>
                  <a:lnTo>
                    <a:pt x="834542" y="552811"/>
                  </a:lnTo>
                  <a:lnTo>
                    <a:pt x="836046" y="537291"/>
                  </a:lnTo>
                  <a:lnTo>
                    <a:pt x="837049" y="573837"/>
                  </a:lnTo>
                  <a:lnTo>
                    <a:pt x="838052" y="573837"/>
                  </a:lnTo>
                  <a:lnTo>
                    <a:pt x="839556" y="578343"/>
                  </a:lnTo>
                  <a:lnTo>
                    <a:pt x="840559" y="587855"/>
                  </a:lnTo>
                  <a:lnTo>
                    <a:pt x="841562" y="516746"/>
                  </a:lnTo>
                  <a:lnTo>
                    <a:pt x="843066" y="516746"/>
                  </a:lnTo>
                  <a:lnTo>
                    <a:pt x="844069" y="560821"/>
                  </a:lnTo>
                  <a:lnTo>
                    <a:pt x="845072" y="569832"/>
                  </a:lnTo>
                  <a:lnTo>
                    <a:pt x="846075" y="541296"/>
                  </a:lnTo>
                  <a:lnTo>
                    <a:pt x="847580" y="533787"/>
                  </a:lnTo>
                  <a:lnTo>
                    <a:pt x="848582" y="583349"/>
                  </a:lnTo>
                  <a:lnTo>
                    <a:pt x="849585" y="533787"/>
                  </a:lnTo>
                  <a:lnTo>
                    <a:pt x="851110" y="537291"/>
                  </a:lnTo>
                  <a:lnTo>
                    <a:pt x="852113" y="597867"/>
                  </a:lnTo>
                  <a:lnTo>
                    <a:pt x="853116" y="587855"/>
                  </a:lnTo>
                  <a:lnTo>
                    <a:pt x="854620" y="556816"/>
                  </a:lnTo>
                  <a:lnTo>
                    <a:pt x="855623" y="516746"/>
                  </a:lnTo>
                  <a:lnTo>
                    <a:pt x="856626" y="530283"/>
                  </a:lnTo>
                  <a:lnTo>
                    <a:pt x="858130" y="583349"/>
                  </a:lnTo>
                  <a:lnTo>
                    <a:pt x="859133" y="592861"/>
                  </a:lnTo>
                  <a:lnTo>
                    <a:pt x="860136" y="516746"/>
                  </a:lnTo>
                  <a:lnTo>
                    <a:pt x="861139" y="537291"/>
                  </a:lnTo>
                  <a:lnTo>
                    <a:pt x="862643" y="552811"/>
                  </a:lnTo>
                  <a:lnTo>
                    <a:pt x="863646" y="519749"/>
                  </a:lnTo>
                  <a:lnTo>
                    <a:pt x="864649" y="548806"/>
                  </a:lnTo>
                  <a:lnTo>
                    <a:pt x="866153" y="618907"/>
                  </a:lnTo>
                  <a:lnTo>
                    <a:pt x="867156" y="533787"/>
                  </a:lnTo>
                  <a:lnTo>
                    <a:pt x="868159" y="541296"/>
                  </a:lnTo>
                  <a:lnTo>
                    <a:pt x="869663" y="530283"/>
                  </a:lnTo>
                  <a:lnTo>
                    <a:pt x="870666" y="583349"/>
                  </a:lnTo>
                  <a:lnTo>
                    <a:pt x="871669" y="556816"/>
                  </a:lnTo>
                  <a:lnTo>
                    <a:pt x="873174" y="583349"/>
                  </a:lnTo>
                  <a:lnTo>
                    <a:pt x="874176" y="541296"/>
                  </a:lnTo>
                  <a:lnTo>
                    <a:pt x="875179" y="552811"/>
                  </a:lnTo>
                  <a:lnTo>
                    <a:pt x="876182" y="583349"/>
                  </a:lnTo>
                  <a:lnTo>
                    <a:pt x="877687" y="565326"/>
                  </a:lnTo>
                  <a:lnTo>
                    <a:pt x="878690" y="592861"/>
                  </a:lnTo>
                  <a:lnTo>
                    <a:pt x="879692" y="530283"/>
                  </a:lnTo>
                  <a:lnTo>
                    <a:pt x="881197" y="503729"/>
                  </a:lnTo>
                  <a:lnTo>
                    <a:pt x="882200" y="578343"/>
                  </a:lnTo>
                  <a:lnTo>
                    <a:pt x="883203" y="552811"/>
                  </a:lnTo>
                  <a:lnTo>
                    <a:pt x="884707" y="533787"/>
                  </a:lnTo>
                  <a:lnTo>
                    <a:pt x="885710" y="523254"/>
                  </a:lnTo>
                  <a:lnTo>
                    <a:pt x="886713" y="544801"/>
                  </a:lnTo>
                  <a:lnTo>
                    <a:pt x="888217" y="541296"/>
                  </a:lnTo>
                  <a:lnTo>
                    <a:pt x="889220" y="597867"/>
                  </a:lnTo>
                  <a:lnTo>
                    <a:pt x="890223" y="530283"/>
                  </a:lnTo>
                  <a:lnTo>
                    <a:pt x="891226" y="565326"/>
                  </a:lnTo>
                  <a:lnTo>
                    <a:pt x="892730" y="560821"/>
                  </a:lnTo>
                  <a:lnTo>
                    <a:pt x="893733" y="602873"/>
                  </a:lnTo>
                  <a:lnTo>
                    <a:pt x="894736" y="556816"/>
                  </a:lnTo>
                  <a:lnTo>
                    <a:pt x="896240" y="630922"/>
                  </a:lnTo>
                  <a:lnTo>
                    <a:pt x="897243" y="613400"/>
                  </a:lnTo>
                  <a:lnTo>
                    <a:pt x="898246" y="537291"/>
                  </a:lnTo>
                  <a:lnTo>
                    <a:pt x="899751" y="573837"/>
                  </a:lnTo>
                  <a:lnTo>
                    <a:pt x="900753" y="565326"/>
                  </a:lnTo>
                  <a:lnTo>
                    <a:pt x="901756" y="583349"/>
                  </a:lnTo>
                  <a:lnTo>
                    <a:pt x="903261" y="578343"/>
                  </a:lnTo>
                  <a:lnTo>
                    <a:pt x="904264" y="530283"/>
                  </a:lnTo>
                  <a:lnTo>
                    <a:pt x="905266" y="565326"/>
                  </a:lnTo>
                  <a:lnTo>
                    <a:pt x="906269" y="552811"/>
                  </a:lnTo>
                  <a:lnTo>
                    <a:pt x="907774" y="544801"/>
                  </a:lnTo>
                  <a:lnTo>
                    <a:pt x="908777" y="583349"/>
                  </a:lnTo>
                  <a:lnTo>
                    <a:pt x="909780" y="583349"/>
                  </a:lnTo>
                  <a:lnTo>
                    <a:pt x="911284" y="533787"/>
                  </a:lnTo>
                  <a:lnTo>
                    <a:pt x="912287" y="578343"/>
                  </a:lnTo>
                  <a:lnTo>
                    <a:pt x="913290" y="592861"/>
                  </a:lnTo>
                  <a:lnTo>
                    <a:pt x="914794" y="526778"/>
                  </a:lnTo>
                  <a:lnTo>
                    <a:pt x="915797" y="544801"/>
                  </a:lnTo>
                  <a:lnTo>
                    <a:pt x="916800" y="656454"/>
                  </a:lnTo>
                  <a:lnTo>
                    <a:pt x="918304" y="560821"/>
                  </a:lnTo>
                  <a:lnTo>
                    <a:pt x="919307" y="597867"/>
                  </a:lnTo>
                  <a:lnTo>
                    <a:pt x="920310" y="523254"/>
                  </a:lnTo>
                  <a:lnTo>
                    <a:pt x="921814" y="573837"/>
                  </a:lnTo>
                  <a:lnTo>
                    <a:pt x="922817" y="541296"/>
                  </a:lnTo>
                  <a:lnTo>
                    <a:pt x="923820" y="630922"/>
                  </a:lnTo>
                  <a:lnTo>
                    <a:pt x="924823" y="608394"/>
                  </a:lnTo>
                  <a:lnTo>
                    <a:pt x="926327" y="523254"/>
                  </a:lnTo>
                  <a:lnTo>
                    <a:pt x="927330" y="573837"/>
                  </a:lnTo>
                  <a:lnTo>
                    <a:pt x="928333" y="608394"/>
                  </a:lnTo>
                  <a:lnTo>
                    <a:pt x="929838" y="556816"/>
                  </a:lnTo>
                  <a:lnTo>
                    <a:pt x="930841" y="597867"/>
                  </a:lnTo>
                  <a:lnTo>
                    <a:pt x="931843" y="503729"/>
                  </a:lnTo>
                  <a:lnTo>
                    <a:pt x="933348" y="548806"/>
                  </a:lnTo>
                  <a:lnTo>
                    <a:pt x="934351" y="530283"/>
                  </a:lnTo>
                  <a:lnTo>
                    <a:pt x="935354" y="526778"/>
                  </a:lnTo>
                  <a:lnTo>
                    <a:pt x="936858" y="587855"/>
                  </a:lnTo>
                  <a:lnTo>
                    <a:pt x="937861" y="578343"/>
                  </a:lnTo>
                  <a:lnTo>
                    <a:pt x="938864" y="541296"/>
                  </a:lnTo>
                  <a:lnTo>
                    <a:pt x="939867" y="587855"/>
                  </a:lnTo>
                  <a:lnTo>
                    <a:pt x="941371" y="552811"/>
                  </a:lnTo>
                  <a:lnTo>
                    <a:pt x="942374" y="526778"/>
                  </a:lnTo>
                  <a:lnTo>
                    <a:pt x="943377" y="613400"/>
                  </a:lnTo>
                  <a:lnTo>
                    <a:pt x="944881" y="569832"/>
                  </a:lnTo>
                  <a:lnTo>
                    <a:pt x="945884" y="541296"/>
                  </a:lnTo>
                  <a:lnTo>
                    <a:pt x="946887" y="583349"/>
                  </a:lnTo>
                  <a:lnTo>
                    <a:pt x="948391" y="552811"/>
                  </a:lnTo>
                  <a:lnTo>
                    <a:pt x="949394" y="583349"/>
                  </a:lnTo>
                  <a:lnTo>
                    <a:pt x="950397" y="573837"/>
                  </a:lnTo>
                  <a:lnTo>
                    <a:pt x="951901" y="541296"/>
                  </a:lnTo>
                  <a:lnTo>
                    <a:pt x="952904" y="587855"/>
                  </a:lnTo>
                  <a:lnTo>
                    <a:pt x="953907" y="578343"/>
                  </a:lnTo>
                  <a:lnTo>
                    <a:pt x="954910" y="552811"/>
                  </a:lnTo>
                  <a:lnTo>
                    <a:pt x="956428" y="552811"/>
                  </a:lnTo>
                  <a:lnTo>
                    <a:pt x="957431" y="569832"/>
                  </a:lnTo>
                  <a:lnTo>
                    <a:pt x="958434" y="548806"/>
                  </a:lnTo>
                  <a:lnTo>
                    <a:pt x="959938" y="573837"/>
                  </a:lnTo>
                  <a:lnTo>
                    <a:pt x="960941" y="565326"/>
                  </a:lnTo>
                  <a:lnTo>
                    <a:pt x="961944" y="541296"/>
                  </a:lnTo>
                  <a:lnTo>
                    <a:pt x="963448" y="583349"/>
                  </a:lnTo>
                  <a:lnTo>
                    <a:pt x="964451" y="519749"/>
                  </a:lnTo>
                  <a:lnTo>
                    <a:pt x="965454" y="587855"/>
                  </a:lnTo>
                  <a:lnTo>
                    <a:pt x="966958" y="556816"/>
                  </a:lnTo>
                  <a:lnTo>
                    <a:pt x="967961" y="541296"/>
                  </a:lnTo>
                  <a:lnTo>
                    <a:pt x="968964" y="573837"/>
                  </a:lnTo>
                  <a:lnTo>
                    <a:pt x="969967" y="578343"/>
                  </a:lnTo>
                  <a:lnTo>
                    <a:pt x="971471" y="556816"/>
                  </a:lnTo>
                  <a:lnTo>
                    <a:pt x="972474" y="537291"/>
                  </a:lnTo>
                  <a:lnTo>
                    <a:pt x="973477" y="569832"/>
                  </a:lnTo>
                  <a:lnTo>
                    <a:pt x="974982" y="544801"/>
                  </a:lnTo>
                  <a:lnTo>
                    <a:pt x="975985" y="510238"/>
                  </a:lnTo>
                  <a:lnTo>
                    <a:pt x="976987" y="560821"/>
                  </a:lnTo>
                  <a:lnTo>
                    <a:pt x="978492" y="552811"/>
                  </a:lnTo>
                  <a:lnTo>
                    <a:pt x="979495" y="565326"/>
                  </a:lnTo>
                  <a:lnTo>
                    <a:pt x="980498" y="602873"/>
                  </a:lnTo>
                  <a:lnTo>
                    <a:pt x="982002" y="483204"/>
                  </a:lnTo>
                  <a:lnTo>
                    <a:pt x="983005" y="503729"/>
                  </a:lnTo>
                  <a:lnTo>
                    <a:pt x="984008" y="519749"/>
                  </a:lnTo>
                  <a:lnTo>
                    <a:pt x="985011" y="552811"/>
                  </a:lnTo>
                  <a:lnTo>
                    <a:pt x="986515" y="573837"/>
                  </a:lnTo>
                  <a:lnTo>
                    <a:pt x="987518" y="677981"/>
                  </a:lnTo>
                  <a:lnTo>
                    <a:pt x="988521" y="523254"/>
                  </a:lnTo>
                  <a:lnTo>
                    <a:pt x="990025" y="523254"/>
                  </a:lnTo>
                  <a:lnTo>
                    <a:pt x="991028" y="485707"/>
                  </a:lnTo>
                  <a:lnTo>
                    <a:pt x="992031" y="548806"/>
                  </a:lnTo>
                  <a:lnTo>
                    <a:pt x="993535" y="573837"/>
                  </a:lnTo>
                  <a:lnTo>
                    <a:pt x="994538" y="560821"/>
                  </a:lnTo>
                  <a:lnTo>
                    <a:pt x="995541" y="556816"/>
                  </a:lnTo>
                  <a:lnTo>
                    <a:pt x="997045" y="491714"/>
                  </a:lnTo>
                  <a:lnTo>
                    <a:pt x="998048" y="587855"/>
                  </a:lnTo>
                  <a:lnTo>
                    <a:pt x="999051" y="573837"/>
                  </a:lnTo>
                  <a:lnTo>
                    <a:pt x="1000054" y="548806"/>
                  </a:lnTo>
                  <a:lnTo>
                    <a:pt x="1001559" y="556816"/>
                  </a:lnTo>
                  <a:lnTo>
                    <a:pt x="1002561" y="544801"/>
                  </a:lnTo>
                  <a:lnTo>
                    <a:pt x="1003564" y="526778"/>
                  </a:lnTo>
                  <a:lnTo>
                    <a:pt x="1005069" y="526778"/>
                  </a:lnTo>
                  <a:lnTo>
                    <a:pt x="1006072" y="497722"/>
                  </a:lnTo>
                  <a:lnTo>
                    <a:pt x="1007075" y="565326"/>
                  </a:lnTo>
                  <a:lnTo>
                    <a:pt x="1008579" y="526778"/>
                  </a:lnTo>
                  <a:lnTo>
                    <a:pt x="1009582" y="519749"/>
                  </a:lnTo>
                  <a:lnTo>
                    <a:pt x="1010585" y="544801"/>
                  </a:lnTo>
                  <a:lnTo>
                    <a:pt x="1012089" y="578343"/>
                  </a:lnTo>
                  <a:lnTo>
                    <a:pt x="1013092" y="537291"/>
                  </a:lnTo>
                  <a:lnTo>
                    <a:pt x="1014095" y="552811"/>
                  </a:lnTo>
                  <a:lnTo>
                    <a:pt x="1015098" y="530283"/>
                  </a:lnTo>
                  <a:lnTo>
                    <a:pt x="1016602" y="541296"/>
                  </a:lnTo>
                  <a:lnTo>
                    <a:pt x="1017605" y="560821"/>
                  </a:lnTo>
                  <a:lnTo>
                    <a:pt x="1018608" y="569832"/>
                  </a:lnTo>
                  <a:lnTo>
                    <a:pt x="1020112" y="523254"/>
                  </a:lnTo>
                  <a:lnTo>
                    <a:pt x="1021115" y="523254"/>
                  </a:lnTo>
                  <a:lnTo>
                    <a:pt x="1022118" y="503729"/>
                  </a:lnTo>
                  <a:lnTo>
                    <a:pt x="1023622" y="541296"/>
                  </a:lnTo>
                  <a:lnTo>
                    <a:pt x="1024625" y="497722"/>
                  </a:lnTo>
                  <a:lnTo>
                    <a:pt x="1025628" y="526778"/>
                  </a:lnTo>
                  <a:lnTo>
                    <a:pt x="1027133" y="497722"/>
                  </a:lnTo>
                  <a:lnTo>
                    <a:pt x="1028135" y="462177"/>
                  </a:lnTo>
                  <a:lnTo>
                    <a:pt x="1029138" y="438635"/>
                  </a:lnTo>
                  <a:lnTo>
                    <a:pt x="1030141" y="464681"/>
                  </a:lnTo>
                  <a:lnTo>
                    <a:pt x="1031646" y="459674"/>
                  </a:lnTo>
                  <a:lnTo>
                    <a:pt x="1032649" y="436632"/>
                  </a:lnTo>
                  <a:lnTo>
                    <a:pt x="1033651" y="390074"/>
                  </a:lnTo>
                  <a:lnTo>
                    <a:pt x="1035156" y="391576"/>
                  </a:lnTo>
                  <a:lnTo>
                    <a:pt x="1036159" y="344497"/>
                  </a:lnTo>
                  <a:lnTo>
                    <a:pt x="1037162" y="337989"/>
                  </a:lnTo>
                  <a:lnTo>
                    <a:pt x="1038666" y="337989"/>
                  </a:lnTo>
                  <a:lnTo>
                    <a:pt x="1039669" y="311956"/>
                  </a:lnTo>
                  <a:lnTo>
                    <a:pt x="1040672" y="295936"/>
                  </a:lnTo>
                  <a:lnTo>
                    <a:pt x="1042176" y="309954"/>
                  </a:lnTo>
                  <a:lnTo>
                    <a:pt x="1043179" y="266386"/>
                  </a:lnTo>
                  <a:lnTo>
                    <a:pt x="1044182" y="259377"/>
                  </a:lnTo>
                  <a:lnTo>
                    <a:pt x="1045686" y="245360"/>
                  </a:lnTo>
                  <a:lnTo>
                    <a:pt x="1046689" y="249365"/>
                  </a:lnTo>
                  <a:lnTo>
                    <a:pt x="1047692" y="220829"/>
                  </a:lnTo>
                  <a:lnTo>
                    <a:pt x="1048695" y="240353"/>
                  </a:lnTo>
                  <a:lnTo>
                    <a:pt x="1050199" y="207813"/>
                  </a:lnTo>
                  <a:lnTo>
                    <a:pt x="1051202" y="216323"/>
                  </a:lnTo>
                  <a:lnTo>
                    <a:pt x="1052205" y="222331"/>
                  </a:lnTo>
                  <a:lnTo>
                    <a:pt x="1053709" y="191773"/>
                  </a:lnTo>
                  <a:lnTo>
                    <a:pt x="1054712" y="188769"/>
                  </a:lnTo>
                  <a:lnTo>
                    <a:pt x="1055715" y="199282"/>
                  </a:lnTo>
                  <a:lnTo>
                    <a:pt x="1057220" y="204809"/>
                  </a:lnTo>
                  <a:lnTo>
                    <a:pt x="1058223" y="205810"/>
                  </a:lnTo>
                  <a:lnTo>
                    <a:pt x="1059225" y="203808"/>
                  </a:lnTo>
                  <a:lnTo>
                    <a:pt x="1060730" y="199282"/>
                  </a:lnTo>
                  <a:lnTo>
                    <a:pt x="1061733" y="192774"/>
                  </a:lnTo>
                  <a:lnTo>
                    <a:pt x="1062756" y="202786"/>
                  </a:lnTo>
                  <a:lnTo>
                    <a:pt x="1063759" y="224834"/>
                  </a:lnTo>
                  <a:lnTo>
                    <a:pt x="1065263" y="220328"/>
                  </a:lnTo>
                  <a:lnTo>
                    <a:pt x="1066266" y="223833"/>
                  </a:lnTo>
                  <a:lnTo>
                    <a:pt x="1067269" y="230341"/>
                  </a:lnTo>
                  <a:lnTo>
                    <a:pt x="1068773" y="243858"/>
                  </a:lnTo>
                  <a:lnTo>
                    <a:pt x="1069776" y="271893"/>
                  </a:lnTo>
                  <a:lnTo>
                    <a:pt x="1070779" y="263883"/>
                  </a:lnTo>
                  <a:lnTo>
                    <a:pt x="1072283" y="290429"/>
                  </a:lnTo>
                  <a:lnTo>
                    <a:pt x="1073286" y="303446"/>
                  </a:lnTo>
                  <a:lnTo>
                    <a:pt x="1074289" y="295936"/>
                  </a:lnTo>
                  <a:lnTo>
                    <a:pt x="1075793" y="308953"/>
                  </a:lnTo>
                  <a:lnTo>
                    <a:pt x="1076796" y="322970"/>
                  </a:lnTo>
                  <a:lnTo>
                    <a:pt x="1077799" y="338990"/>
                  </a:lnTo>
                  <a:lnTo>
                    <a:pt x="1078802" y="350004"/>
                  </a:lnTo>
                  <a:lnTo>
                    <a:pt x="1080306" y="377058"/>
                  </a:lnTo>
                  <a:lnTo>
                    <a:pt x="1081309" y="391576"/>
                  </a:lnTo>
                  <a:lnTo>
                    <a:pt x="1082312" y="390074"/>
                  </a:lnTo>
                  <a:lnTo>
                    <a:pt x="1083817" y="425618"/>
                  </a:lnTo>
                  <a:lnTo>
                    <a:pt x="1084820" y="417608"/>
                  </a:lnTo>
                  <a:lnTo>
                    <a:pt x="1085822" y="457171"/>
                  </a:lnTo>
                  <a:lnTo>
                    <a:pt x="1087327" y="510238"/>
                  </a:lnTo>
                  <a:lnTo>
                    <a:pt x="1088330" y="452165"/>
                  </a:lnTo>
                  <a:lnTo>
                    <a:pt x="1089333" y="485707"/>
                  </a:lnTo>
                  <a:lnTo>
                    <a:pt x="1090837" y="480200"/>
                  </a:lnTo>
                  <a:lnTo>
                    <a:pt x="1091840" y="506733"/>
                  </a:lnTo>
                  <a:lnTo>
                    <a:pt x="1092843" y="477697"/>
                  </a:lnTo>
                  <a:lnTo>
                    <a:pt x="1093846" y="533787"/>
                  </a:lnTo>
                  <a:lnTo>
                    <a:pt x="1095350" y="516746"/>
                  </a:lnTo>
                  <a:lnTo>
                    <a:pt x="1096353" y="544801"/>
                  </a:lnTo>
                  <a:lnTo>
                    <a:pt x="1097356" y="560821"/>
                  </a:lnTo>
                  <a:lnTo>
                    <a:pt x="1098860" y="552811"/>
                  </a:lnTo>
                  <a:lnTo>
                    <a:pt x="1099863" y="548806"/>
                  </a:lnTo>
                  <a:lnTo>
                    <a:pt x="1100866" y="556816"/>
                  </a:lnTo>
                  <a:lnTo>
                    <a:pt x="1102370" y="537291"/>
                  </a:lnTo>
                  <a:lnTo>
                    <a:pt x="1103373" y="560821"/>
                  </a:lnTo>
                  <a:lnTo>
                    <a:pt x="1104376" y="485707"/>
                  </a:lnTo>
                  <a:lnTo>
                    <a:pt x="1105880" y="565326"/>
                  </a:lnTo>
                  <a:lnTo>
                    <a:pt x="1106883" y="519749"/>
                  </a:lnTo>
                  <a:lnTo>
                    <a:pt x="1107886" y="552811"/>
                  </a:lnTo>
                  <a:lnTo>
                    <a:pt x="1108889" y="530283"/>
                  </a:lnTo>
                  <a:lnTo>
                    <a:pt x="1110394" y="544801"/>
                  </a:lnTo>
                  <a:lnTo>
                    <a:pt x="1111396" y="503729"/>
                  </a:lnTo>
                  <a:lnTo>
                    <a:pt x="1112399" y="530283"/>
                  </a:lnTo>
                  <a:lnTo>
                    <a:pt x="1113904" y="618907"/>
                  </a:lnTo>
                  <a:lnTo>
                    <a:pt x="1114907" y="597867"/>
                  </a:lnTo>
                  <a:lnTo>
                    <a:pt x="1115910" y="548806"/>
                  </a:lnTo>
                  <a:lnTo>
                    <a:pt x="1117414" y="578343"/>
                  </a:lnTo>
                  <a:lnTo>
                    <a:pt x="1118417" y="556816"/>
                  </a:lnTo>
                  <a:lnTo>
                    <a:pt x="1119420" y="556816"/>
                  </a:lnTo>
                  <a:lnTo>
                    <a:pt x="1120924" y="526778"/>
                  </a:lnTo>
                  <a:lnTo>
                    <a:pt x="1121927" y="537291"/>
                  </a:lnTo>
                  <a:lnTo>
                    <a:pt x="1122930" y="556816"/>
                  </a:lnTo>
                  <a:lnTo>
                    <a:pt x="1123933" y="573837"/>
                  </a:lnTo>
                  <a:lnTo>
                    <a:pt x="1125437" y="523254"/>
                  </a:lnTo>
                  <a:lnTo>
                    <a:pt x="1126440" y="548806"/>
                  </a:lnTo>
                  <a:lnTo>
                    <a:pt x="1127443" y="565326"/>
                  </a:lnTo>
                  <a:lnTo>
                    <a:pt x="1128947" y="569832"/>
                  </a:lnTo>
                  <a:lnTo>
                    <a:pt x="1129950" y="544801"/>
                  </a:lnTo>
                  <a:lnTo>
                    <a:pt x="1130953" y="541296"/>
                  </a:lnTo>
                  <a:lnTo>
                    <a:pt x="1132457" y="526778"/>
                  </a:lnTo>
                  <a:lnTo>
                    <a:pt x="1133460" y="541296"/>
                  </a:lnTo>
                  <a:lnTo>
                    <a:pt x="1134463" y="533787"/>
                  </a:lnTo>
                  <a:lnTo>
                    <a:pt x="1135968" y="519749"/>
                  </a:lnTo>
                  <a:lnTo>
                    <a:pt x="1136970" y="494718"/>
                  </a:lnTo>
                  <a:lnTo>
                    <a:pt x="1137973" y="519749"/>
                  </a:lnTo>
                  <a:lnTo>
                    <a:pt x="1138976" y="477697"/>
                  </a:lnTo>
                  <a:lnTo>
                    <a:pt x="1140481" y="488711"/>
                  </a:lnTo>
                  <a:lnTo>
                    <a:pt x="1141484" y="399085"/>
                  </a:lnTo>
                  <a:lnTo>
                    <a:pt x="1142486" y="391576"/>
                  </a:lnTo>
                  <a:lnTo>
                    <a:pt x="1143991" y="415606"/>
                  </a:lnTo>
                  <a:lnTo>
                    <a:pt x="1144994" y="390074"/>
                  </a:lnTo>
                  <a:lnTo>
                    <a:pt x="1145997" y="415606"/>
                  </a:lnTo>
                  <a:lnTo>
                    <a:pt x="1147501" y="381563"/>
                  </a:lnTo>
                  <a:lnTo>
                    <a:pt x="1148504" y="386570"/>
                  </a:lnTo>
                  <a:lnTo>
                    <a:pt x="1149507" y="393578"/>
                  </a:lnTo>
                  <a:lnTo>
                    <a:pt x="1151011" y="370550"/>
                  </a:lnTo>
                  <a:lnTo>
                    <a:pt x="1152014" y="333984"/>
                  </a:lnTo>
                  <a:lnTo>
                    <a:pt x="1153017" y="332482"/>
                  </a:lnTo>
                  <a:lnTo>
                    <a:pt x="1154020" y="350004"/>
                  </a:lnTo>
                  <a:lnTo>
                    <a:pt x="1155524" y="393578"/>
                  </a:lnTo>
                  <a:lnTo>
                    <a:pt x="1156527" y="350004"/>
                  </a:lnTo>
                  <a:lnTo>
                    <a:pt x="1157530" y="370550"/>
                  </a:lnTo>
                  <a:lnTo>
                    <a:pt x="1159034" y="363020"/>
                  </a:lnTo>
                  <a:lnTo>
                    <a:pt x="1160037" y="369048"/>
                  </a:lnTo>
                  <a:lnTo>
                    <a:pt x="1161040" y="361518"/>
                  </a:lnTo>
                  <a:lnTo>
                    <a:pt x="1162544" y="360016"/>
                  </a:lnTo>
                  <a:lnTo>
                    <a:pt x="1163547" y="385068"/>
                  </a:lnTo>
                  <a:lnTo>
                    <a:pt x="1164550" y="369048"/>
                  </a:lnTo>
                  <a:lnTo>
                    <a:pt x="1166055" y="402590"/>
                  </a:lnTo>
                  <a:lnTo>
                    <a:pt x="1167058" y="432127"/>
                  </a:lnTo>
                  <a:lnTo>
                    <a:pt x="1168060" y="457171"/>
                  </a:lnTo>
                  <a:lnTo>
                    <a:pt x="1169578" y="472190"/>
                  </a:lnTo>
                  <a:lnTo>
                    <a:pt x="1170581" y="491714"/>
                  </a:lnTo>
                  <a:lnTo>
                    <a:pt x="1171584" y="523254"/>
                  </a:lnTo>
                  <a:lnTo>
                    <a:pt x="1172587" y="544801"/>
                  </a:lnTo>
                  <a:lnTo>
                    <a:pt x="1174091" y="516746"/>
                  </a:lnTo>
                  <a:lnTo>
                    <a:pt x="1175094" y="544801"/>
                  </a:lnTo>
                  <a:lnTo>
                    <a:pt x="1176097" y="519749"/>
                  </a:lnTo>
                  <a:lnTo>
                    <a:pt x="1177601" y="526778"/>
                  </a:lnTo>
                  <a:lnTo>
                    <a:pt x="1178604" y="587855"/>
                  </a:lnTo>
                  <a:lnTo>
                    <a:pt x="1179607" y="556816"/>
                  </a:lnTo>
                  <a:lnTo>
                    <a:pt x="1181112" y="597867"/>
                  </a:lnTo>
                  <a:lnTo>
                    <a:pt x="1182114" y="569832"/>
                  </a:lnTo>
                  <a:lnTo>
                    <a:pt x="1183117" y="597867"/>
                  </a:lnTo>
                  <a:lnTo>
                    <a:pt x="1184622" y="636929"/>
                  </a:lnTo>
                  <a:lnTo>
                    <a:pt x="1185625" y="624914"/>
                  </a:lnTo>
                  <a:lnTo>
                    <a:pt x="1186628" y="544801"/>
                  </a:lnTo>
                  <a:lnTo>
                    <a:pt x="1187630" y="523254"/>
                  </a:lnTo>
                  <a:lnTo>
                    <a:pt x="1189135" y="573837"/>
                  </a:lnTo>
                  <a:lnTo>
                    <a:pt x="1190138" y="541296"/>
                  </a:lnTo>
                  <a:lnTo>
                    <a:pt x="1191141" y="592861"/>
                  </a:lnTo>
                  <a:lnTo>
                    <a:pt x="1192645" y="602873"/>
                  </a:lnTo>
                  <a:lnTo>
                    <a:pt x="1193648" y="560821"/>
                  </a:lnTo>
                  <a:lnTo>
                    <a:pt x="1194651" y="565326"/>
                  </a:lnTo>
                  <a:lnTo>
                    <a:pt x="1196155" y="583349"/>
                  </a:lnTo>
                  <a:lnTo>
                    <a:pt x="1197158" y="565326"/>
                  </a:lnTo>
                  <a:lnTo>
                    <a:pt x="1198161" y="597867"/>
                  </a:lnTo>
                  <a:lnTo>
                    <a:pt x="1199665" y="602873"/>
                  </a:lnTo>
                  <a:lnTo>
                    <a:pt x="1200668" y="587855"/>
                  </a:lnTo>
                  <a:lnTo>
                    <a:pt x="1201671" y="636929"/>
                  </a:lnTo>
                  <a:lnTo>
                    <a:pt x="1202674" y="592861"/>
                  </a:lnTo>
                  <a:lnTo>
                    <a:pt x="1204178" y="677981"/>
                  </a:lnTo>
                  <a:lnTo>
                    <a:pt x="1205181" y="573837"/>
                  </a:lnTo>
                  <a:lnTo>
                    <a:pt x="1206184" y="583349"/>
                  </a:lnTo>
                  <a:lnTo>
                    <a:pt x="1207689" y="592861"/>
                  </a:lnTo>
                  <a:lnTo>
                    <a:pt x="1208691" y="608394"/>
                  </a:lnTo>
                  <a:lnTo>
                    <a:pt x="1209694" y="656454"/>
                  </a:lnTo>
                  <a:lnTo>
                    <a:pt x="1211199" y="618907"/>
                  </a:lnTo>
                  <a:lnTo>
                    <a:pt x="1212202" y="694021"/>
                  </a:lnTo>
                  <a:lnTo>
                    <a:pt x="1213204" y="636929"/>
                  </a:lnTo>
                  <a:lnTo>
                    <a:pt x="1214709" y="618907"/>
                  </a:lnTo>
                  <a:lnTo>
                    <a:pt x="1215712" y="597867"/>
                  </a:lnTo>
                  <a:lnTo>
                    <a:pt x="1216715" y="560821"/>
                  </a:lnTo>
                  <a:lnTo>
                    <a:pt x="1217718" y="694021"/>
                  </a:lnTo>
                  <a:lnTo>
                    <a:pt x="1219222" y="530283"/>
                  </a:lnTo>
                  <a:lnTo>
                    <a:pt x="1220225" y="642937"/>
                  </a:lnTo>
                  <a:lnTo>
                    <a:pt x="1221228" y="602873"/>
                  </a:lnTo>
                  <a:lnTo>
                    <a:pt x="1222732" y="592861"/>
                  </a:lnTo>
                  <a:lnTo>
                    <a:pt x="1223735" y="583349"/>
                  </a:lnTo>
                  <a:lnTo>
                    <a:pt x="1224738" y="587855"/>
                  </a:lnTo>
                  <a:lnTo>
                    <a:pt x="1226242" y="578343"/>
                  </a:lnTo>
                  <a:lnTo>
                    <a:pt x="1227245" y="569832"/>
                  </a:lnTo>
                  <a:lnTo>
                    <a:pt x="1228248" y="663462"/>
                  </a:lnTo>
                  <a:lnTo>
                    <a:pt x="1229752" y="587855"/>
                  </a:lnTo>
                  <a:lnTo>
                    <a:pt x="1230755" y="592861"/>
                  </a:lnTo>
                  <a:lnTo>
                    <a:pt x="1231758" y="597867"/>
                  </a:lnTo>
                  <a:lnTo>
                    <a:pt x="1232761" y="592861"/>
                  </a:lnTo>
                  <a:lnTo>
                    <a:pt x="1234265" y="618907"/>
                  </a:lnTo>
                  <a:lnTo>
                    <a:pt x="1235268" y="642937"/>
                  </a:lnTo>
                  <a:lnTo>
                    <a:pt x="1236271" y="578343"/>
                  </a:lnTo>
                  <a:lnTo>
                    <a:pt x="1237776" y="569832"/>
                  </a:lnTo>
                  <a:lnTo>
                    <a:pt x="1238779" y="592861"/>
                  </a:lnTo>
                  <a:lnTo>
                    <a:pt x="1239781" y="602873"/>
                  </a:lnTo>
                  <a:lnTo>
                    <a:pt x="1241286" y="597867"/>
                  </a:lnTo>
                  <a:lnTo>
                    <a:pt x="1242289" y="608394"/>
                  </a:lnTo>
                  <a:lnTo>
                    <a:pt x="1243292" y="694021"/>
                  </a:lnTo>
                  <a:lnTo>
                    <a:pt x="1244796" y="649445"/>
                  </a:lnTo>
                  <a:lnTo>
                    <a:pt x="1245799" y="630922"/>
                  </a:lnTo>
                  <a:lnTo>
                    <a:pt x="1246802" y="597867"/>
                  </a:lnTo>
                  <a:lnTo>
                    <a:pt x="1247805" y="592861"/>
                  </a:lnTo>
                  <a:lnTo>
                    <a:pt x="1249309" y="624914"/>
                  </a:lnTo>
                  <a:lnTo>
                    <a:pt x="1250312" y="624914"/>
                  </a:lnTo>
                  <a:lnTo>
                    <a:pt x="1251315" y="636929"/>
                  </a:lnTo>
                  <a:lnTo>
                    <a:pt x="1252819" y="587855"/>
                  </a:lnTo>
                  <a:lnTo>
                    <a:pt x="1253822" y="569832"/>
                  </a:lnTo>
                  <a:lnTo>
                    <a:pt x="1254825" y="636929"/>
                  </a:lnTo>
                  <a:lnTo>
                    <a:pt x="1256329" y="630922"/>
                  </a:lnTo>
                  <a:lnTo>
                    <a:pt x="1257332" y="624914"/>
                  </a:lnTo>
                  <a:lnTo>
                    <a:pt x="1258335" y="583349"/>
                  </a:lnTo>
                  <a:lnTo>
                    <a:pt x="1259839" y="630922"/>
                  </a:lnTo>
                  <a:lnTo>
                    <a:pt x="1260842" y="642937"/>
                  </a:lnTo>
                  <a:lnTo>
                    <a:pt x="1261845" y="613400"/>
                  </a:lnTo>
                  <a:lnTo>
                    <a:pt x="1262848" y="602873"/>
                  </a:lnTo>
                  <a:lnTo>
                    <a:pt x="1264353" y="592861"/>
                  </a:lnTo>
                  <a:lnTo>
                    <a:pt x="1265355" y="630922"/>
                  </a:lnTo>
                  <a:lnTo>
                    <a:pt x="1266358" y="636929"/>
                  </a:lnTo>
                  <a:lnTo>
                    <a:pt x="1267863" y="578343"/>
                  </a:lnTo>
                  <a:lnTo>
                    <a:pt x="1268866" y="630922"/>
                  </a:lnTo>
                  <a:lnTo>
                    <a:pt x="1269869" y="642937"/>
                  </a:lnTo>
                  <a:lnTo>
                    <a:pt x="1271373" y="578343"/>
                  </a:lnTo>
                  <a:lnTo>
                    <a:pt x="1272376" y="552811"/>
                  </a:lnTo>
                  <a:lnTo>
                    <a:pt x="1273379" y="573837"/>
                  </a:lnTo>
                  <a:lnTo>
                    <a:pt x="1274903" y="656454"/>
                  </a:lnTo>
                  <a:lnTo>
                    <a:pt x="1275906" y="573837"/>
                  </a:lnTo>
                  <a:lnTo>
                    <a:pt x="1276909" y="663462"/>
                  </a:lnTo>
                  <a:lnTo>
                    <a:pt x="1277912" y="636929"/>
                  </a:lnTo>
                  <a:lnTo>
                    <a:pt x="1279416" y="597867"/>
                  </a:lnTo>
                  <a:lnTo>
                    <a:pt x="1280419" y="597867"/>
                  </a:lnTo>
                  <a:lnTo>
                    <a:pt x="1281422" y="663462"/>
                  </a:lnTo>
                  <a:lnTo>
                    <a:pt x="1282926" y="537291"/>
                  </a:lnTo>
                  <a:lnTo>
                    <a:pt x="1283929" y="608394"/>
                  </a:lnTo>
                  <a:lnTo>
                    <a:pt x="1284932" y="649445"/>
                  </a:lnTo>
                  <a:lnTo>
                    <a:pt x="1286436" y="624914"/>
                  </a:lnTo>
                  <a:lnTo>
                    <a:pt x="1287439" y="630922"/>
                  </a:lnTo>
                  <a:lnTo>
                    <a:pt x="1288442" y="624914"/>
                  </a:lnTo>
                  <a:lnTo>
                    <a:pt x="1289947" y="592861"/>
                  </a:lnTo>
                  <a:lnTo>
                    <a:pt x="1290950" y="613400"/>
                  </a:lnTo>
                  <a:lnTo>
                    <a:pt x="1291952" y="618907"/>
                  </a:lnTo>
                  <a:lnTo>
                    <a:pt x="1293457" y="636929"/>
                  </a:lnTo>
                  <a:lnTo>
                    <a:pt x="1294460" y="613400"/>
                  </a:lnTo>
                  <a:lnTo>
                    <a:pt x="1295463" y="642937"/>
                  </a:lnTo>
                  <a:lnTo>
                    <a:pt x="1296465" y="670471"/>
                  </a:lnTo>
                  <a:lnTo>
                    <a:pt x="1297970" y="533787"/>
                  </a:lnTo>
                  <a:lnTo>
                    <a:pt x="1298973" y="569832"/>
                  </a:lnTo>
                  <a:lnTo>
                    <a:pt x="1299976" y="642937"/>
                  </a:lnTo>
                  <a:lnTo>
                    <a:pt x="1301480" y="636929"/>
                  </a:lnTo>
                  <a:lnTo>
                    <a:pt x="1302483" y="592861"/>
                  </a:lnTo>
                  <a:lnTo>
                    <a:pt x="1303486" y="608394"/>
                  </a:lnTo>
                  <a:lnTo>
                    <a:pt x="1304990" y="544801"/>
                  </a:lnTo>
                  <a:lnTo>
                    <a:pt x="1305993" y="569832"/>
                  </a:lnTo>
                  <a:lnTo>
                    <a:pt x="1306996" y="636929"/>
                  </a:lnTo>
                  <a:lnTo>
                    <a:pt x="1308500" y="618907"/>
                  </a:lnTo>
                  <a:lnTo>
                    <a:pt x="1309503" y="649445"/>
                  </a:lnTo>
                  <a:lnTo>
                    <a:pt x="1310506" y="592861"/>
                  </a:lnTo>
                  <a:lnTo>
                    <a:pt x="1311509" y="642937"/>
                  </a:lnTo>
                  <a:lnTo>
                    <a:pt x="1313013" y="587855"/>
                  </a:lnTo>
                  <a:lnTo>
                    <a:pt x="1314016" y="597867"/>
                  </a:lnTo>
                  <a:lnTo>
                    <a:pt x="1315019" y="565326"/>
                  </a:lnTo>
                  <a:lnTo>
                    <a:pt x="1316524" y="618907"/>
                  </a:lnTo>
                  <a:lnTo>
                    <a:pt x="1317526" y="556816"/>
                  </a:lnTo>
                  <a:lnTo>
                    <a:pt x="1318529" y="597867"/>
                  </a:lnTo>
                  <a:lnTo>
                    <a:pt x="1320034" y="573837"/>
                  </a:lnTo>
                  <a:lnTo>
                    <a:pt x="1321037" y="636929"/>
                  </a:lnTo>
                  <a:lnTo>
                    <a:pt x="1322040" y="677981"/>
                  </a:lnTo>
                  <a:lnTo>
                    <a:pt x="1323544" y="602873"/>
                  </a:lnTo>
                  <a:lnTo>
                    <a:pt x="1324547" y="602873"/>
                  </a:lnTo>
                  <a:lnTo>
                    <a:pt x="1325550" y="587855"/>
                  </a:lnTo>
                  <a:lnTo>
                    <a:pt x="1326553" y="578343"/>
                  </a:lnTo>
                  <a:lnTo>
                    <a:pt x="1328057" y="630922"/>
                  </a:lnTo>
                  <a:lnTo>
                    <a:pt x="1329060" y="642937"/>
                  </a:lnTo>
                  <a:lnTo>
                    <a:pt x="1330063" y="573837"/>
                  </a:lnTo>
                  <a:lnTo>
                    <a:pt x="1331567" y="556816"/>
                  </a:lnTo>
                  <a:lnTo>
                    <a:pt x="1332570" y="656454"/>
                  </a:lnTo>
                  <a:lnTo>
                    <a:pt x="1333573" y="613400"/>
                  </a:lnTo>
                  <a:lnTo>
                    <a:pt x="1335077" y="618907"/>
                  </a:lnTo>
                  <a:lnTo>
                    <a:pt x="1336080" y="613400"/>
                  </a:lnTo>
                  <a:lnTo>
                    <a:pt x="1337083" y="642937"/>
                  </a:lnTo>
                  <a:lnTo>
                    <a:pt x="1338587" y="663462"/>
                  </a:lnTo>
                  <a:lnTo>
                    <a:pt x="1339590" y="630922"/>
                  </a:lnTo>
                  <a:lnTo>
                    <a:pt x="1340593" y="587855"/>
                  </a:lnTo>
                  <a:lnTo>
                    <a:pt x="1341596" y="613400"/>
                  </a:lnTo>
                  <a:lnTo>
                    <a:pt x="1343100" y="642937"/>
                  </a:lnTo>
                  <a:lnTo>
                    <a:pt x="1344103" y="677981"/>
                  </a:lnTo>
                  <a:lnTo>
                    <a:pt x="1345106" y="592861"/>
                  </a:lnTo>
                  <a:lnTo>
                    <a:pt x="1346611" y="636929"/>
                  </a:lnTo>
                  <a:lnTo>
                    <a:pt x="1347614" y="642937"/>
                  </a:lnTo>
                  <a:lnTo>
                    <a:pt x="1348616" y="642937"/>
                  </a:lnTo>
                  <a:lnTo>
                    <a:pt x="1350121" y="636929"/>
                  </a:lnTo>
                  <a:lnTo>
                    <a:pt x="1351124" y="613400"/>
                  </a:lnTo>
                  <a:lnTo>
                    <a:pt x="1352127" y="608394"/>
                  </a:lnTo>
                  <a:lnTo>
                    <a:pt x="1353631" y="630922"/>
                  </a:lnTo>
                  <a:lnTo>
                    <a:pt x="1354634" y="677981"/>
                  </a:lnTo>
                  <a:lnTo>
                    <a:pt x="1355637" y="624914"/>
                  </a:lnTo>
                  <a:lnTo>
                    <a:pt x="1356640" y="624914"/>
                  </a:lnTo>
                  <a:lnTo>
                    <a:pt x="1358144" y="548806"/>
                  </a:lnTo>
                  <a:lnTo>
                    <a:pt x="1359147" y="642937"/>
                  </a:lnTo>
                  <a:lnTo>
                    <a:pt x="1360150" y="569832"/>
                  </a:lnTo>
                  <a:lnTo>
                    <a:pt x="1361654" y="618907"/>
                  </a:lnTo>
                  <a:lnTo>
                    <a:pt x="1362657" y="602873"/>
                  </a:lnTo>
                  <a:lnTo>
                    <a:pt x="1363660" y="670471"/>
                  </a:lnTo>
                  <a:lnTo>
                    <a:pt x="1365164" y="573837"/>
                  </a:lnTo>
                  <a:lnTo>
                    <a:pt x="1366167" y="636929"/>
                  </a:lnTo>
                  <a:lnTo>
                    <a:pt x="1367170" y="592861"/>
                  </a:lnTo>
                  <a:lnTo>
                    <a:pt x="1368674" y="630922"/>
                  </a:lnTo>
                  <a:lnTo>
                    <a:pt x="1369677" y="613400"/>
                  </a:lnTo>
                  <a:lnTo>
                    <a:pt x="1370680" y="624914"/>
                  </a:lnTo>
                  <a:lnTo>
                    <a:pt x="1371683" y="624914"/>
                  </a:lnTo>
                  <a:lnTo>
                    <a:pt x="1373188" y="613400"/>
                  </a:lnTo>
                  <a:lnTo>
                    <a:pt x="1374190" y="592861"/>
                  </a:lnTo>
                  <a:lnTo>
                    <a:pt x="1375193" y="685991"/>
                  </a:lnTo>
                  <a:lnTo>
                    <a:pt x="1376698" y="608394"/>
                  </a:lnTo>
                  <a:lnTo>
                    <a:pt x="1377701" y="578343"/>
                  </a:lnTo>
                  <a:lnTo>
                    <a:pt x="1378704" y="630922"/>
                  </a:lnTo>
                  <a:lnTo>
                    <a:pt x="1380208" y="565326"/>
                  </a:lnTo>
                  <a:lnTo>
                    <a:pt x="1381224" y="608394"/>
                  </a:lnTo>
                  <a:lnTo>
                    <a:pt x="1382227" y="613400"/>
                  </a:lnTo>
                  <a:lnTo>
                    <a:pt x="1383731" y="587855"/>
                  </a:lnTo>
                  <a:lnTo>
                    <a:pt x="1384734" y="613400"/>
                  </a:lnTo>
                  <a:lnTo>
                    <a:pt x="1385737" y="597867"/>
                  </a:lnTo>
                  <a:lnTo>
                    <a:pt x="1386740" y="573837"/>
                  </a:lnTo>
                  <a:lnTo>
                    <a:pt x="1388244" y="602873"/>
                  </a:lnTo>
                  <a:lnTo>
                    <a:pt x="1389247" y="592861"/>
                  </a:lnTo>
                  <a:lnTo>
                    <a:pt x="1390250" y="630922"/>
                  </a:lnTo>
                  <a:lnTo>
                    <a:pt x="1391755" y="649445"/>
                  </a:lnTo>
                  <a:lnTo>
                    <a:pt x="1392758" y="630922"/>
                  </a:lnTo>
                  <a:lnTo>
                    <a:pt x="1393760" y="552811"/>
                  </a:lnTo>
                  <a:lnTo>
                    <a:pt x="1395265" y="670471"/>
                  </a:lnTo>
                  <a:lnTo>
                    <a:pt x="1396268" y="587855"/>
                  </a:lnTo>
                  <a:lnTo>
                    <a:pt x="1397271" y="602873"/>
                  </a:lnTo>
                  <a:lnTo>
                    <a:pt x="1398775" y="618907"/>
                  </a:lnTo>
                  <a:lnTo>
                    <a:pt x="1399778" y="624914"/>
                  </a:lnTo>
                  <a:lnTo>
                    <a:pt x="1400781" y="642937"/>
                  </a:lnTo>
                  <a:lnTo>
                    <a:pt x="1401784" y="583349"/>
                  </a:lnTo>
                  <a:lnTo>
                    <a:pt x="1403288" y="578343"/>
                  </a:lnTo>
                  <a:lnTo>
                    <a:pt x="1404291" y="583349"/>
                  </a:lnTo>
                  <a:lnTo>
                    <a:pt x="1405294" y="677981"/>
                  </a:lnTo>
                  <a:lnTo>
                    <a:pt x="1406798" y="670471"/>
                  </a:lnTo>
                  <a:lnTo>
                    <a:pt x="1407801" y="642937"/>
                  </a:lnTo>
                  <a:lnTo>
                    <a:pt x="1408804" y="613400"/>
                  </a:lnTo>
                  <a:lnTo>
                    <a:pt x="1410308" y="663462"/>
                  </a:lnTo>
                  <a:lnTo>
                    <a:pt x="1411311" y="608394"/>
                  </a:lnTo>
                  <a:lnTo>
                    <a:pt x="1412314" y="583349"/>
                  </a:lnTo>
                  <a:lnTo>
                    <a:pt x="1413819" y="670471"/>
                  </a:lnTo>
                  <a:lnTo>
                    <a:pt x="1414821" y="677981"/>
                  </a:lnTo>
                  <a:lnTo>
                    <a:pt x="1415824" y="597867"/>
                  </a:lnTo>
                  <a:lnTo>
                    <a:pt x="1417329" y="624914"/>
                  </a:lnTo>
                  <a:lnTo>
                    <a:pt x="1418332" y="702531"/>
                  </a:lnTo>
                  <a:lnTo>
                    <a:pt x="1419334" y="560821"/>
                  </a:lnTo>
                  <a:lnTo>
                    <a:pt x="1420337" y="618907"/>
                  </a:lnTo>
                  <a:lnTo>
                    <a:pt x="1421842" y="583349"/>
                  </a:lnTo>
                  <a:lnTo>
                    <a:pt x="1422845" y="569832"/>
                  </a:lnTo>
                  <a:lnTo>
                    <a:pt x="1423848" y="602873"/>
                  </a:lnTo>
                  <a:lnTo>
                    <a:pt x="1425352" y="656454"/>
                  </a:lnTo>
                  <a:lnTo>
                    <a:pt x="1426355" y="630922"/>
                  </a:lnTo>
                  <a:lnTo>
                    <a:pt x="1427358" y="583349"/>
                  </a:lnTo>
                  <a:lnTo>
                    <a:pt x="1428862" y="618907"/>
                  </a:lnTo>
                  <a:lnTo>
                    <a:pt x="1429865" y="592861"/>
                  </a:lnTo>
                  <a:lnTo>
                    <a:pt x="1430868" y="544801"/>
                  </a:lnTo>
                  <a:lnTo>
                    <a:pt x="1432372" y="608394"/>
                  </a:lnTo>
                  <a:lnTo>
                    <a:pt x="1433375" y="613400"/>
                  </a:lnTo>
                  <a:lnTo>
                    <a:pt x="1434378" y="630922"/>
                  </a:lnTo>
                  <a:lnTo>
                    <a:pt x="1435381" y="578343"/>
                  </a:lnTo>
                  <a:lnTo>
                    <a:pt x="1436885" y="556816"/>
                  </a:lnTo>
                  <a:lnTo>
                    <a:pt x="1437888" y="649445"/>
                  </a:lnTo>
                  <a:lnTo>
                    <a:pt x="1438891" y="608394"/>
                  </a:lnTo>
                  <a:lnTo>
                    <a:pt x="1440395" y="597867"/>
                  </a:lnTo>
                  <a:lnTo>
                    <a:pt x="1441398" y="656454"/>
                  </a:lnTo>
                  <a:lnTo>
                    <a:pt x="1442401" y="656454"/>
                  </a:lnTo>
                  <a:lnTo>
                    <a:pt x="1443906" y="583349"/>
                  </a:lnTo>
                  <a:lnTo>
                    <a:pt x="1444908" y="618907"/>
                  </a:lnTo>
                  <a:lnTo>
                    <a:pt x="1445911" y="597867"/>
                  </a:lnTo>
                  <a:lnTo>
                    <a:pt x="1447416" y="649445"/>
                  </a:lnTo>
                  <a:lnTo>
                    <a:pt x="1448419" y="592861"/>
                  </a:lnTo>
                  <a:lnTo>
                    <a:pt x="1449422" y="685991"/>
                  </a:lnTo>
                  <a:lnTo>
                    <a:pt x="1450424" y="587855"/>
                  </a:lnTo>
                  <a:lnTo>
                    <a:pt x="1451929" y="597867"/>
                  </a:lnTo>
                  <a:lnTo>
                    <a:pt x="1452932" y="636929"/>
                  </a:lnTo>
                  <a:lnTo>
                    <a:pt x="1453935" y="587855"/>
                  </a:lnTo>
                  <a:lnTo>
                    <a:pt x="1455439" y="656454"/>
                  </a:lnTo>
                  <a:lnTo>
                    <a:pt x="1456442" y="602873"/>
                  </a:lnTo>
                  <a:lnTo>
                    <a:pt x="1457445" y="597867"/>
                  </a:lnTo>
                  <a:lnTo>
                    <a:pt x="1458949" y="630922"/>
                  </a:lnTo>
                  <a:lnTo>
                    <a:pt x="1459952" y="602873"/>
                  </a:lnTo>
                  <a:lnTo>
                    <a:pt x="1460955" y="587855"/>
                  </a:lnTo>
                  <a:lnTo>
                    <a:pt x="1462459" y="569832"/>
                  </a:lnTo>
                  <a:lnTo>
                    <a:pt x="1463462" y="597867"/>
                  </a:lnTo>
                  <a:lnTo>
                    <a:pt x="1464465" y="630922"/>
                  </a:lnTo>
                  <a:lnTo>
                    <a:pt x="1465468" y="592861"/>
                  </a:lnTo>
                  <a:lnTo>
                    <a:pt x="1466972" y="663462"/>
                  </a:lnTo>
                  <a:lnTo>
                    <a:pt x="1467975" y="587855"/>
                  </a:lnTo>
                  <a:lnTo>
                    <a:pt x="1468978" y="597867"/>
                  </a:lnTo>
                  <a:lnTo>
                    <a:pt x="1470483" y="656454"/>
                  </a:lnTo>
                  <a:lnTo>
                    <a:pt x="1471485" y="597867"/>
                  </a:lnTo>
                  <a:lnTo>
                    <a:pt x="1472488" y="592861"/>
                  </a:lnTo>
                  <a:lnTo>
                    <a:pt x="1473993" y="642937"/>
                  </a:lnTo>
                  <a:lnTo>
                    <a:pt x="1474996" y="613400"/>
                  </a:lnTo>
                  <a:lnTo>
                    <a:pt x="1475998" y="624914"/>
                  </a:lnTo>
                  <a:lnTo>
                    <a:pt x="1477503" y="597867"/>
                  </a:lnTo>
                  <a:lnTo>
                    <a:pt x="1478506" y="597867"/>
                  </a:lnTo>
                  <a:lnTo>
                    <a:pt x="1479509" y="613400"/>
                  </a:lnTo>
                  <a:lnTo>
                    <a:pt x="1480512" y="587855"/>
                  </a:lnTo>
                  <a:lnTo>
                    <a:pt x="1482016" y="649445"/>
                  </a:lnTo>
                  <a:lnTo>
                    <a:pt x="1483019" y="624914"/>
                  </a:lnTo>
                  <a:lnTo>
                    <a:pt x="1484022" y="608394"/>
                  </a:lnTo>
                  <a:lnTo>
                    <a:pt x="1485526" y="630922"/>
                  </a:lnTo>
                  <a:lnTo>
                    <a:pt x="1486549" y="649445"/>
                  </a:lnTo>
                  <a:lnTo>
                    <a:pt x="1487552" y="565326"/>
                  </a:lnTo>
                  <a:lnTo>
                    <a:pt x="1489056" y="552811"/>
                  </a:lnTo>
                  <a:lnTo>
                    <a:pt x="1490059" y="636929"/>
                  </a:lnTo>
                  <a:lnTo>
                    <a:pt x="1491062" y="560821"/>
                  </a:lnTo>
                  <a:lnTo>
                    <a:pt x="1492566" y="694021"/>
                  </a:lnTo>
                  <a:lnTo>
                    <a:pt x="1493569" y="552811"/>
                  </a:lnTo>
                  <a:lnTo>
                    <a:pt x="1494572" y="548806"/>
                  </a:lnTo>
                  <a:lnTo>
                    <a:pt x="1495575" y="613400"/>
                  </a:lnTo>
                  <a:lnTo>
                    <a:pt x="1497079" y="613400"/>
                  </a:lnTo>
                  <a:lnTo>
                    <a:pt x="1498082" y="583349"/>
                  </a:lnTo>
                  <a:lnTo>
                    <a:pt x="1499085" y="649445"/>
                  </a:lnTo>
                  <a:lnTo>
                    <a:pt x="1500590" y="597867"/>
                  </a:lnTo>
                  <a:lnTo>
                    <a:pt x="1501593" y="602873"/>
                  </a:lnTo>
                  <a:lnTo>
                    <a:pt x="1502595" y="597867"/>
                  </a:lnTo>
                  <a:lnTo>
                    <a:pt x="1504100" y="636929"/>
                  </a:lnTo>
                  <a:lnTo>
                    <a:pt x="1505103" y="630922"/>
                  </a:lnTo>
                  <a:lnTo>
                    <a:pt x="1506106" y="642937"/>
                  </a:lnTo>
                  <a:lnTo>
                    <a:pt x="1507610" y="649445"/>
                  </a:lnTo>
                  <a:lnTo>
                    <a:pt x="1508613" y="624914"/>
                  </a:lnTo>
                  <a:lnTo>
                    <a:pt x="1509616" y="541296"/>
                  </a:lnTo>
                  <a:lnTo>
                    <a:pt x="1510619" y="656454"/>
                  </a:lnTo>
                  <a:lnTo>
                    <a:pt x="1512123" y="613400"/>
                  </a:lnTo>
                  <a:lnTo>
                    <a:pt x="1513126" y="541296"/>
                  </a:lnTo>
                  <a:lnTo>
                    <a:pt x="1514129" y="587855"/>
                  </a:lnTo>
                  <a:lnTo>
                    <a:pt x="1515633" y="656454"/>
                  </a:lnTo>
                  <a:lnTo>
                    <a:pt x="1516636" y="636929"/>
                  </a:lnTo>
                  <a:lnTo>
                    <a:pt x="1517639" y="618907"/>
                  </a:lnTo>
                  <a:lnTo>
                    <a:pt x="1519143" y="677981"/>
                  </a:lnTo>
                  <a:lnTo>
                    <a:pt x="1520146" y="560821"/>
                  </a:lnTo>
                  <a:lnTo>
                    <a:pt x="1521149" y="560821"/>
                  </a:lnTo>
                  <a:lnTo>
                    <a:pt x="1522654" y="592861"/>
                  </a:lnTo>
                  <a:lnTo>
                    <a:pt x="1523656" y="587855"/>
                  </a:lnTo>
                  <a:lnTo>
                    <a:pt x="1524659" y="587855"/>
                  </a:lnTo>
                  <a:lnTo>
                    <a:pt x="1525662" y="569832"/>
                  </a:lnTo>
                  <a:lnTo>
                    <a:pt x="1527167" y="587855"/>
                  </a:lnTo>
                  <a:lnTo>
                    <a:pt x="1528169" y="573837"/>
                  </a:lnTo>
                  <a:lnTo>
                    <a:pt x="1529172" y="624914"/>
                  </a:lnTo>
                  <a:lnTo>
                    <a:pt x="1530677" y="613400"/>
                  </a:lnTo>
                  <a:lnTo>
                    <a:pt x="1531680" y="573837"/>
                  </a:lnTo>
                  <a:lnTo>
                    <a:pt x="1532683" y="541296"/>
                  </a:lnTo>
                  <a:lnTo>
                    <a:pt x="1534187" y="602873"/>
                  </a:lnTo>
                  <a:lnTo>
                    <a:pt x="1535190" y="556816"/>
                  </a:lnTo>
                  <a:lnTo>
                    <a:pt x="1536193" y="569832"/>
                  </a:lnTo>
                  <a:lnTo>
                    <a:pt x="1537697" y="548806"/>
                  </a:lnTo>
                  <a:lnTo>
                    <a:pt x="1538700" y="544801"/>
                  </a:lnTo>
                  <a:lnTo>
                    <a:pt x="1539703" y="506733"/>
                  </a:lnTo>
                  <a:lnTo>
                    <a:pt x="1541207" y="483204"/>
                  </a:lnTo>
                  <a:lnTo>
                    <a:pt x="1542210" y="533787"/>
                  </a:lnTo>
                  <a:lnTo>
                    <a:pt x="1543213" y="552811"/>
                  </a:lnTo>
                  <a:lnTo>
                    <a:pt x="1544216" y="488711"/>
                  </a:lnTo>
                  <a:lnTo>
                    <a:pt x="1545720" y="472190"/>
                  </a:lnTo>
                  <a:lnTo>
                    <a:pt x="1546723" y="530283"/>
                  </a:lnTo>
                  <a:lnTo>
                    <a:pt x="1547726" y="526778"/>
                  </a:lnTo>
                  <a:lnTo>
                    <a:pt x="1549230" y="467184"/>
                  </a:lnTo>
                  <a:lnTo>
                    <a:pt x="1550233" y="530283"/>
                  </a:lnTo>
                  <a:lnTo>
                    <a:pt x="1551236" y="494718"/>
                  </a:lnTo>
                  <a:lnTo>
                    <a:pt x="1552741" y="516746"/>
                  </a:lnTo>
                  <a:lnTo>
                    <a:pt x="1553743" y="506733"/>
                  </a:lnTo>
                  <a:lnTo>
                    <a:pt x="1554746" y="530283"/>
                  </a:lnTo>
                  <a:lnTo>
                    <a:pt x="1556251" y="506733"/>
                  </a:lnTo>
                  <a:lnTo>
                    <a:pt x="1557254" y="491714"/>
                  </a:lnTo>
                  <a:lnTo>
                    <a:pt x="1558257" y="516746"/>
                  </a:lnTo>
                  <a:lnTo>
                    <a:pt x="1559259" y="488711"/>
                  </a:lnTo>
                  <a:lnTo>
                    <a:pt x="1560764" y="516746"/>
                  </a:lnTo>
                  <a:lnTo>
                    <a:pt x="1561767" y="503729"/>
                  </a:lnTo>
                  <a:lnTo>
                    <a:pt x="1562770" y="483204"/>
                  </a:lnTo>
                  <a:lnTo>
                    <a:pt x="1564274" y="497722"/>
                  </a:lnTo>
                  <a:lnTo>
                    <a:pt x="1565277" y="494718"/>
                  </a:lnTo>
                  <a:lnTo>
                    <a:pt x="1566280" y="526778"/>
                  </a:lnTo>
                  <a:lnTo>
                    <a:pt x="1567784" y="541296"/>
                  </a:lnTo>
                  <a:lnTo>
                    <a:pt x="1568787" y="533787"/>
                  </a:lnTo>
                  <a:lnTo>
                    <a:pt x="1569790" y="519749"/>
                  </a:lnTo>
                  <a:lnTo>
                    <a:pt x="1571294" y="519749"/>
                  </a:lnTo>
                  <a:lnTo>
                    <a:pt x="1572297" y="544801"/>
                  </a:lnTo>
                  <a:lnTo>
                    <a:pt x="1573300" y="569832"/>
                  </a:lnTo>
                  <a:lnTo>
                    <a:pt x="1574303" y="560821"/>
                  </a:lnTo>
                  <a:lnTo>
                    <a:pt x="1575807" y="541296"/>
                  </a:lnTo>
                  <a:lnTo>
                    <a:pt x="1576810" y="552811"/>
                  </a:lnTo>
                  <a:lnTo>
                    <a:pt x="1577813" y="569832"/>
                  </a:lnTo>
                  <a:lnTo>
                    <a:pt x="1579318" y="573837"/>
                  </a:lnTo>
                  <a:lnTo>
                    <a:pt x="1580320" y="569832"/>
                  </a:lnTo>
                  <a:lnTo>
                    <a:pt x="1581323" y="565326"/>
                  </a:lnTo>
                  <a:lnTo>
                    <a:pt x="1582828" y="578343"/>
                  </a:lnTo>
                  <a:lnTo>
                    <a:pt x="1583831" y="573837"/>
                  </a:lnTo>
                  <a:lnTo>
                    <a:pt x="1584833" y="592861"/>
                  </a:lnTo>
                  <a:lnTo>
                    <a:pt x="1586338" y="608394"/>
                  </a:lnTo>
                  <a:lnTo>
                    <a:pt x="1587341" y="630922"/>
                  </a:lnTo>
                  <a:lnTo>
                    <a:pt x="1588344" y="592861"/>
                  </a:lnTo>
                  <a:lnTo>
                    <a:pt x="1589347" y="592861"/>
                  </a:lnTo>
                  <a:lnTo>
                    <a:pt x="1590851" y="560821"/>
                  </a:lnTo>
                  <a:lnTo>
                    <a:pt x="1591854" y="578343"/>
                  </a:lnTo>
                  <a:lnTo>
                    <a:pt x="1592877" y="656454"/>
                  </a:lnTo>
                  <a:lnTo>
                    <a:pt x="1594381" y="618907"/>
                  </a:lnTo>
                  <a:lnTo>
                    <a:pt x="1595384" y="642937"/>
                  </a:lnTo>
                  <a:lnTo>
                    <a:pt x="1596387" y="608394"/>
                  </a:lnTo>
                  <a:lnTo>
                    <a:pt x="1597891" y="560821"/>
                  </a:lnTo>
                  <a:lnTo>
                    <a:pt x="1598894" y="608394"/>
                  </a:lnTo>
                  <a:lnTo>
                    <a:pt x="1599897" y="578343"/>
                  </a:lnTo>
                  <a:lnTo>
                    <a:pt x="1601401" y="608394"/>
                  </a:lnTo>
                  <a:lnTo>
                    <a:pt x="1602404" y="613400"/>
                  </a:lnTo>
                  <a:lnTo>
                    <a:pt x="1603407" y="573837"/>
                  </a:lnTo>
                  <a:lnTo>
                    <a:pt x="1604410" y="608394"/>
                  </a:lnTo>
                  <a:lnTo>
                    <a:pt x="1605915" y="560821"/>
                  </a:lnTo>
                  <a:lnTo>
                    <a:pt x="1606917" y="656454"/>
                  </a:lnTo>
                  <a:lnTo>
                    <a:pt x="1607920" y="656454"/>
                  </a:lnTo>
                  <a:lnTo>
                    <a:pt x="1609425" y="587855"/>
                  </a:lnTo>
                  <a:lnTo>
                    <a:pt x="1610428" y="624914"/>
                  </a:lnTo>
                  <a:lnTo>
                    <a:pt x="1611430" y="583349"/>
                  </a:lnTo>
                  <a:lnTo>
                    <a:pt x="1612935" y="636929"/>
                  </a:lnTo>
                  <a:lnTo>
                    <a:pt x="1613938" y="573837"/>
                  </a:lnTo>
                  <a:lnTo>
                    <a:pt x="1614941" y="630922"/>
                  </a:lnTo>
                  <a:lnTo>
                    <a:pt x="1616445" y="565326"/>
                  </a:lnTo>
                  <a:lnTo>
                    <a:pt x="1617448" y="583349"/>
                  </a:lnTo>
                  <a:lnTo>
                    <a:pt x="1618451" y="587855"/>
                  </a:lnTo>
                </a:path>
                <a:path w="2200275" h="702944">
                  <a:moveTo>
                    <a:pt x="1618451" y="587855"/>
                  </a:moveTo>
                  <a:lnTo>
                    <a:pt x="1619454" y="578343"/>
                  </a:lnTo>
                  <a:lnTo>
                    <a:pt x="1620958" y="573837"/>
                  </a:lnTo>
                  <a:lnTo>
                    <a:pt x="1621961" y="618907"/>
                  </a:lnTo>
                  <a:lnTo>
                    <a:pt x="1622964" y="624914"/>
                  </a:lnTo>
                  <a:lnTo>
                    <a:pt x="1624468" y="569832"/>
                  </a:lnTo>
                  <a:lnTo>
                    <a:pt x="1625471" y="602873"/>
                  </a:lnTo>
                  <a:lnTo>
                    <a:pt x="1626474" y="624914"/>
                  </a:lnTo>
                  <a:lnTo>
                    <a:pt x="1627978" y="608394"/>
                  </a:lnTo>
                  <a:lnTo>
                    <a:pt x="1628981" y="530283"/>
                  </a:lnTo>
                  <a:lnTo>
                    <a:pt x="1629984" y="578343"/>
                  </a:lnTo>
                  <a:lnTo>
                    <a:pt x="1631489" y="608394"/>
                  </a:lnTo>
                  <a:lnTo>
                    <a:pt x="1632491" y="578343"/>
                  </a:lnTo>
                  <a:lnTo>
                    <a:pt x="1633494" y="602873"/>
                  </a:lnTo>
                  <a:lnTo>
                    <a:pt x="1634497" y="670471"/>
                  </a:lnTo>
                  <a:lnTo>
                    <a:pt x="1636002" y="597867"/>
                  </a:lnTo>
                  <a:lnTo>
                    <a:pt x="1637005" y="592861"/>
                  </a:lnTo>
                  <a:lnTo>
                    <a:pt x="1638007" y="548806"/>
                  </a:lnTo>
                  <a:lnTo>
                    <a:pt x="1639512" y="597867"/>
                  </a:lnTo>
                  <a:lnTo>
                    <a:pt x="1640515" y="541296"/>
                  </a:lnTo>
                  <a:lnTo>
                    <a:pt x="1641518" y="613400"/>
                  </a:lnTo>
                  <a:lnTo>
                    <a:pt x="1643022" y="565326"/>
                  </a:lnTo>
                  <a:lnTo>
                    <a:pt x="1644025" y="578343"/>
                  </a:lnTo>
                  <a:lnTo>
                    <a:pt x="1645028" y="578343"/>
                  </a:lnTo>
                  <a:lnTo>
                    <a:pt x="1646532" y="602873"/>
                  </a:lnTo>
                  <a:lnTo>
                    <a:pt x="1647535" y="587855"/>
                  </a:lnTo>
                  <a:lnTo>
                    <a:pt x="1648538" y="608394"/>
                  </a:lnTo>
                  <a:lnTo>
                    <a:pt x="1650042" y="565326"/>
                  </a:lnTo>
                  <a:lnTo>
                    <a:pt x="1651045" y="560821"/>
                  </a:lnTo>
                  <a:lnTo>
                    <a:pt x="1652048" y="548806"/>
                  </a:lnTo>
                  <a:lnTo>
                    <a:pt x="1653051" y="613400"/>
                  </a:lnTo>
                  <a:lnTo>
                    <a:pt x="1654555" y="533787"/>
                  </a:lnTo>
                  <a:lnTo>
                    <a:pt x="1655558" y="636929"/>
                  </a:lnTo>
                  <a:lnTo>
                    <a:pt x="1656561" y="578343"/>
                  </a:lnTo>
                  <a:lnTo>
                    <a:pt x="1658065" y="587855"/>
                  </a:lnTo>
                  <a:lnTo>
                    <a:pt x="1659068" y="530283"/>
                  </a:lnTo>
                  <a:lnTo>
                    <a:pt x="1660071" y="624914"/>
                  </a:lnTo>
                  <a:lnTo>
                    <a:pt x="1661576" y="630922"/>
                  </a:lnTo>
                  <a:lnTo>
                    <a:pt x="1662579" y="578343"/>
                  </a:lnTo>
                  <a:lnTo>
                    <a:pt x="1663581" y="624914"/>
                  </a:lnTo>
                  <a:lnTo>
                    <a:pt x="1665086" y="560821"/>
                  </a:lnTo>
                  <a:lnTo>
                    <a:pt x="1666089" y="592861"/>
                  </a:lnTo>
                  <a:lnTo>
                    <a:pt x="1667092" y="587855"/>
                  </a:lnTo>
                  <a:lnTo>
                    <a:pt x="1668094" y="560821"/>
                  </a:lnTo>
                  <a:lnTo>
                    <a:pt x="1669599" y="573837"/>
                  </a:lnTo>
                  <a:lnTo>
                    <a:pt x="1670602" y="642937"/>
                  </a:lnTo>
                  <a:lnTo>
                    <a:pt x="1671605" y="587855"/>
                  </a:lnTo>
                  <a:lnTo>
                    <a:pt x="1673109" y="541296"/>
                  </a:lnTo>
                  <a:lnTo>
                    <a:pt x="1674112" y="613400"/>
                  </a:lnTo>
                  <a:lnTo>
                    <a:pt x="1675115" y="602873"/>
                  </a:lnTo>
                  <a:lnTo>
                    <a:pt x="1676619" y="583349"/>
                  </a:lnTo>
                  <a:lnTo>
                    <a:pt x="1677622" y="602873"/>
                  </a:lnTo>
                  <a:lnTo>
                    <a:pt x="1678625" y="624914"/>
                  </a:lnTo>
                  <a:lnTo>
                    <a:pt x="1680129" y="573837"/>
                  </a:lnTo>
                  <a:lnTo>
                    <a:pt x="1681132" y="541296"/>
                  </a:lnTo>
                  <a:lnTo>
                    <a:pt x="1682135" y="569832"/>
                  </a:lnTo>
                  <a:lnTo>
                    <a:pt x="1683138" y="649445"/>
                  </a:lnTo>
                  <a:lnTo>
                    <a:pt x="1684642" y="656454"/>
                  </a:lnTo>
                  <a:lnTo>
                    <a:pt x="1685645" y="649445"/>
                  </a:lnTo>
                  <a:lnTo>
                    <a:pt x="1686648" y="597867"/>
                  </a:lnTo>
                  <a:lnTo>
                    <a:pt x="1688153" y="569832"/>
                  </a:lnTo>
                  <a:lnTo>
                    <a:pt x="1689155" y="569832"/>
                  </a:lnTo>
                  <a:lnTo>
                    <a:pt x="1690158" y="592861"/>
                  </a:lnTo>
                  <a:lnTo>
                    <a:pt x="1691663" y="560821"/>
                  </a:lnTo>
                  <a:lnTo>
                    <a:pt x="1692666" y="565326"/>
                  </a:lnTo>
                  <a:lnTo>
                    <a:pt x="1693669" y="573837"/>
                  </a:lnTo>
                  <a:lnTo>
                    <a:pt x="1695173" y="618907"/>
                  </a:lnTo>
                  <a:lnTo>
                    <a:pt x="1696176" y="587855"/>
                  </a:lnTo>
                  <a:lnTo>
                    <a:pt x="1697179" y="592861"/>
                  </a:lnTo>
                  <a:lnTo>
                    <a:pt x="1698195" y="569832"/>
                  </a:lnTo>
                  <a:lnTo>
                    <a:pt x="1699699" y="556816"/>
                  </a:lnTo>
                  <a:lnTo>
                    <a:pt x="1700702" y="548806"/>
                  </a:lnTo>
                  <a:lnTo>
                    <a:pt x="1701705" y="583349"/>
                  </a:lnTo>
                  <a:lnTo>
                    <a:pt x="1703209" y="597867"/>
                  </a:lnTo>
                  <a:lnTo>
                    <a:pt x="1704212" y="578343"/>
                  </a:lnTo>
                  <a:lnTo>
                    <a:pt x="1705215" y="587855"/>
                  </a:lnTo>
                  <a:lnTo>
                    <a:pt x="1706720" y="583349"/>
                  </a:lnTo>
                  <a:lnTo>
                    <a:pt x="1707723" y="618907"/>
                  </a:lnTo>
                  <a:lnTo>
                    <a:pt x="1708725" y="544801"/>
                  </a:lnTo>
                  <a:lnTo>
                    <a:pt x="1710230" y="592861"/>
                  </a:lnTo>
                  <a:lnTo>
                    <a:pt x="1711233" y="556816"/>
                  </a:lnTo>
                  <a:lnTo>
                    <a:pt x="1712236" y="541296"/>
                  </a:lnTo>
                  <a:lnTo>
                    <a:pt x="1713238" y="544801"/>
                  </a:lnTo>
                  <a:lnTo>
                    <a:pt x="1714743" y="649445"/>
                  </a:lnTo>
                  <a:lnTo>
                    <a:pt x="1715746" y="513241"/>
                  </a:lnTo>
                  <a:lnTo>
                    <a:pt x="1716749" y="560821"/>
                  </a:lnTo>
                  <a:lnTo>
                    <a:pt x="1718253" y="569832"/>
                  </a:lnTo>
                  <a:lnTo>
                    <a:pt x="1719256" y="592861"/>
                  </a:lnTo>
                  <a:lnTo>
                    <a:pt x="1720259" y="618907"/>
                  </a:lnTo>
                  <a:lnTo>
                    <a:pt x="1721763" y="530283"/>
                  </a:lnTo>
                  <a:lnTo>
                    <a:pt x="1722766" y="578343"/>
                  </a:lnTo>
                  <a:lnTo>
                    <a:pt x="1723769" y="552811"/>
                  </a:lnTo>
                  <a:lnTo>
                    <a:pt x="1725273" y="587855"/>
                  </a:lnTo>
                  <a:lnTo>
                    <a:pt x="1726276" y="560821"/>
                  </a:lnTo>
                  <a:lnTo>
                    <a:pt x="1727279" y="597867"/>
                  </a:lnTo>
                  <a:lnTo>
                    <a:pt x="1728282" y="630922"/>
                  </a:lnTo>
                  <a:lnTo>
                    <a:pt x="1729786" y="624914"/>
                  </a:lnTo>
                  <a:lnTo>
                    <a:pt x="1730789" y="565326"/>
                  </a:lnTo>
                  <a:lnTo>
                    <a:pt x="1731792" y="624914"/>
                  </a:lnTo>
                  <a:lnTo>
                    <a:pt x="1733297" y="537291"/>
                  </a:lnTo>
                  <a:lnTo>
                    <a:pt x="1734299" y="560821"/>
                  </a:lnTo>
                  <a:lnTo>
                    <a:pt x="1735302" y="592861"/>
                  </a:lnTo>
                  <a:lnTo>
                    <a:pt x="1736807" y="560821"/>
                  </a:lnTo>
                  <a:lnTo>
                    <a:pt x="1737810" y="560821"/>
                  </a:lnTo>
                  <a:lnTo>
                    <a:pt x="1738813" y="602873"/>
                  </a:lnTo>
                  <a:lnTo>
                    <a:pt x="1740317" y="533787"/>
                  </a:lnTo>
                  <a:lnTo>
                    <a:pt x="1741320" y="523254"/>
                  </a:lnTo>
                  <a:lnTo>
                    <a:pt x="1742323" y="587855"/>
                  </a:lnTo>
                  <a:lnTo>
                    <a:pt x="1743326" y="618907"/>
                  </a:lnTo>
                  <a:lnTo>
                    <a:pt x="1744830" y="569832"/>
                  </a:lnTo>
                  <a:lnTo>
                    <a:pt x="1745833" y="569832"/>
                  </a:lnTo>
                  <a:lnTo>
                    <a:pt x="1746836" y="569832"/>
                  </a:lnTo>
                  <a:lnTo>
                    <a:pt x="1748340" y="592861"/>
                  </a:lnTo>
                  <a:lnTo>
                    <a:pt x="1749343" y="556816"/>
                  </a:lnTo>
                  <a:lnTo>
                    <a:pt x="1750346" y="556816"/>
                  </a:lnTo>
                  <a:lnTo>
                    <a:pt x="1751850" y="560821"/>
                  </a:lnTo>
                  <a:lnTo>
                    <a:pt x="1752853" y="583349"/>
                  </a:lnTo>
                  <a:lnTo>
                    <a:pt x="1753856" y="544801"/>
                  </a:lnTo>
                  <a:lnTo>
                    <a:pt x="1755360" y="618907"/>
                  </a:lnTo>
                  <a:lnTo>
                    <a:pt x="1756363" y="548806"/>
                  </a:lnTo>
                  <a:lnTo>
                    <a:pt x="1757366" y="573837"/>
                  </a:lnTo>
                  <a:lnTo>
                    <a:pt x="1758369" y="569832"/>
                  </a:lnTo>
                  <a:lnTo>
                    <a:pt x="1759873" y="573837"/>
                  </a:lnTo>
                  <a:lnTo>
                    <a:pt x="1760876" y="533787"/>
                  </a:lnTo>
                  <a:lnTo>
                    <a:pt x="1761879" y="597867"/>
                  </a:lnTo>
                  <a:lnTo>
                    <a:pt x="1763384" y="618907"/>
                  </a:lnTo>
                  <a:lnTo>
                    <a:pt x="1764387" y="552811"/>
                  </a:lnTo>
                  <a:lnTo>
                    <a:pt x="1765389" y="573837"/>
                  </a:lnTo>
                  <a:lnTo>
                    <a:pt x="1766894" y="618907"/>
                  </a:lnTo>
                  <a:lnTo>
                    <a:pt x="1767897" y="541296"/>
                  </a:lnTo>
                  <a:lnTo>
                    <a:pt x="1768900" y="560821"/>
                  </a:lnTo>
                  <a:lnTo>
                    <a:pt x="1770404" y="556816"/>
                  </a:lnTo>
                  <a:lnTo>
                    <a:pt x="1771407" y="573837"/>
                  </a:lnTo>
                  <a:lnTo>
                    <a:pt x="1772410" y="587855"/>
                  </a:lnTo>
                  <a:lnTo>
                    <a:pt x="1773914" y="592861"/>
                  </a:lnTo>
                  <a:lnTo>
                    <a:pt x="1774917" y="583349"/>
                  </a:lnTo>
                  <a:lnTo>
                    <a:pt x="1775920" y="587855"/>
                  </a:lnTo>
                  <a:lnTo>
                    <a:pt x="1776923" y="530283"/>
                  </a:lnTo>
                  <a:lnTo>
                    <a:pt x="1778427" y="556816"/>
                  </a:lnTo>
                  <a:lnTo>
                    <a:pt x="1779430" y="541296"/>
                  </a:lnTo>
                  <a:lnTo>
                    <a:pt x="1780433" y="569832"/>
                  </a:lnTo>
                  <a:lnTo>
                    <a:pt x="1781937" y="526778"/>
                  </a:lnTo>
                  <a:lnTo>
                    <a:pt x="1782940" y="556816"/>
                  </a:lnTo>
                  <a:lnTo>
                    <a:pt x="1783943" y="565326"/>
                  </a:lnTo>
                  <a:lnTo>
                    <a:pt x="1785447" y="556816"/>
                  </a:lnTo>
                  <a:lnTo>
                    <a:pt x="1786450" y="565326"/>
                  </a:lnTo>
                  <a:lnTo>
                    <a:pt x="1787453" y="503729"/>
                  </a:lnTo>
                  <a:lnTo>
                    <a:pt x="1788958" y="544801"/>
                  </a:lnTo>
                  <a:lnTo>
                    <a:pt x="1789961" y="592861"/>
                  </a:lnTo>
                  <a:lnTo>
                    <a:pt x="1790963" y="642937"/>
                  </a:lnTo>
                  <a:lnTo>
                    <a:pt x="1791966" y="513241"/>
                  </a:lnTo>
                  <a:lnTo>
                    <a:pt x="1793471" y="516746"/>
                  </a:lnTo>
                  <a:lnTo>
                    <a:pt x="1794474" y="526778"/>
                  </a:lnTo>
                  <a:lnTo>
                    <a:pt x="1795477" y="533787"/>
                  </a:lnTo>
                  <a:lnTo>
                    <a:pt x="1796981" y="602873"/>
                  </a:lnTo>
                  <a:lnTo>
                    <a:pt x="1797984" y="488711"/>
                  </a:lnTo>
                  <a:lnTo>
                    <a:pt x="1798987" y="537291"/>
                  </a:lnTo>
                  <a:lnTo>
                    <a:pt x="1800491" y="583349"/>
                  </a:lnTo>
                  <a:lnTo>
                    <a:pt x="1801494" y="583349"/>
                  </a:lnTo>
                  <a:lnTo>
                    <a:pt x="1802497" y="541296"/>
                  </a:lnTo>
                  <a:lnTo>
                    <a:pt x="1804001" y="565326"/>
                  </a:lnTo>
                  <a:lnTo>
                    <a:pt x="1805017" y="556816"/>
                  </a:lnTo>
                  <a:lnTo>
                    <a:pt x="1806020" y="537291"/>
                  </a:lnTo>
                  <a:lnTo>
                    <a:pt x="1807023" y="537291"/>
                  </a:lnTo>
                  <a:lnTo>
                    <a:pt x="1808528" y="560821"/>
                  </a:lnTo>
                  <a:lnTo>
                    <a:pt x="1809531" y="544801"/>
                  </a:lnTo>
                  <a:lnTo>
                    <a:pt x="1810533" y="544801"/>
                  </a:lnTo>
                  <a:lnTo>
                    <a:pt x="1812038" y="541296"/>
                  </a:lnTo>
                  <a:lnTo>
                    <a:pt x="1813041" y="592861"/>
                  </a:lnTo>
                  <a:lnTo>
                    <a:pt x="1814044" y="552811"/>
                  </a:lnTo>
                  <a:lnTo>
                    <a:pt x="1815548" y="569832"/>
                  </a:lnTo>
                  <a:lnTo>
                    <a:pt x="1816551" y="516746"/>
                  </a:lnTo>
                  <a:lnTo>
                    <a:pt x="1817554" y="548806"/>
                  </a:lnTo>
                  <a:lnTo>
                    <a:pt x="1819058" y="519749"/>
                  </a:lnTo>
                  <a:lnTo>
                    <a:pt x="1820061" y="556816"/>
                  </a:lnTo>
                  <a:lnTo>
                    <a:pt x="1821064" y="569832"/>
                  </a:lnTo>
                  <a:lnTo>
                    <a:pt x="1822067" y="548806"/>
                  </a:lnTo>
                  <a:lnTo>
                    <a:pt x="1823571" y="523254"/>
                  </a:lnTo>
                  <a:lnTo>
                    <a:pt x="1824574" y="552811"/>
                  </a:lnTo>
                  <a:lnTo>
                    <a:pt x="1825577" y="500726"/>
                  </a:lnTo>
                  <a:lnTo>
                    <a:pt x="1827081" y="548806"/>
                  </a:lnTo>
                  <a:lnTo>
                    <a:pt x="1828084" y="513241"/>
                  </a:lnTo>
                  <a:lnTo>
                    <a:pt x="1829087" y="519749"/>
                  </a:lnTo>
                  <a:lnTo>
                    <a:pt x="1830591" y="541296"/>
                  </a:lnTo>
                  <a:lnTo>
                    <a:pt x="1831594" y="519749"/>
                  </a:lnTo>
                  <a:lnTo>
                    <a:pt x="1832597" y="513241"/>
                  </a:lnTo>
                  <a:lnTo>
                    <a:pt x="1834102" y="488711"/>
                  </a:lnTo>
                  <a:lnTo>
                    <a:pt x="1835105" y="491714"/>
                  </a:lnTo>
                  <a:lnTo>
                    <a:pt x="1836107" y="459674"/>
                  </a:lnTo>
                  <a:lnTo>
                    <a:pt x="1837110" y="541296"/>
                  </a:lnTo>
                  <a:lnTo>
                    <a:pt x="1838615" y="483204"/>
                  </a:lnTo>
                  <a:lnTo>
                    <a:pt x="1839618" y="450162"/>
                  </a:lnTo>
                  <a:lnTo>
                    <a:pt x="1840621" y="469687"/>
                  </a:lnTo>
                  <a:lnTo>
                    <a:pt x="1842125" y="450162"/>
                  </a:lnTo>
                  <a:lnTo>
                    <a:pt x="1843128" y="494718"/>
                  </a:lnTo>
                  <a:lnTo>
                    <a:pt x="1844131" y="406094"/>
                  </a:lnTo>
                  <a:lnTo>
                    <a:pt x="1845635" y="402590"/>
                  </a:lnTo>
                  <a:lnTo>
                    <a:pt x="1846638" y="419611"/>
                  </a:lnTo>
                  <a:lnTo>
                    <a:pt x="1847641" y="367546"/>
                  </a:lnTo>
                  <a:lnTo>
                    <a:pt x="1849145" y="381563"/>
                  </a:lnTo>
                  <a:lnTo>
                    <a:pt x="1850148" y="367546"/>
                  </a:lnTo>
                  <a:lnTo>
                    <a:pt x="1851151" y="358514"/>
                  </a:lnTo>
                  <a:lnTo>
                    <a:pt x="1852154" y="358514"/>
                  </a:lnTo>
                  <a:lnTo>
                    <a:pt x="1853658" y="372051"/>
                  </a:lnTo>
                  <a:lnTo>
                    <a:pt x="1854661" y="358514"/>
                  </a:lnTo>
                  <a:lnTo>
                    <a:pt x="1855664" y="327476"/>
                  </a:lnTo>
                  <a:lnTo>
                    <a:pt x="1857168" y="348502"/>
                  </a:lnTo>
                  <a:lnTo>
                    <a:pt x="1858171" y="353008"/>
                  </a:lnTo>
                  <a:lnTo>
                    <a:pt x="1859174" y="321468"/>
                  </a:lnTo>
                  <a:lnTo>
                    <a:pt x="1860679" y="324973"/>
                  </a:lnTo>
                  <a:lnTo>
                    <a:pt x="1861681" y="295936"/>
                  </a:lnTo>
                  <a:lnTo>
                    <a:pt x="1862684" y="318965"/>
                  </a:lnTo>
                  <a:lnTo>
                    <a:pt x="1864189" y="314459"/>
                  </a:lnTo>
                  <a:lnTo>
                    <a:pt x="1865192" y="299941"/>
                  </a:lnTo>
                  <a:lnTo>
                    <a:pt x="1866195" y="329979"/>
                  </a:lnTo>
                  <a:lnTo>
                    <a:pt x="1867197" y="318965"/>
                  </a:lnTo>
                  <a:lnTo>
                    <a:pt x="1868702" y="305448"/>
                  </a:lnTo>
                  <a:lnTo>
                    <a:pt x="1869705" y="307451"/>
                  </a:lnTo>
                  <a:lnTo>
                    <a:pt x="1870708" y="313458"/>
                  </a:lnTo>
                  <a:lnTo>
                    <a:pt x="1872212" y="337989"/>
                  </a:lnTo>
                  <a:lnTo>
                    <a:pt x="1873215" y="308953"/>
                  </a:lnTo>
                  <a:lnTo>
                    <a:pt x="1874218" y="320467"/>
                  </a:lnTo>
                  <a:lnTo>
                    <a:pt x="1875722" y="321468"/>
                  </a:lnTo>
                  <a:lnTo>
                    <a:pt x="1876725" y="351506"/>
                  </a:lnTo>
                  <a:lnTo>
                    <a:pt x="1877728" y="341994"/>
                  </a:lnTo>
                  <a:lnTo>
                    <a:pt x="1879232" y="345999"/>
                  </a:lnTo>
                  <a:lnTo>
                    <a:pt x="1880235" y="340492"/>
                  </a:lnTo>
                  <a:lnTo>
                    <a:pt x="1881238" y="404091"/>
                  </a:lnTo>
                  <a:lnTo>
                    <a:pt x="1882241" y="357013"/>
                  </a:lnTo>
                  <a:lnTo>
                    <a:pt x="1883745" y="350004"/>
                  </a:lnTo>
                  <a:lnTo>
                    <a:pt x="1884748" y="357013"/>
                  </a:lnTo>
                  <a:lnTo>
                    <a:pt x="1885751" y="410099"/>
                  </a:lnTo>
                  <a:lnTo>
                    <a:pt x="1887255" y="366044"/>
                  </a:lnTo>
                  <a:lnTo>
                    <a:pt x="1888258" y="404091"/>
                  </a:lnTo>
                  <a:lnTo>
                    <a:pt x="1889261" y="381563"/>
                  </a:lnTo>
                  <a:lnTo>
                    <a:pt x="1890766" y="413603"/>
                  </a:lnTo>
                  <a:lnTo>
                    <a:pt x="1891769" y="402590"/>
                  </a:lnTo>
                  <a:lnTo>
                    <a:pt x="1892771" y="404091"/>
                  </a:lnTo>
                  <a:lnTo>
                    <a:pt x="1894276" y="427621"/>
                  </a:lnTo>
                  <a:lnTo>
                    <a:pt x="1895279" y="450162"/>
                  </a:lnTo>
                  <a:lnTo>
                    <a:pt x="1896282" y="432127"/>
                  </a:lnTo>
                  <a:lnTo>
                    <a:pt x="1897786" y="464681"/>
                  </a:lnTo>
                  <a:lnTo>
                    <a:pt x="1898789" y="443140"/>
                  </a:lnTo>
                  <a:lnTo>
                    <a:pt x="1899792" y="497722"/>
                  </a:lnTo>
                  <a:lnTo>
                    <a:pt x="1900795" y="491714"/>
                  </a:lnTo>
                  <a:lnTo>
                    <a:pt x="1902299" y="494718"/>
                  </a:lnTo>
                  <a:lnTo>
                    <a:pt x="1903302" y="464681"/>
                  </a:lnTo>
                  <a:lnTo>
                    <a:pt x="1904305" y="526778"/>
                  </a:lnTo>
                  <a:lnTo>
                    <a:pt x="1905809" y="519749"/>
                  </a:lnTo>
                  <a:lnTo>
                    <a:pt x="1906812" y="464681"/>
                  </a:lnTo>
                  <a:lnTo>
                    <a:pt x="1907815" y="530283"/>
                  </a:lnTo>
                  <a:lnTo>
                    <a:pt x="1909319" y="533787"/>
                  </a:lnTo>
                  <a:lnTo>
                    <a:pt x="1910342" y="483204"/>
                  </a:lnTo>
                  <a:lnTo>
                    <a:pt x="1911345" y="464681"/>
                  </a:lnTo>
                  <a:lnTo>
                    <a:pt x="1912850" y="472190"/>
                  </a:lnTo>
                  <a:lnTo>
                    <a:pt x="1913852" y="477697"/>
                  </a:lnTo>
                  <a:lnTo>
                    <a:pt x="1914855" y="506733"/>
                  </a:lnTo>
                  <a:lnTo>
                    <a:pt x="1915858" y="556816"/>
                  </a:lnTo>
                  <a:lnTo>
                    <a:pt x="1917363" y="526778"/>
                  </a:lnTo>
                  <a:lnTo>
                    <a:pt x="1918366" y="552811"/>
                  </a:lnTo>
                  <a:lnTo>
                    <a:pt x="1919368" y="526778"/>
                  </a:lnTo>
                  <a:lnTo>
                    <a:pt x="1920873" y="523254"/>
                  </a:lnTo>
                  <a:lnTo>
                    <a:pt x="1921876" y="506733"/>
                  </a:lnTo>
                  <a:lnTo>
                    <a:pt x="1922879" y="533787"/>
                  </a:lnTo>
                  <a:lnTo>
                    <a:pt x="1924383" y="450162"/>
                  </a:lnTo>
                  <a:lnTo>
                    <a:pt x="1925386" y="503729"/>
                  </a:lnTo>
                  <a:lnTo>
                    <a:pt x="1926389" y="541296"/>
                  </a:lnTo>
                  <a:lnTo>
                    <a:pt x="1927893" y="523254"/>
                  </a:lnTo>
                  <a:lnTo>
                    <a:pt x="1928896" y="497722"/>
                  </a:lnTo>
                  <a:lnTo>
                    <a:pt x="1929899" y="513241"/>
                  </a:lnTo>
                  <a:lnTo>
                    <a:pt x="1930902" y="519749"/>
                  </a:lnTo>
                  <a:lnTo>
                    <a:pt x="1932406" y="541296"/>
                  </a:lnTo>
                  <a:lnTo>
                    <a:pt x="1933409" y="533787"/>
                  </a:lnTo>
                  <a:lnTo>
                    <a:pt x="1934412" y="497722"/>
                  </a:lnTo>
                  <a:lnTo>
                    <a:pt x="1935916" y="516746"/>
                  </a:lnTo>
                  <a:lnTo>
                    <a:pt x="1936919" y="506733"/>
                  </a:lnTo>
                  <a:lnTo>
                    <a:pt x="1937922" y="485707"/>
                  </a:lnTo>
                  <a:lnTo>
                    <a:pt x="1939427" y="530283"/>
                  </a:lnTo>
                  <a:lnTo>
                    <a:pt x="1940429" y="491714"/>
                  </a:lnTo>
                  <a:lnTo>
                    <a:pt x="1941432" y="488711"/>
                  </a:lnTo>
                  <a:lnTo>
                    <a:pt x="1942937" y="552811"/>
                  </a:lnTo>
                  <a:lnTo>
                    <a:pt x="1943940" y="477697"/>
                  </a:lnTo>
                  <a:lnTo>
                    <a:pt x="1944942" y="503729"/>
                  </a:lnTo>
                  <a:lnTo>
                    <a:pt x="1945945" y="477697"/>
                  </a:lnTo>
                  <a:lnTo>
                    <a:pt x="1947450" y="519749"/>
                  </a:lnTo>
                  <a:lnTo>
                    <a:pt x="1948453" y="533787"/>
                  </a:lnTo>
                  <a:lnTo>
                    <a:pt x="1949456" y="454668"/>
                  </a:lnTo>
                  <a:lnTo>
                    <a:pt x="1950960" y="452165"/>
                  </a:lnTo>
                  <a:lnTo>
                    <a:pt x="1951963" y="477697"/>
                  </a:lnTo>
                  <a:lnTo>
                    <a:pt x="1952966" y="459674"/>
                  </a:lnTo>
                  <a:lnTo>
                    <a:pt x="1954470" y="447659"/>
                  </a:lnTo>
                  <a:lnTo>
                    <a:pt x="1955473" y="412101"/>
                  </a:lnTo>
                  <a:lnTo>
                    <a:pt x="1956476" y="432127"/>
                  </a:lnTo>
                  <a:lnTo>
                    <a:pt x="1957980" y="404091"/>
                  </a:lnTo>
                  <a:lnTo>
                    <a:pt x="1958983" y="402590"/>
                  </a:lnTo>
                  <a:lnTo>
                    <a:pt x="1959986" y="388572"/>
                  </a:lnTo>
                  <a:lnTo>
                    <a:pt x="1960989" y="423616"/>
                  </a:lnTo>
                  <a:lnTo>
                    <a:pt x="1962493" y="373553"/>
                  </a:lnTo>
                  <a:lnTo>
                    <a:pt x="1963496" y="375055"/>
                  </a:lnTo>
                  <a:lnTo>
                    <a:pt x="1964499" y="366044"/>
                  </a:lnTo>
                  <a:lnTo>
                    <a:pt x="1966003" y="425618"/>
                  </a:lnTo>
                  <a:lnTo>
                    <a:pt x="1967006" y="386570"/>
                  </a:lnTo>
                  <a:lnTo>
                    <a:pt x="1968009" y="395080"/>
                  </a:lnTo>
                  <a:lnTo>
                    <a:pt x="1969514" y="337989"/>
                  </a:lnTo>
                  <a:lnTo>
                    <a:pt x="1970516" y="369048"/>
                  </a:lnTo>
                  <a:lnTo>
                    <a:pt x="1971519" y="360016"/>
                  </a:lnTo>
                  <a:lnTo>
                    <a:pt x="1973024" y="378560"/>
                  </a:lnTo>
                  <a:lnTo>
                    <a:pt x="1974027" y="350004"/>
                  </a:lnTo>
                  <a:lnTo>
                    <a:pt x="1975030" y="324973"/>
                  </a:lnTo>
                  <a:lnTo>
                    <a:pt x="1976032" y="307451"/>
                  </a:lnTo>
                  <a:lnTo>
                    <a:pt x="1977537" y="328978"/>
                  </a:lnTo>
                  <a:lnTo>
                    <a:pt x="1978540" y="326474"/>
                  </a:lnTo>
                  <a:lnTo>
                    <a:pt x="1979543" y="344497"/>
                  </a:lnTo>
                  <a:lnTo>
                    <a:pt x="1981047" y="344497"/>
                  </a:lnTo>
                  <a:lnTo>
                    <a:pt x="1982050" y="334985"/>
                  </a:lnTo>
                  <a:lnTo>
                    <a:pt x="1983053" y="348502"/>
                  </a:lnTo>
                  <a:lnTo>
                    <a:pt x="1984557" y="353008"/>
                  </a:lnTo>
                  <a:lnTo>
                    <a:pt x="1985560" y="334985"/>
                  </a:lnTo>
                  <a:lnTo>
                    <a:pt x="1986563" y="347000"/>
                  </a:lnTo>
                  <a:lnTo>
                    <a:pt x="1988067" y="361518"/>
                  </a:lnTo>
                  <a:lnTo>
                    <a:pt x="1989070" y="323971"/>
                  </a:lnTo>
                  <a:lnTo>
                    <a:pt x="1990073" y="347000"/>
                  </a:lnTo>
                  <a:lnTo>
                    <a:pt x="1991076" y="373553"/>
                  </a:lnTo>
                  <a:lnTo>
                    <a:pt x="1992580" y="358514"/>
                  </a:lnTo>
                  <a:lnTo>
                    <a:pt x="1993583" y="380061"/>
                  </a:lnTo>
                  <a:lnTo>
                    <a:pt x="1994586" y="388572"/>
                  </a:lnTo>
                  <a:lnTo>
                    <a:pt x="1996091" y="385068"/>
                  </a:lnTo>
                  <a:lnTo>
                    <a:pt x="1997093" y="395080"/>
                  </a:lnTo>
                  <a:lnTo>
                    <a:pt x="1998096" y="419611"/>
                  </a:lnTo>
                  <a:lnTo>
                    <a:pt x="1999601" y="406094"/>
                  </a:lnTo>
                  <a:lnTo>
                    <a:pt x="2000604" y="400587"/>
                  </a:lnTo>
                  <a:lnTo>
                    <a:pt x="2001606" y="406094"/>
                  </a:lnTo>
                  <a:lnTo>
                    <a:pt x="2003111" y="412101"/>
                  </a:lnTo>
                  <a:lnTo>
                    <a:pt x="2004114" y="462177"/>
                  </a:lnTo>
                  <a:lnTo>
                    <a:pt x="2005117" y="434129"/>
                  </a:lnTo>
                  <a:lnTo>
                    <a:pt x="2006120" y="443140"/>
                  </a:lnTo>
                  <a:lnTo>
                    <a:pt x="2007624" y="488711"/>
                  </a:lnTo>
                  <a:lnTo>
                    <a:pt x="2008627" y="462177"/>
                  </a:lnTo>
                  <a:lnTo>
                    <a:pt x="2009630" y="434129"/>
                  </a:lnTo>
                  <a:lnTo>
                    <a:pt x="2011134" y="475194"/>
                  </a:lnTo>
                  <a:lnTo>
                    <a:pt x="2012137" y="485707"/>
                  </a:lnTo>
                  <a:lnTo>
                    <a:pt x="2013140" y="548806"/>
                  </a:lnTo>
                  <a:lnTo>
                    <a:pt x="2014644" y="447659"/>
                  </a:lnTo>
                  <a:lnTo>
                    <a:pt x="2015647" y="464681"/>
                  </a:lnTo>
                  <a:lnTo>
                    <a:pt x="2016663" y="526778"/>
                  </a:lnTo>
                  <a:lnTo>
                    <a:pt x="2018168" y="483204"/>
                  </a:lnTo>
                  <a:lnTo>
                    <a:pt x="2019171" y="516746"/>
                  </a:lnTo>
                  <a:lnTo>
                    <a:pt x="2020174" y="488711"/>
                  </a:lnTo>
                  <a:lnTo>
                    <a:pt x="2021678" y="510238"/>
                  </a:lnTo>
                  <a:lnTo>
                    <a:pt x="2022681" y="533787"/>
                  </a:lnTo>
                  <a:lnTo>
                    <a:pt x="2023684" y="533787"/>
                  </a:lnTo>
                  <a:lnTo>
                    <a:pt x="2024687" y="548806"/>
                  </a:lnTo>
                  <a:lnTo>
                    <a:pt x="2026191" y="497722"/>
                  </a:lnTo>
                  <a:lnTo>
                    <a:pt x="2027194" y="544801"/>
                  </a:lnTo>
                  <a:lnTo>
                    <a:pt x="2028197" y="503729"/>
                  </a:lnTo>
                  <a:lnTo>
                    <a:pt x="2029701" y="552811"/>
                  </a:lnTo>
                  <a:lnTo>
                    <a:pt x="2030704" y="523254"/>
                  </a:lnTo>
                  <a:lnTo>
                    <a:pt x="2031707" y="500726"/>
                  </a:lnTo>
                  <a:lnTo>
                    <a:pt x="2033211" y="506733"/>
                  </a:lnTo>
                  <a:lnTo>
                    <a:pt x="2034214" y="548806"/>
                  </a:lnTo>
                  <a:lnTo>
                    <a:pt x="2035217" y="560821"/>
                  </a:lnTo>
                  <a:lnTo>
                    <a:pt x="2036721" y="497722"/>
                  </a:lnTo>
                  <a:lnTo>
                    <a:pt x="2037724" y="516746"/>
                  </a:lnTo>
                  <a:lnTo>
                    <a:pt x="2038727" y="565326"/>
                  </a:lnTo>
                  <a:lnTo>
                    <a:pt x="2039730" y="500726"/>
                  </a:lnTo>
                  <a:lnTo>
                    <a:pt x="2041235" y="523254"/>
                  </a:lnTo>
                  <a:lnTo>
                    <a:pt x="2042237" y="485707"/>
                  </a:lnTo>
                  <a:lnTo>
                    <a:pt x="2043240" y="475194"/>
                  </a:lnTo>
                  <a:lnTo>
                    <a:pt x="2044745" y="560821"/>
                  </a:lnTo>
                  <a:lnTo>
                    <a:pt x="2045748" y="537291"/>
                  </a:lnTo>
                  <a:lnTo>
                    <a:pt x="2046750" y="541296"/>
                  </a:lnTo>
                  <a:lnTo>
                    <a:pt x="2048255" y="548806"/>
                  </a:lnTo>
                  <a:lnTo>
                    <a:pt x="2049258" y="560821"/>
                  </a:lnTo>
                  <a:lnTo>
                    <a:pt x="2050261" y="573837"/>
                  </a:lnTo>
                  <a:lnTo>
                    <a:pt x="2051765" y="513241"/>
                  </a:lnTo>
                  <a:lnTo>
                    <a:pt x="2052768" y="472190"/>
                  </a:lnTo>
                  <a:lnTo>
                    <a:pt x="2053771" y="523254"/>
                  </a:lnTo>
                  <a:lnTo>
                    <a:pt x="2054774" y="526778"/>
                  </a:lnTo>
                  <a:lnTo>
                    <a:pt x="2056278" y="519749"/>
                  </a:lnTo>
                  <a:lnTo>
                    <a:pt x="2057281" y="583349"/>
                  </a:lnTo>
                  <a:lnTo>
                    <a:pt x="2058284" y="537291"/>
                  </a:lnTo>
                  <a:lnTo>
                    <a:pt x="2059788" y="526778"/>
                  </a:lnTo>
                  <a:lnTo>
                    <a:pt x="2060791" y="513241"/>
                  </a:lnTo>
                  <a:lnTo>
                    <a:pt x="2061794" y="565326"/>
                  </a:lnTo>
                  <a:lnTo>
                    <a:pt x="2063298" y="569832"/>
                  </a:lnTo>
                  <a:lnTo>
                    <a:pt x="2064301" y="488711"/>
                  </a:lnTo>
                  <a:lnTo>
                    <a:pt x="2065304" y="530283"/>
                  </a:lnTo>
                  <a:lnTo>
                    <a:pt x="2066809" y="544801"/>
                  </a:lnTo>
                  <a:lnTo>
                    <a:pt x="2067811" y="494718"/>
                  </a:lnTo>
                  <a:lnTo>
                    <a:pt x="2068814" y="503729"/>
                  </a:lnTo>
                  <a:lnTo>
                    <a:pt x="2069817" y="560821"/>
                  </a:lnTo>
                  <a:lnTo>
                    <a:pt x="2071322" y="513241"/>
                  </a:lnTo>
                  <a:lnTo>
                    <a:pt x="2072325" y="516746"/>
                  </a:lnTo>
                  <a:lnTo>
                    <a:pt x="2073327" y="533787"/>
                  </a:lnTo>
                  <a:lnTo>
                    <a:pt x="2074832" y="510238"/>
                  </a:lnTo>
                  <a:lnTo>
                    <a:pt x="2075835" y="544801"/>
                  </a:lnTo>
                  <a:lnTo>
                    <a:pt x="2076838" y="500726"/>
                  </a:lnTo>
                  <a:lnTo>
                    <a:pt x="2078342" y="533787"/>
                  </a:lnTo>
                  <a:lnTo>
                    <a:pt x="2079345" y="592861"/>
                  </a:lnTo>
                  <a:lnTo>
                    <a:pt x="2080348" y="519749"/>
                  </a:lnTo>
                  <a:lnTo>
                    <a:pt x="2081852" y="565326"/>
                  </a:lnTo>
                  <a:lnTo>
                    <a:pt x="2082855" y="587855"/>
                  </a:lnTo>
                  <a:lnTo>
                    <a:pt x="2083858" y="544801"/>
                  </a:lnTo>
                  <a:lnTo>
                    <a:pt x="2084861" y="530283"/>
                  </a:lnTo>
                  <a:lnTo>
                    <a:pt x="2086365" y="560821"/>
                  </a:lnTo>
                  <a:lnTo>
                    <a:pt x="2087368" y="519749"/>
                  </a:lnTo>
                  <a:lnTo>
                    <a:pt x="2088371" y="544801"/>
                  </a:lnTo>
                  <a:lnTo>
                    <a:pt x="2089875" y="530283"/>
                  </a:lnTo>
                  <a:lnTo>
                    <a:pt x="2090878" y="556816"/>
                  </a:lnTo>
                  <a:lnTo>
                    <a:pt x="2091881" y="541296"/>
                  </a:lnTo>
                  <a:lnTo>
                    <a:pt x="2093385" y="552811"/>
                  </a:lnTo>
                  <a:lnTo>
                    <a:pt x="2094388" y="516746"/>
                  </a:lnTo>
                  <a:lnTo>
                    <a:pt x="2095391" y="519749"/>
                  </a:lnTo>
                  <a:lnTo>
                    <a:pt x="2096896" y="519749"/>
                  </a:lnTo>
                  <a:lnTo>
                    <a:pt x="2097899" y="526778"/>
                  </a:lnTo>
                  <a:lnTo>
                    <a:pt x="2098901" y="523254"/>
                  </a:lnTo>
                  <a:lnTo>
                    <a:pt x="2099904" y="519749"/>
                  </a:lnTo>
                  <a:lnTo>
                    <a:pt x="2101409" y="565326"/>
                  </a:lnTo>
                  <a:lnTo>
                    <a:pt x="2102412" y="491714"/>
                  </a:lnTo>
                  <a:lnTo>
                    <a:pt x="2103415" y="537291"/>
                  </a:lnTo>
                  <a:lnTo>
                    <a:pt x="2104919" y="513241"/>
                  </a:lnTo>
                  <a:lnTo>
                    <a:pt x="2105922" y="560821"/>
                  </a:lnTo>
                  <a:lnTo>
                    <a:pt x="2106925" y="556816"/>
                  </a:lnTo>
                  <a:lnTo>
                    <a:pt x="2108429" y="506733"/>
                  </a:lnTo>
                  <a:lnTo>
                    <a:pt x="2109432" y="533787"/>
                  </a:lnTo>
                  <a:lnTo>
                    <a:pt x="2110435" y="483204"/>
                  </a:lnTo>
                  <a:lnTo>
                    <a:pt x="2111939" y="544801"/>
                  </a:lnTo>
                  <a:lnTo>
                    <a:pt x="2112942" y="513241"/>
                  </a:lnTo>
                  <a:lnTo>
                    <a:pt x="2113945" y="530283"/>
                  </a:lnTo>
                  <a:lnTo>
                    <a:pt x="2114948" y="516746"/>
                  </a:lnTo>
                  <a:lnTo>
                    <a:pt x="2116452" y="552811"/>
                  </a:lnTo>
                  <a:lnTo>
                    <a:pt x="2117455" y="526778"/>
                  </a:lnTo>
                  <a:lnTo>
                    <a:pt x="2118458" y="548806"/>
                  </a:lnTo>
                  <a:lnTo>
                    <a:pt x="2119962" y="556816"/>
                  </a:lnTo>
                  <a:lnTo>
                    <a:pt x="2120965" y="565326"/>
                  </a:lnTo>
                  <a:lnTo>
                    <a:pt x="2121968" y="556816"/>
                  </a:lnTo>
                  <a:lnTo>
                    <a:pt x="2123493" y="560821"/>
                  </a:lnTo>
                  <a:lnTo>
                    <a:pt x="2124496" y="526778"/>
                  </a:lnTo>
                  <a:lnTo>
                    <a:pt x="2125498" y="485707"/>
                  </a:lnTo>
                  <a:lnTo>
                    <a:pt x="2127003" y="548806"/>
                  </a:lnTo>
                  <a:lnTo>
                    <a:pt x="2128006" y="526778"/>
                  </a:lnTo>
                  <a:lnTo>
                    <a:pt x="2129009" y="523254"/>
                  </a:lnTo>
                  <a:lnTo>
                    <a:pt x="2130011" y="541296"/>
                  </a:lnTo>
                  <a:lnTo>
                    <a:pt x="2131516" y="569832"/>
                  </a:lnTo>
                  <a:lnTo>
                    <a:pt x="2132519" y="513241"/>
                  </a:lnTo>
                  <a:lnTo>
                    <a:pt x="2133522" y="503729"/>
                  </a:lnTo>
                  <a:lnTo>
                    <a:pt x="2135026" y="526778"/>
                  </a:lnTo>
                  <a:lnTo>
                    <a:pt x="2136029" y="526778"/>
                  </a:lnTo>
                  <a:lnTo>
                    <a:pt x="2137032" y="500726"/>
                  </a:lnTo>
                  <a:lnTo>
                    <a:pt x="2138536" y="556816"/>
                  </a:lnTo>
                  <a:lnTo>
                    <a:pt x="2139539" y="587855"/>
                  </a:lnTo>
                  <a:lnTo>
                    <a:pt x="2140542" y="537291"/>
                  </a:lnTo>
                  <a:lnTo>
                    <a:pt x="2142046" y="491714"/>
                  </a:lnTo>
                  <a:lnTo>
                    <a:pt x="2143049" y="491714"/>
                  </a:lnTo>
                  <a:lnTo>
                    <a:pt x="2144052" y="503729"/>
                  </a:lnTo>
                  <a:lnTo>
                    <a:pt x="2145556" y="556816"/>
                  </a:lnTo>
                  <a:lnTo>
                    <a:pt x="2146559" y="510238"/>
                  </a:lnTo>
                  <a:lnTo>
                    <a:pt x="2147562" y="523254"/>
                  </a:lnTo>
                  <a:lnTo>
                    <a:pt x="2148565" y="552811"/>
                  </a:lnTo>
                  <a:lnTo>
                    <a:pt x="2150070" y="503729"/>
                  </a:lnTo>
                  <a:lnTo>
                    <a:pt x="2151072" y="523254"/>
                  </a:lnTo>
                  <a:lnTo>
                    <a:pt x="2152075" y="454668"/>
                  </a:lnTo>
                  <a:lnTo>
                    <a:pt x="2153580" y="537291"/>
                  </a:lnTo>
                  <a:lnTo>
                    <a:pt x="2154583" y="506733"/>
                  </a:lnTo>
                  <a:lnTo>
                    <a:pt x="2155586" y="552811"/>
                  </a:lnTo>
                  <a:lnTo>
                    <a:pt x="2157090" y="523254"/>
                  </a:lnTo>
                  <a:lnTo>
                    <a:pt x="2158093" y="583349"/>
                  </a:lnTo>
                  <a:lnTo>
                    <a:pt x="2159096" y="510238"/>
                  </a:lnTo>
                  <a:lnTo>
                    <a:pt x="2160600" y="565326"/>
                  </a:lnTo>
                  <a:lnTo>
                    <a:pt x="2161603" y="533787"/>
                  </a:lnTo>
                  <a:lnTo>
                    <a:pt x="2162606" y="510238"/>
                  </a:lnTo>
                  <a:lnTo>
                    <a:pt x="2163609" y="506733"/>
                  </a:lnTo>
                  <a:lnTo>
                    <a:pt x="2165113" y="523254"/>
                  </a:lnTo>
                  <a:lnTo>
                    <a:pt x="2166116" y="488711"/>
                  </a:lnTo>
                  <a:lnTo>
                    <a:pt x="2167119" y="565326"/>
                  </a:lnTo>
                  <a:lnTo>
                    <a:pt x="2168623" y="494718"/>
                  </a:lnTo>
                  <a:lnTo>
                    <a:pt x="2169626" y="618907"/>
                  </a:lnTo>
                  <a:lnTo>
                    <a:pt x="2170629" y="516746"/>
                  </a:lnTo>
                  <a:lnTo>
                    <a:pt x="2172133" y="565326"/>
                  </a:lnTo>
                  <a:lnTo>
                    <a:pt x="2173136" y="510238"/>
                  </a:lnTo>
                  <a:lnTo>
                    <a:pt x="2174139" y="541296"/>
                  </a:lnTo>
                  <a:lnTo>
                    <a:pt x="2175644" y="523254"/>
                  </a:lnTo>
                  <a:lnTo>
                    <a:pt x="2176646" y="503729"/>
                  </a:lnTo>
                  <a:lnTo>
                    <a:pt x="2177649" y="556816"/>
                  </a:lnTo>
                  <a:lnTo>
                    <a:pt x="2178652" y="597867"/>
                  </a:lnTo>
                  <a:lnTo>
                    <a:pt x="2180157" y="569832"/>
                  </a:lnTo>
                  <a:lnTo>
                    <a:pt x="2181160" y="503729"/>
                  </a:lnTo>
                  <a:lnTo>
                    <a:pt x="2182162" y="494718"/>
                  </a:lnTo>
                  <a:lnTo>
                    <a:pt x="2183667" y="467184"/>
                  </a:lnTo>
                  <a:lnTo>
                    <a:pt x="2184670" y="544801"/>
                  </a:lnTo>
                  <a:lnTo>
                    <a:pt x="2185673" y="500726"/>
                  </a:lnTo>
                  <a:lnTo>
                    <a:pt x="2187177" y="513241"/>
                  </a:lnTo>
                  <a:lnTo>
                    <a:pt x="2188180" y="587855"/>
                  </a:lnTo>
                  <a:lnTo>
                    <a:pt x="2189183" y="544801"/>
                  </a:lnTo>
                  <a:lnTo>
                    <a:pt x="2190687" y="526778"/>
                  </a:lnTo>
                  <a:lnTo>
                    <a:pt x="2191690" y="506733"/>
                  </a:lnTo>
                  <a:lnTo>
                    <a:pt x="2192693" y="516746"/>
                  </a:lnTo>
                  <a:lnTo>
                    <a:pt x="2193696" y="491714"/>
                  </a:lnTo>
                  <a:lnTo>
                    <a:pt x="2195200" y="519749"/>
                  </a:lnTo>
                  <a:lnTo>
                    <a:pt x="2196203" y="516746"/>
                  </a:lnTo>
                  <a:lnTo>
                    <a:pt x="2197206" y="500726"/>
                  </a:lnTo>
                  <a:lnTo>
                    <a:pt x="2198710" y="483204"/>
                  </a:lnTo>
                  <a:lnTo>
                    <a:pt x="2199713" y="510238"/>
                  </a:lnTo>
                </a:path>
              </a:pathLst>
            </a:custGeom>
            <a:ln w="3175">
              <a:solidFill>
                <a:srgbClr val="005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635925" y="2253374"/>
              <a:ext cx="2200275" cy="708660"/>
            </a:xfrm>
            <a:custGeom>
              <a:avLst/>
              <a:gdLst/>
              <a:ahLst/>
              <a:cxnLst/>
              <a:rect l="l" t="t" r="r" b="b"/>
              <a:pathLst>
                <a:path w="2200275" h="708660">
                  <a:moveTo>
                    <a:pt x="0" y="318965"/>
                  </a:moveTo>
                  <a:lnTo>
                    <a:pt x="1002" y="312958"/>
                  </a:lnTo>
                  <a:lnTo>
                    <a:pt x="2520" y="289929"/>
                  </a:lnTo>
                  <a:lnTo>
                    <a:pt x="3523" y="319466"/>
                  </a:lnTo>
                  <a:lnTo>
                    <a:pt x="4526" y="319466"/>
                  </a:lnTo>
                  <a:lnTo>
                    <a:pt x="6030" y="348001"/>
                  </a:lnTo>
                  <a:lnTo>
                    <a:pt x="7033" y="305949"/>
                  </a:lnTo>
                  <a:lnTo>
                    <a:pt x="8036" y="319466"/>
                  </a:lnTo>
                  <a:lnTo>
                    <a:pt x="9039" y="337488"/>
                  </a:lnTo>
                  <a:lnTo>
                    <a:pt x="10543" y="320467"/>
                  </a:lnTo>
                  <a:lnTo>
                    <a:pt x="11546" y="320467"/>
                  </a:lnTo>
                  <a:lnTo>
                    <a:pt x="12549" y="336988"/>
                  </a:lnTo>
                  <a:lnTo>
                    <a:pt x="14054" y="302945"/>
                  </a:lnTo>
                  <a:lnTo>
                    <a:pt x="15056" y="316963"/>
                  </a:lnTo>
                  <a:lnTo>
                    <a:pt x="16059" y="334985"/>
                  </a:lnTo>
                  <a:lnTo>
                    <a:pt x="17564" y="311456"/>
                  </a:lnTo>
                  <a:lnTo>
                    <a:pt x="18567" y="335986"/>
                  </a:lnTo>
                  <a:lnTo>
                    <a:pt x="19569" y="307451"/>
                  </a:lnTo>
                  <a:lnTo>
                    <a:pt x="21074" y="319466"/>
                  </a:lnTo>
                  <a:lnTo>
                    <a:pt x="22077" y="316462"/>
                  </a:lnTo>
                  <a:lnTo>
                    <a:pt x="23080" y="330479"/>
                  </a:lnTo>
                  <a:lnTo>
                    <a:pt x="24083" y="333984"/>
                  </a:lnTo>
                  <a:lnTo>
                    <a:pt x="25587" y="348001"/>
                  </a:lnTo>
                  <a:lnTo>
                    <a:pt x="26590" y="320467"/>
                  </a:lnTo>
                  <a:lnTo>
                    <a:pt x="27593" y="320467"/>
                  </a:lnTo>
                  <a:lnTo>
                    <a:pt x="29097" y="315461"/>
                  </a:lnTo>
                  <a:lnTo>
                    <a:pt x="30100" y="347000"/>
                  </a:lnTo>
                  <a:lnTo>
                    <a:pt x="31103" y="339491"/>
                  </a:lnTo>
                  <a:lnTo>
                    <a:pt x="32607" y="326975"/>
                  </a:lnTo>
                  <a:lnTo>
                    <a:pt x="33610" y="326474"/>
                  </a:lnTo>
                  <a:lnTo>
                    <a:pt x="34613" y="321969"/>
                  </a:lnTo>
                  <a:lnTo>
                    <a:pt x="36117" y="348001"/>
                  </a:lnTo>
                  <a:lnTo>
                    <a:pt x="37120" y="316462"/>
                  </a:lnTo>
                  <a:lnTo>
                    <a:pt x="38123" y="330479"/>
                  </a:lnTo>
                  <a:lnTo>
                    <a:pt x="39126" y="343996"/>
                  </a:lnTo>
                  <a:lnTo>
                    <a:pt x="40630" y="321969"/>
                  </a:lnTo>
                  <a:lnTo>
                    <a:pt x="41633" y="312457"/>
                  </a:lnTo>
                  <a:lnTo>
                    <a:pt x="42636" y="342995"/>
                  </a:lnTo>
                  <a:lnTo>
                    <a:pt x="44141" y="326474"/>
                  </a:lnTo>
                  <a:lnTo>
                    <a:pt x="45144" y="348001"/>
                  </a:lnTo>
                  <a:lnTo>
                    <a:pt x="46146" y="350504"/>
                  </a:lnTo>
                  <a:lnTo>
                    <a:pt x="47651" y="329478"/>
                  </a:lnTo>
                  <a:lnTo>
                    <a:pt x="48654" y="353508"/>
                  </a:lnTo>
                  <a:lnTo>
                    <a:pt x="49657" y="344998"/>
                  </a:lnTo>
                  <a:lnTo>
                    <a:pt x="51161" y="338489"/>
                  </a:lnTo>
                  <a:lnTo>
                    <a:pt x="52164" y="348001"/>
                  </a:lnTo>
                  <a:lnTo>
                    <a:pt x="53167" y="336988"/>
                  </a:lnTo>
                  <a:lnTo>
                    <a:pt x="54170" y="327976"/>
                  </a:lnTo>
                  <a:lnTo>
                    <a:pt x="55674" y="377552"/>
                  </a:lnTo>
                  <a:lnTo>
                    <a:pt x="56677" y="341994"/>
                  </a:lnTo>
                  <a:lnTo>
                    <a:pt x="57680" y="343996"/>
                  </a:lnTo>
                  <a:lnTo>
                    <a:pt x="59184" y="331481"/>
                  </a:lnTo>
                  <a:lnTo>
                    <a:pt x="60187" y="344998"/>
                  </a:lnTo>
                  <a:lnTo>
                    <a:pt x="61190" y="344998"/>
                  </a:lnTo>
                  <a:lnTo>
                    <a:pt x="62694" y="364535"/>
                  </a:lnTo>
                  <a:lnTo>
                    <a:pt x="63697" y="358528"/>
                  </a:lnTo>
                  <a:lnTo>
                    <a:pt x="64700" y="331481"/>
                  </a:lnTo>
                  <a:lnTo>
                    <a:pt x="66204" y="374548"/>
                  </a:lnTo>
                  <a:lnTo>
                    <a:pt x="67207" y="331481"/>
                  </a:lnTo>
                  <a:lnTo>
                    <a:pt x="68210" y="352507"/>
                  </a:lnTo>
                  <a:lnTo>
                    <a:pt x="69715" y="353508"/>
                  </a:lnTo>
                  <a:lnTo>
                    <a:pt x="70718" y="361532"/>
                  </a:lnTo>
                  <a:lnTo>
                    <a:pt x="71720" y="334985"/>
                  </a:lnTo>
                  <a:lnTo>
                    <a:pt x="72723" y="312958"/>
                  </a:lnTo>
                  <a:lnTo>
                    <a:pt x="74228" y="321969"/>
                  </a:lnTo>
                  <a:lnTo>
                    <a:pt x="75231" y="336988"/>
                  </a:lnTo>
                  <a:lnTo>
                    <a:pt x="76233" y="336988"/>
                  </a:lnTo>
                  <a:lnTo>
                    <a:pt x="77738" y="350004"/>
                  </a:lnTo>
                  <a:lnTo>
                    <a:pt x="78741" y="358528"/>
                  </a:lnTo>
                  <a:lnTo>
                    <a:pt x="79744" y="349003"/>
                  </a:lnTo>
                  <a:lnTo>
                    <a:pt x="81248" y="362533"/>
                  </a:lnTo>
                  <a:lnTo>
                    <a:pt x="82251" y="326975"/>
                  </a:lnTo>
                  <a:lnTo>
                    <a:pt x="83254" y="333984"/>
                  </a:lnTo>
                  <a:lnTo>
                    <a:pt x="84758" y="332983"/>
                  </a:lnTo>
                  <a:lnTo>
                    <a:pt x="85761" y="326975"/>
                  </a:lnTo>
                  <a:lnTo>
                    <a:pt x="86764" y="295936"/>
                  </a:lnTo>
                  <a:lnTo>
                    <a:pt x="87767" y="274910"/>
                  </a:lnTo>
                  <a:lnTo>
                    <a:pt x="89271" y="232337"/>
                  </a:lnTo>
                  <a:lnTo>
                    <a:pt x="90274" y="201799"/>
                  </a:lnTo>
                  <a:lnTo>
                    <a:pt x="91277" y="168744"/>
                  </a:lnTo>
                  <a:lnTo>
                    <a:pt x="92781" y="130196"/>
                  </a:lnTo>
                  <a:lnTo>
                    <a:pt x="93784" y="112654"/>
                  </a:lnTo>
                  <a:lnTo>
                    <a:pt x="94787" y="78611"/>
                  </a:lnTo>
                  <a:lnTo>
                    <a:pt x="96292" y="80113"/>
                  </a:lnTo>
                  <a:lnTo>
                    <a:pt x="97294" y="57084"/>
                  </a:lnTo>
                  <a:lnTo>
                    <a:pt x="98297" y="45570"/>
                  </a:lnTo>
                  <a:lnTo>
                    <a:pt x="99802" y="58586"/>
                  </a:lnTo>
                  <a:lnTo>
                    <a:pt x="100805" y="42065"/>
                  </a:lnTo>
                  <a:lnTo>
                    <a:pt x="101807" y="36559"/>
                  </a:lnTo>
                  <a:lnTo>
                    <a:pt x="102810" y="53079"/>
                  </a:lnTo>
                  <a:lnTo>
                    <a:pt x="104315" y="37560"/>
                  </a:lnTo>
                  <a:lnTo>
                    <a:pt x="105318" y="37059"/>
                  </a:lnTo>
                  <a:lnTo>
                    <a:pt x="106321" y="34556"/>
                  </a:lnTo>
                  <a:lnTo>
                    <a:pt x="107825" y="48073"/>
                  </a:lnTo>
                  <a:lnTo>
                    <a:pt x="108848" y="43067"/>
                  </a:lnTo>
                  <a:lnTo>
                    <a:pt x="109851" y="53079"/>
                  </a:lnTo>
                  <a:lnTo>
                    <a:pt x="111355" y="59087"/>
                  </a:lnTo>
                  <a:lnTo>
                    <a:pt x="112358" y="72103"/>
                  </a:lnTo>
                  <a:lnTo>
                    <a:pt x="113361" y="102141"/>
                  </a:lnTo>
                  <a:lnTo>
                    <a:pt x="114865" y="118681"/>
                  </a:lnTo>
                  <a:lnTo>
                    <a:pt x="115868" y="134701"/>
                  </a:lnTo>
                  <a:lnTo>
                    <a:pt x="116871" y="177755"/>
                  </a:lnTo>
                  <a:lnTo>
                    <a:pt x="117874" y="222324"/>
                  </a:lnTo>
                  <a:lnTo>
                    <a:pt x="119378" y="242349"/>
                  </a:lnTo>
                  <a:lnTo>
                    <a:pt x="120381" y="290930"/>
                  </a:lnTo>
                  <a:lnTo>
                    <a:pt x="121384" y="338489"/>
                  </a:lnTo>
                  <a:lnTo>
                    <a:pt x="122889" y="327976"/>
                  </a:lnTo>
                  <a:lnTo>
                    <a:pt x="123891" y="354509"/>
                  </a:lnTo>
                  <a:lnTo>
                    <a:pt x="124894" y="324472"/>
                  </a:lnTo>
                  <a:lnTo>
                    <a:pt x="126399" y="338489"/>
                  </a:lnTo>
                  <a:lnTo>
                    <a:pt x="127402" y="364535"/>
                  </a:lnTo>
                  <a:lnTo>
                    <a:pt x="128405" y="385562"/>
                  </a:lnTo>
                  <a:lnTo>
                    <a:pt x="129909" y="341493"/>
                  </a:lnTo>
                  <a:lnTo>
                    <a:pt x="130912" y="358528"/>
                  </a:lnTo>
                  <a:lnTo>
                    <a:pt x="131915" y="341493"/>
                  </a:lnTo>
                  <a:lnTo>
                    <a:pt x="132918" y="383059"/>
                  </a:lnTo>
                  <a:lnTo>
                    <a:pt x="134422" y="367038"/>
                  </a:lnTo>
                  <a:lnTo>
                    <a:pt x="135425" y="411594"/>
                  </a:lnTo>
                  <a:lnTo>
                    <a:pt x="136428" y="394072"/>
                  </a:lnTo>
                  <a:lnTo>
                    <a:pt x="137932" y="385562"/>
                  </a:lnTo>
                  <a:lnTo>
                    <a:pt x="138935" y="389066"/>
                  </a:lnTo>
                  <a:lnTo>
                    <a:pt x="139938" y="402583"/>
                  </a:lnTo>
                  <a:lnTo>
                    <a:pt x="141442" y="366037"/>
                  </a:lnTo>
                  <a:lnTo>
                    <a:pt x="142445" y="360530"/>
                  </a:lnTo>
                  <a:lnTo>
                    <a:pt x="143448" y="371043"/>
                  </a:lnTo>
                  <a:lnTo>
                    <a:pt x="144952" y="380055"/>
                  </a:lnTo>
                  <a:lnTo>
                    <a:pt x="145955" y="363534"/>
                  </a:lnTo>
                  <a:lnTo>
                    <a:pt x="146958" y="385562"/>
                  </a:lnTo>
                  <a:lnTo>
                    <a:pt x="147961" y="385562"/>
                  </a:lnTo>
                  <a:lnTo>
                    <a:pt x="149465" y="403584"/>
                  </a:lnTo>
                  <a:lnTo>
                    <a:pt x="150468" y="371043"/>
                  </a:lnTo>
                  <a:lnTo>
                    <a:pt x="151471" y="392570"/>
                  </a:lnTo>
                  <a:lnTo>
                    <a:pt x="152976" y="361532"/>
                  </a:lnTo>
                  <a:lnTo>
                    <a:pt x="153979" y="360530"/>
                  </a:lnTo>
                  <a:lnTo>
                    <a:pt x="154981" y="374548"/>
                  </a:lnTo>
                  <a:lnTo>
                    <a:pt x="156486" y="392570"/>
                  </a:lnTo>
                  <a:lnTo>
                    <a:pt x="157489" y="375549"/>
                  </a:lnTo>
                  <a:lnTo>
                    <a:pt x="158492" y="384560"/>
                  </a:lnTo>
                  <a:lnTo>
                    <a:pt x="159996" y="381056"/>
                  </a:lnTo>
                  <a:lnTo>
                    <a:pt x="160999" y="395074"/>
                  </a:lnTo>
                  <a:lnTo>
                    <a:pt x="162002" y="410092"/>
                  </a:lnTo>
                  <a:lnTo>
                    <a:pt x="163005" y="401081"/>
                  </a:lnTo>
                  <a:lnTo>
                    <a:pt x="164509" y="398578"/>
                  </a:lnTo>
                  <a:lnTo>
                    <a:pt x="165512" y="347000"/>
                  </a:lnTo>
                  <a:lnTo>
                    <a:pt x="166515" y="388065"/>
                  </a:lnTo>
                  <a:lnTo>
                    <a:pt x="168019" y="426613"/>
                  </a:lnTo>
                  <a:lnTo>
                    <a:pt x="169022" y="405086"/>
                  </a:lnTo>
                  <a:lnTo>
                    <a:pt x="170025" y="372045"/>
                  </a:lnTo>
                  <a:lnTo>
                    <a:pt x="171529" y="392570"/>
                  </a:lnTo>
                  <a:lnTo>
                    <a:pt x="172532" y="424110"/>
                  </a:lnTo>
                  <a:lnTo>
                    <a:pt x="173535" y="367038"/>
                  </a:lnTo>
                  <a:lnTo>
                    <a:pt x="175039" y="415599"/>
                  </a:lnTo>
                  <a:lnTo>
                    <a:pt x="176042" y="395074"/>
                  </a:lnTo>
                  <a:lnTo>
                    <a:pt x="177045" y="385562"/>
                  </a:lnTo>
                  <a:lnTo>
                    <a:pt x="178048" y="410092"/>
                  </a:lnTo>
                  <a:lnTo>
                    <a:pt x="179553" y="382057"/>
                  </a:lnTo>
                  <a:lnTo>
                    <a:pt x="180555" y="415599"/>
                  </a:lnTo>
                  <a:lnTo>
                    <a:pt x="181558" y="394072"/>
                  </a:lnTo>
                  <a:lnTo>
                    <a:pt x="183063" y="414097"/>
                  </a:lnTo>
                  <a:lnTo>
                    <a:pt x="184066" y="388065"/>
                  </a:lnTo>
                  <a:lnTo>
                    <a:pt x="185069" y="419604"/>
                  </a:lnTo>
                  <a:lnTo>
                    <a:pt x="186573" y="403584"/>
                  </a:lnTo>
                  <a:lnTo>
                    <a:pt x="187576" y="415599"/>
                  </a:lnTo>
                  <a:lnTo>
                    <a:pt x="188579" y="395074"/>
                  </a:lnTo>
                  <a:lnTo>
                    <a:pt x="190083" y="401081"/>
                  </a:lnTo>
                  <a:lnTo>
                    <a:pt x="191086" y="434122"/>
                  </a:lnTo>
                  <a:lnTo>
                    <a:pt x="192089" y="397577"/>
                  </a:lnTo>
                  <a:lnTo>
                    <a:pt x="193593" y="438648"/>
                  </a:lnTo>
                  <a:lnTo>
                    <a:pt x="194596" y="426613"/>
                  </a:lnTo>
                  <a:lnTo>
                    <a:pt x="195599" y="405086"/>
                  </a:lnTo>
                  <a:lnTo>
                    <a:pt x="196602" y="384560"/>
                  </a:lnTo>
                  <a:lnTo>
                    <a:pt x="198106" y="389066"/>
                  </a:lnTo>
                  <a:lnTo>
                    <a:pt x="199109" y="417101"/>
                  </a:lnTo>
                  <a:lnTo>
                    <a:pt x="200112" y="400080"/>
                  </a:lnTo>
                  <a:lnTo>
                    <a:pt x="201616" y="428115"/>
                  </a:lnTo>
                  <a:lnTo>
                    <a:pt x="202619" y="388065"/>
                  </a:lnTo>
                  <a:lnTo>
                    <a:pt x="203622" y="422608"/>
                  </a:lnTo>
                  <a:lnTo>
                    <a:pt x="205127" y="396075"/>
                  </a:lnTo>
                  <a:lnTo>
                    <a:pt x="206129" y="401081"/>
                  </a:lnTo>
                  <a:lnTo>
                    <a:pt x="207132" y="435644"/>
                  </a:lnTo>
                  <a:lnTo>
                    <a:pt x="208637" y="414097"/>
                  </a:lnTo>
                  <a:lnTo>
                    <a:pt x="209640" y="391569"/>
                  </a:lnTo>
                  <a:lnTo>
                    <a:pt x="210643" y="390067"/>
                  </a:lnTo>
                  <a:lnTo>
                    <a:pt x="211645" y="411594"/>
                  </a:lnTo>
                  <a:lnTo>
                    <a:pt x="213150" y="398578"/>
                  </a:lnTo>
                  <a:lnTo>
                    <a:pt x="214153" y="426613"/>
                  </a:lnTo>
                  <a:lnTo>
                    <a:pt x="215169" y="413096"/>
                  </a:lnTo>
                  <a:lnTo>
                    <a:pt x="216673" y="410092"/>
                  </a:lnTo>
                  <a:lnTo>
                    <a:pt x="217676" y="426613"/>
                  </a:lnTo>
                  <a:lnTo>
                    <a:pt x="218679" y="422608"/>
                  </a:lnTo>
                  <a:lnTo>
                    <a:pt x="220184" y="422608"/>
                  </a:lnTo>
                  <a:lnTo>
                    <a:pt x="221186" y="432620"/>
                  </a:lnTo>
                  <a:lnTo>
                    <a:pt x="222189" y="424110"/>
                  </a:lnTo>
                  <a:lnTo>
                    <a:pt x="223694" y="415599"/>
                  </a:lnTo>
                  <a:lnTo>
                    <a:pt x="224697" y="428115"/>
                  </a:lnTo>
                  <a:lnTo>
                    <a:pt x="225699" y="382057"/>
                  </a:lnTo>
                  <a:lnTo>
                    <a:pt x="226702" y="422608"/>
                  </a:lnTo>
                  <a:lnTo>
                    <a:pt x="228207" y="392570"/>
                  </a:lnTo>
                  <a:lnTo>
                    <a:pt x="229210" y="395074"/>
                  </a:lnTo>
                  <a:lnTo>
                    <a:pt x="230213" y="407589"/>
                  </a:lnTo>
                  <a:lnTo>
                    <a:pt x="231717" y="396075"/>
                  </a:lnTo>
                  <a:lnTo>
                    <a:pt x="232720" y="390067"/>
                  </a:lnTo>
                  <a:lnTo>
                    <a:pt x="233723" y="373046"/>
                  </a:lnTo>
                  <a:lnTo>
                    <a:pt x="235227" y="401081"/>
                  </a:lnTo>
                  <a:lnTo>
                    <a:pt x="236230" y="398578"/>
                  </a:lnTo>
                  <a:lnTo>
                    <a:pt x="237233" y="381056"/>
                  </a:lnTo>
                  <a:lnTo>
                    <a:pt x="238737" y="374548"/>
                  </a:lnTo>
                  <a:lnTo>
                    <a:pt x="239740" y="385562"/>
                  </a:lnTo>
                  <a:lnTo>
                    <a:pt x="240743" y="353508"/>
                  </a:lnTo>
                  <a:lnTo>
                    <a:pt x="241746" y="341493"/>
                  </a:lnTo>
                  <a:lnTo>
                    <a:pt x="243250" y="319466"/>
                  </a:lnTo>
                  <a:lnTo>
                    <a:pt x="244253" y="284422"/>
                  </a:lnTo>
                  <a:lnTo>
                    <a:pt x="245256" y="251360"/>
                  </a:lnTo>
                  <a:lnTo>
                    <a:pt x="246760" y="218319"/>
                  </a:lnTo>
                  <a:lnTo>
                    <a:pt x="247763" y="182761"/>
                  </a:lnTo>
                  <a:lnTo>
                    <a:pt x="248766" y="157229"/>
                  </a:lnTo>
                  <a:lnTo>
                    <a:pt x="250271" y="123688"/>
                  </a:lnTo>
                  <a:lnTo>
                    <a:pt x="251273" y="108148"/>
                  </a:lnTo>
                  <a:lnTo>
                    <a:pt x="252276" y="77610"/>
                  </a:lnTo>
                  <a:lnTo>
                    <a:pt x="253781" y="65595"/>
                  </a:lnTo>
                  <a:lnTo>
                    <a:pt x="254784" y="54080"/>
                  </a:lnTo>
                  <a:lnTo>
                    <a:pt x="255787" y="38060"/>
                  </a:lnTo>
                  <a:lnTo>
                    <a:pt x="256789" y="14017"/>
                  </a:lnTo>
                  <a:lnTo>
                    <a:pt x="258294" y="22027"/>
                  </a:lnTo>
                  <a:lnTo>
                    <a:pt x="259297" y="27033"/>
                  </a:lnTo>
                  <a:lnTo>
                    <a:pt x="260300" y="17521"/>
                  </a:lnTo>
                  <a:lnTo>
                    <a:pt x="261804" y="0"/>
                  </a:lnTo>
                  <a:lnTo>
                    <a:pt x="262807" y="9511"/>
                  </a:lnTo>
                  <a:lnTo>
                    <a:pt x="263810" y="13516"/>
                  </a:lnTo>
                  <a:lnTo>
                    <a:pt x="265314" y="21026"/>
                  </a:lnTo>
                  <a:lnTo>
                    <a:pt x="266317" y="10513"/>
                  </a:lnTo>
                  <a:lnTo>
                    <a:pt x="267320" y="38561"/>
                  </a:lnTo>
                  <a:lnTo>
                    <a:pt x="268824" y="31539"/>
                  </a:lnTo>
                  <a:lnTo>
                    <a:pt x="269827" y="47072"/>
                  </a:lnTo>
                  <a:lnTo>
                    <a:pt x="270830" y="73605"/>
                  </a:lnTo>
                  <a:lnTo>
                    <a:pt x="271833" y="94131"/>
                  </a:lnTo>
                  <a:lnTo>
                    <a:pt x="273337" y="109149"/>
                  </a:lnTo>
                  <a:lnTo>
                    <a:pt x="274340" y="150221"/>
                  </a:lnTo>
                  <a:lnTo>
                    <a:pt x="275343" y="188268"/>
                  </a:lnTo>
                  <a:lnTo>
                    <a:pt x="276847" y="215315"/>
                  </a:lnTo>
                  <a:lnTo>
                    <a:pt x="277850" y="257869"/>
                  </a:lnTo>
                  <a:lnTo>
                    <a:pt x="278853" y="271886"/>
                  </a:lnTo>
                  <a:lnTo>
                    <a:pt x="280358" y="334985"/>
                  </a:lnTo>
                  <a:lnTo>
                    <a:pt x="281361" y="348001"/>
                  </a:lnTo>
                  <a:lnTo>
                    <a:pt x="282363" y="366037"/>
                  </a:lnTo>
                  <a:lnTo>
                    <a:pt x="283868" y="397577"/>
                  </a:lnTo>
                  <a:lnTo>
                    <a:pt x="284871" y="421106"/>
                  </a:lnTo>
                  <a:lnTo>
                    <a:pt x="285874" y="410092"/>
                  </a:lnTo>
                  <a:lnTo>
                    <a:pt x="286877" y="435644"/>
                  </a:lnTo>
                  <a:lnTo>
                    <a:pt x="288381" y="411594"/>
                  </a:lnTo>
                  <a:lnTo>
                    <a:pt x="289384" y="448160"/>
                  </a:lnTo>
                  <a:lnTo>
                    <a:pt x="290387" y="431119"/>
                  </a:lnTo>
                  <a:lnTo>
                    <a:pt x="291891" y="425111"/>
                  </a:lnTo>
                  <a:lnTo>
                    <a:pt x="292894" y="449662"/>
                  </a:lnTo>
                  <a:lnTo>
                    <a:pt x="293897" y="418102"/>
                  </a:lnTo>
                  <a:lnTo>
                    <a:pt x="295401" y="454668"/>
                  </a:lnTo>
                  <a:lnTo>
                    <a:pt x="296404" y="440150"/>
                  </a:lnTo>
                  <a:lnTo>
                    <a:pt x="297407" y="409091"/>
                  </a:lnTo>
                  <a:lnTo>
                    <a:pt x="298911" y="462678"/>
                  </a:lnTo>
                  <a:lnTo>
                    <a:pt x="299914" y="428115"/>
                  </a:lnTo>
                  <a:lnTo>
                    <a:pt x="300917" y="466182"/>
                  </a:lnTo>
                  <a:lnTo>
                    <a:pt x="301920" y="425111"/>
                  </a:lnTo>
                  <a:lnTo>
                    <a:pt x="303424" y="444656"/>
                  </a:lnTo>
                  <a:lnTo>
                    <a:pt x="304427" y="425111"/>
                  </a:lnTo>
                  <a:lnTo>
                    <a:pt x="305430" y="461176"/>
                  </a:lnTo>
                  <a:lnTo>
                    <a:pt x="306935" y="461176"/>
                  </a:lnTo>
                  <a:lnTo>
                    <a:pt x="307938" y="451164"/>
                  </a:lnTo>
                  <a:lnTo>
                    <a:pt x="308940" y="431119"/>
                  </a:lnTo>
                  <a:lnTo>
                    <a:pt x="310445" y="431119"/>
                  </a:lnTo>
                  <a:lnTo>
                    <a:pt x="311448" y="468185"/>
                  </a:lnTo>
                  <a:lnTo>
                    <a:pt x="312451" y="473692"/>
                  </a:lnTo>
                  <a:lnTo>
                    <a:pt x="313955" y="473692"/>
                  </a:lnTo>
                  <a:lnTo>
                    <a:pt x="314958" y="452666"/>
                  </a:lnTo>
                  <a:lnTo>
                    <a:pt x="315961" y="511739"/>
                  </a:lnTo>
                  <a:lnTo>
                    <a:pt x="317465" y="486708"/>
                  </a:lnTo>
                  <a:lnTo>
                    <a:pt x="318468" y="446157"/>
                  </a:lnTo>
                  <a:lnTo>
                    <a:pt x="319471" y="443154"/>
                  </a:lnTo>
                  <a:lnTo>
                    <a:pt x="320487" y="477196"/>
                  </a:lnTo>
                  <a:lnTo>
                    <a:pt x="321992" y="496721"/>
                  </a:lnTo>
                  <a:lnTo>
                    <a:pt x="322994" y="466182"/>
                  </a:lnTo>
                  <a:lnTo>
                    <a:pt x="323997" y="452666"/>
                  </a:lnTo>
                  <a:lnTo>
                    <a:pt x="325502" y="473692"/>
                  </a:lnTo>
                  <a:lnTo>
                    <a:pt x="326505" y="459674"/>
                  </a:lnTo>
                  <a:lnTo>
                    <a:pt x="327507" y="486708"/>
                  </a:lnTo>
                  <a:lnTo>
                    <a:pt x="329012" y="428115"/>
                  </a:lnTo>
                  <a:lnTo>
                    <a:pt x="330015" y="466182"/>
                  </a:lnTo>
                  <a:lnTo>
                    <a:pt x="331018" y="448160"/>
                  </a:lnTo>
                  <a:lnTo>
                    <a:pt x="332522" y="477196"/>
                  </a:lnTo>
                  <a:lnTo>
                    <a:pt x="333525" y="464681"/>
                  </a:lnTo>
                  <a:lnTo>
                    <a:pt x="334528" y="466182"/>
                  </a:lnTo>
                  <a:lnTo>
                    <a:pt x="335531" y="435644"/>
                  </a:lnTo>
                  <a:lnTo>
                    <a:pt x="337035" y="444656"/>
                  </a:lnTo>
                  <a:lnTo>
                    <a:pt x="338038" y="440150"/>
                  </a:lnTo>
                  <a:lnTo>
                    <a:pt x="339041" y="464681"/>
                  </a:lnTo>
                  <a:lnTo>
                    <a:pt x="340545" y="511739"/>
                  </a:lnTo>
                  <a:lnTo>
                    <a:pt x="341548" y="457672"/>
                  </a:lnTo>
                  <a:lnTo>
                    <a:pt x="342551" y="451164"/>
                  </a:lnTo>
                  <a:lnTo>
                    <a:pt x="344055" y="414097"/>
                  </a:lnTo>
                  <a:lnTo>
                    <a:pt x="345058" y="452666"/>
                  </a:lnTo>
                  <a:lnTo>
                    <a:pt x="346061" y="479199"/>
                  </a:lnTo>
                  <a:lnTo>
                    <a:pt x="347566" y="462678"/>
                  </a:lnTo>
                  <a:lnTo>
                    <a:pt x="348568" y="490713"/>
                  </a:lnTo>
                  <a:lnTo>
                    <a:pt x="349571" y="457672"/>
                  </a:lnTo>
                  <a:lnTo>
                    <a:pt x="350574" y="498723"/>
                  </a:lnTo>
                  <a:lnTo>
                    <a:pt x="352079" y="490713"/>
                  </a:lnTo>
                  <a:lnTo>
                    <a:pt x="353082" y="492716"/>
                  </a:lnTo>
                  <a:lnTo>
                    <a:pt x="354084" y="477196"/>
                  </a:lnTo>
                  <a:lnTo>
                    <a:pt x="355589" y="483204"/>
                  </a:lnTo>
                  <a:lnTo>
                    <a:pt x="356592" y="431119"/>
                  </a:lnTo>
                  <a:lnTo>
                    <a:pt x="357595" y="475194"/>
                  </a:lnTo>
                  <a:lnTo>
                    <a:pt x="359099" y="466182"/>
                  </a:lnTo>
                  <a:lnTo>
                    <a:pt x="360102" y="468185"/>
                  </a:lnTo>
                  <a:lnTo>
                    <a:pt x="361105" y="481201"/>
                  </a:lnTo>
                  <a:lnTo>
                    <a:pt x="362609" y="496721"/>
                  </a:lnTo>
                  <a:lnTo>
                    <a:pt x="363612" y="466182"/>
                  </a:lnTo>
                  <a:lnTo>
                    <a:pt x="364615" y="462678"/>
                  </a:lnTo>
                  <a:lnTo>
                    <a:pt x="365618" y="516258"/>
                  </a:lnTo>
                  <a:lnTo>
                    <a:pt x="367122" y="498723"/>
                  </a:lnTo>
                  <a:lnTo>
                    <a:pt x="368125" y="481201"/>
                  </a:lnTo>
                  <a:lnTo>
                    <a:pt x="369128" y="471689"/>
                  </a:lnTo>
                  <a:lnTo>
                    <a:pt x="370632" y="473692"/>
                  </a:lnTo>
                  <a:lnTo>
                    <a:pt x="371635" y="492716"/>
                  </a:lnTo>
                  <a:lnTo>
                    <a:pt x="372638" y="459674"/>
                  </a:lnTo>
                  <a:lnTo>
                    <a:pt x="374142" y="486708"/>
                  </a:lnTo>
                  <a:lnTo>
                    <a:pt x="375145" y="481201"/>
                  </a:lnTo>
                  <a:lnTo>
                    <a:pt x="376148" y="461176"/>
                  </a:lnTo>
                  <a:lnTo>
                    <a:pt x="377653" y="484706"/>
                  </a:lnTo>
                  <a:lnTo>
                    <a:pt x="378656" y="481201"/>
                  </a:lnTo>
                  <a:lnTo>
                    <a:pt x="379658" y="468185"/>
                  </a:lnTo>
                  <a:lnTo>
                    <a:pt x="380661" y="488711"/>
                  </a:lnTo>
                  <a:lnTo>
                    <a:pt x="382166" y="496721"/>
                  </a:lnTo>
                  <a:lnTo>
                    <a:pt x="383169" y="471689"/>
                  </a:lnTo>
                  <a:lnTo>
                    <a:pt x="384172" y="481201"/>
                  </a:lnTo>
                  <a:lnTo>
                    <a:pt x="385676" y="530777"/>
                  </a:lnTo>
                  <a:lnTo>
                    <a:pt x="386679" y="448160"/>
                  </a:lnTo>
                  <a:lnTo>
                    <a:pt x="387682" y="475194"/>
                  </a:lnTo>
                  <a:lnTo>
                    <a:pt x="389186" y="473692"/>
                  </a:lnTo>
                  <a:lnTo>
                    <a:pt x="390189" y="437146"/>
                  </a:lnTo>
                  <a:lnTo>
                    <a:pt x="391192" y="488711"/>
                  </a:lnTo>
                  <a:lnTo>
                    <a:pt x="392696" y="468185"/>
                  </a:lnTo>
                  <a:lnTo>
                    <a:pt x="393699" y="492716"/>
                  </a:lnTo>
                  <a:lnTo>
                    <a:pt x="394702" y="486708"/>
                  </a:lnTo>
                  <a:lnTo>
                    <a:pt x="395705" y="457672"/>
                  </a:lnTo>
                  <a:lnTo>
                    <a:pt x="397209" y="486708"/>
                  </a:lnTo>
                  <a:lnTo>
                    <a:pt x="398212" y="488711"/>
                  </a:lnTo>
                  <a:lnTo>
                    <a:pt x="399215" y="488711"/>
                  </a:lnTo>
                  <a:lnTo>
                    <a:pt x="400719" y="481201"/>
                  </a:lnTo>
                  <a:lnTo>
                    <a:pt x="401722" y="483204"/>
                  </a:lnTo>
                  <a:lnTo>
                    <a:pt x="402725" y="471689"/>
                  </a:lnTo>
                  <a:lnTo>
                    <a:pt x="404230" y="468185"/>
                  </a:lnTo>
                  <a:lnTo>
                    <a:pt x="405232" y="481201"/>
                  </a:lnTo>
                  <a:lnTo>
                    <a:pt x="406235" y="448160"/>
                  </a:lnTo>
                  <a:lnTo>
                    <a:pt x="407740" y="468185"/>
                  </a:lnTo>
                  <a:lnTo>
                    <a:pt x="408743" y="473692"/>
                  </a:lnTo>
                  <a:lnTo>
                    <a:pt x="409746" y="484706"/>
                  </a:lnTo>
                  <a:lnTo>
                    <a:pt x="410748" y="462678"/>
                  </a:lnTo>
                  <a:lnTo>
                    <a:pt x="412253" y="443154"/>
                  </a:lnTo>
                  <a:lnTo>
                    <a:pt x="413256" y="498723"/>
                  </a:lnTo>
                  <a:lnTo>
                    <a:pt x="414259" y="514243"/>
                  </a:lnTo>
                  <a:lnTo>
                    <a:pt x="415763" y="486708"/>
                  </a:lnTo>
                  <a:lnTo>
                    <a:pt x="416766" y="477196"/>
                  </a:lnTo>
                  <a:lnTo>
                    <a:pt x="417769" y="498723"/>
                  </a:lnTo>
                  <a:lnTo>
                    <a:pt x="419273" y="496721"/>
                  </a:lnTo>
                  <a:lnTo>
                    <a:pt x="420276" y="501226"/>
                  </a:lnTo>
                  <a:lnTo>
                    <a:pt x="421279" y="503229"/>
                  </a:lnTo>
                  <a:lnTo>
                    <a:pt x="422783" y="498723"/>
                  </a:lnTo>
                  <a:lnTo>
                    <a:pt x="423786" y="498723"/>
                  </a:lnTo>
                  <a:lnTo>
                    <a:pt x="424789" y="505231"/>
                  </a:lnTo>
                  <a:lnTo>
                    <a:pt x="425792" y="456170"/>
                  </a:lnTo>
                  <a:lnTo>
                    <a:pt x="427316" y="466182"/>
                  </a:lnTo>
                  <a:lnTo>
                    <a:pt x="428319" y="470187"/>
                  </a:lnTo>
                  <a:lnTo>
                    <a:pt x="429322" y="479199"/>
                  </a:lnTo>
                  <a:lnTo>
                    <a:pt x="430827" y="483204"/>
                  </a:lnTo>
                  <a:lnTo>
                    <a:pt x="431829" y="484706"/>
                  </a:lnTo>
                  <a:lnTo>
                    <a:pt x="432832" y="498723"/>
                  </a:lnTo>
                  <a:lnTo>
                    <a:pt x="434337" y="486708"/>
                  </a:lnTo>
                  <a:lnTo>
                    <a:pt x="435340" y="457672"/>
                  </a:lnTo>
                  <a:lnTo>
                    <a:pt x="436343" y="438648"/>
                  </a:lnTo>
                  <a:lnTo>
                    <a:pt x="437847" y="479199"/>
                  </a:lnTo>
                  <a:lnTo>
                    <a:pt x="438850" y="496721"/>
                  </a:lnTo>
                  <a:lnTo>
                    <a:pt x="439853" y="471689"/>
                  </a:lnTo>
                  <a:lnTo>
                    <a:pt x="441357" y="471689"/>
                  </a:lnTo>
                  <a:lnTo>
                    <a:pt x="442360" y="434122"/>
                  </a:lnTo>
                  <a:lnTo>
                    <a:pt x="443363" y="449662"/>
                  </a:lnTo>
                  <a:lnTo>
                    <a:pt x="444366" y="479199"/>
                  </a:lnTo>
                  <a:lnTo>
                    <a:pt x="445870" y="475194"/>
                  </a:lnTo>
                  <a:lnTo>
                    <a:pt x="446873" y="434122"/>
                  </a:lnTo>
                  <a:lnTo>
                    <a:pt x="447876" y="391569"/>
                  </a:lnTo>
                  <a:lnTo>
                    <a:pt x="449380" y="382057"/>
                  </a:lnTo>
                  <a:lnTo>
                    <a:pt x="450383" y="349003"/>
                  </a:lnTo>
                  <a:lnTo>
                    <a:pt x="451386" y="368040"/>
                  </a:lnTo>
                  <a:lnTo>
                    <a:pt x="452890" y="364535"/>
                  </a:lnTo>
                  <a:lnTo>
                    <a:pt x="453893" y="348001"/>
                  </a:lnTo>
                  <a:lnTo>
                    <a:pt x="454896" y="367038"/>
                  </a:lnTo>
                  <a:lnTo>
                    <a:pt x="456401" y="352507"/>
                  </a:lnTo>
                  <a:lnTo>
                    <a:pt x="457403" y="369041"/>
                  </a:lnTo>
                  <a:lnTo>
                    <a:pt x="458406" y="385562"/>
                  </a:lnTo>
                  <a:lnTo>
                    <a:pt x="459409" y="358528"/>
                  </a:lnTo>
                  <a:lnTo>
                    <a:pt x="460914" y="415599"/>
                  </a:lnTo>
                  <a:lnTo>
                    <a:pt x="461917" y="367038"/>
                  </a:lnTo>
                  <a:lnTo>
                    <a:pt x="462919" y="364535"/>
                  </a:lnTo>
                  <a:lnTo>
                    <a:pt x="464424" y="380055"/>
                  </a:lnTo>
                  <a:lnTo>
                    <a:pt x="465427" y="376550"/>
                  </a:lnTo>
                  <a:lnTo>
                    <a:pt x="466430" y="367038"/>
                  </a:lnTo>
                  <a:lnTo>
                    <a:pt x="467934" y="341493"/>
                  </a:lnTo>
                  <a:lnTo>
                    <a:pt x="468937" y="350504"/>
                  </a:lnTo>
                  <a:lnTo>
                    <a:pt x="469940" y="403584"/>
                  </a:lnTo>
                  <a:lnTo>
                    <a:pt x="471444" y="451164"/>
                  </a:lnTo>
                  <a:lnTo>
                    <a:pt x="472447" y="443154"/>
                  </a:lnTo>
                  <a:lnTo>
                    <a:pt x="473450" y="422608"/>
                  </a:lnTo>
                  <a:lnTo>
                    <a:pt x="474453" y="441652"/>
                  </a:lnTo>
                  <a:lnTo>
                    <a:pt x="475957" y="446157"/>
                  </a:lnTo>
                  <a:lnTo>
                    <a:pt x="476960" y="428115"/>
                  </a:lnTo>
                  <a:lnTo>
                    <a:pt x="477963" y="429617"/>
                  </a:lnTo>
                  <a:lnTo>
                    <a:pt x="479467" y="435644"/>
                  </a:lnTo>
                  <a:lnTo>
                    <a:pt x="480470" y="395074"/>
                  </a:lnTo>
                  <a:lnTo>
                    <a:pt x="481473" y="421106"/>
                  </a:lnTo>
                  <a:lnTo>
                    <a:pt x="482977" y="419604"/>
                  </a:lnTo>
                  <a:lnTo>
                    <a:pt x="483980" y="405086"/>
                  </a:lnTo>
                  <a:lnTo>
                    <a:pt x="484983" y="396075"/>
                  </a:lnTo>
                  <a:lnTo>
                    <a:pt x="486488" y="400080"/>
                  </a:lnTo>
                  <a:lnTo>
                    <a:pt x="487491" y="390067"/>
                  </a:lnTo>
                  <a:lnTo>
                    <a:pt x="488493" y="382057"/>
                  </a:lnTo>
                  <a:lnTo>
                    <a:pt x="489496" y="386563"/>
                  </a:lnTo>
                  <a:lnTo>
                    <a:pt x="491001" y="415599"/>
                  </a:lnTo>
                  <a:lnTo>
                    <a:pt x="492004" y="406087"/>
                  </a:lnTo>
                  <a:lnTo>
                    <a:pt x="493007" y="407589"/>
                  </a:lnTo>
                  <a:lnTo>
                    <a:pt x="494511" y="384560"/>
                  </a:lnTo>
                  <a:lnTo>
                    <a:pt x="495514" y="385562"/>
                  </a:lnTo>
                  <a:lnTo>
                    <a:pt x="496517" y="406087"/>
                  </a:lnTo>
                  <a:lnTo>
                    <a:pt x="498021" y="395074"/>
                  </a:lnTo>
                  <a:lnTo>
                    <a:pt x="499024" y="413096"/>
                  </a:lnTo>
                  <a:lnTo>
                    <a:pt x="500027" y="405086"/>
                  </a:lnTo>
                  <a:lnTo>
                    <a:pt x="501531" y="386563"/>
                  </a:lnTo>
                  <a:lnTo>
                    <a:pt x="502534" y="440150"/>
                  </a:lnTo>
                  <a:lnTo>
                    <a:pt x="503537" y="422608"/>
                  </a:lnTo>
                  <a:lnTo>
                    <a:pt x="504540" y="435644"/>
                  </a:lnTo>
                  <a:lnTo>
                    <a:pt x="506044" y="410092"/>
                  </a:lnTo>
                  <a:lnTo>
                    <a:pt x="507047" y="464681"/>
                  </a:lnTo>
                  <a:lnTo>
                    <a:pt x="508050" y="452666"/>
                  </a:lnTo>
                  <a:lnTo>
                    <a:pt x="509554" y="456170"/>
                  </a:lnTo>
                  <a:lnTo>
                    <a:pt x="510557" y="454668"/>
                  </a:lnTo>
                  <a:lnTo>
                    <a:pt x="511560" y="486708"/>
                  </a:lnTo>
                  <a:lnTo>
                    <a:pt x="513065" y="462678"/>
                  </a:lnTo>
                  <a:lnTo>
                    <a:pt x="514067" y="479199"/>
                  </a:lnTo>
                  <a:lnTo>
                    <a:pt x="515070" y="479199"/>
                  </a:lnTo>
                  <a:lnTo>
                    <a:pt x="516575" y="470187"/>
                  </a:lnTo>
                  <a:lnTo>
                    <a:pt x="517578" y="441652"/>
                  </a:lnTo>
                  <a:lnTo>
                    <a:pt x="518581" y="449662"/>
                  </a:lnTo>
                  <a:lnTo>
                    <a:pt x="519583" y="471689"/>
                  </a:lnTo>
                  <a:lnTo>
                    <a:pt x="521088" y="492716"/>
                  </a:lnTo>
                  <a:lnTo>
                    <a:pt x="522091" y="477196"/>
                  </a:lnTo>
                  <a:lnTo>
                    <a:pt x="523094" y="477196"/>
                  </a:lnTo>
                  <a:lnTo>
                    <a:pt x="524598" y="464681"/>
                  </a:lnTo>
                  <a:lnTo>
                    <a:pt x="525601" y="479199"/>
                  </a:lnTo>
                  <a:lnTo>
                    <a:pt x="526604" y="477196"/>
                  </a:lnTo>
                  <a:lnTo>
                    <a:pt x="528108" y="477196"/>
                  </a:lnTo>
                  <a:lnTo>
                    <a:pt x="529111" y="505231"/>
                  </a:lnTo>
                  <a:lnTo>
                    <a:pt x="530114" y="473692"/>
                  </a:lnTo>
                  <a:lnTo>
                    <a:pt x="531618" y="494718"/>
                  </a:lnTo>
                  <a:lnTo>
                    <a:pt x="532641" y="466182"/>
                  </a:lnTo>
                  <a:lnTo>
                    <a:pt x="533644" y="484706"/>
                  </a:lnTo>
                  <a:lnTo>
                    <a:pt x="534647" y="533280"/>
                  </a:lnTo>
                  <a:lnTo>
                    <a:pt x="536151" y="462678"/>
                  </a:lnTo>
                  <a:lnTo>
                    <a:pt x="537154" y="473692"/>
                  </a:lnTo>
                  <a:lnTo>
                    <a:pt x="538157" y="488711"/>
                  </a:lnTo>
                  <a:lnTo>
                    <a:pt x="539662" y="501226"/>
                  </a:lnTo>
                  <a:lnTo>
                    <a:pt x="540664" y="479199"/>
                  </a:lnTo>
                  <a:lnTo>
                    <a:pt x="541667" y="456170"/>
                  </a:lnTo>
                  <a:lnTo>
                    <a:pt x="543172" y="477196"/>
                  </a:lnTo>
                  <a:lnTo>
                    <a:pt x="544175" y="511739"/>
                  </a:lnTo>
                  <a:lnTo>
                    <a:pt x="545178" y="486708"/>
                  </a:lnTo>
                  <a:lnTo>
                    <a:pt x="546682" y="556809"/>
                  </a:lnTo>
                  <a:lnTo>
                    <a:pt x="547685" y="496721"/>
                  </a:lnTo>
                  <a:lnTo>
                    <a:pt x="548688" y="494718"/>
                  </a:lnTo>
                  <a:lnTo>
                    <a:pt x="550192" y="538286"/>
                  </a:lnTo>
                  <a:lnTo>
                    <a:pt x="551195" y="521265"/>
                  </a:lnTo>
                  <a:lnTo>
                    <a:pt x="552198" y="530777"/>
                  </a:lnTo>
                  <a:lnTo>
                    <a:pt x="553201" y="490713"/>
                  </a:lnTo>
                  <a:lnTo>
                    <a:pt x="554705" y="459674"/>
                  </a:lnTo>
                  <a:lnTo>
                    <a:pt x="555708" y="496721"/>
                  </a:lnTo>
                  <a:lnTo>
                    <a:pt x="556711" y="509737"/>
                  </a:lnTo>
                  <a:lnTo>
                    <a:pt x="558215" y="516258"/>
                  </a:lnTo>
                  <a:lnTo>
                    <a:pt x="559218" y="507734"/>
                  </a:lnTo>
                  <a:lnTo>
                    <a:pt x="560221" y="481201"/>
                  </a:lnTo>
                  <a:lnTo>
                    <a:pt x="561725" y="488711"/>
                  </a:lnTo>
                  <a:lnTo>
                    <a:pt x="562728" y="533280"/>
                  </a:lnTo>
                  <a:lnTo>
                    <a:pt x="563731" y="525770"/>
                  </a:lnTo>
                  <a:lnTo>
                    <a:pt x="565236" y="528273"/>
                  </a:lnTo>
                  <a:lnTo>
                    <a:pt x="566238" y="488711"/>
                  </a:lnTo>
                  <a:lnTo>
                    <a:pt x="567241" y="479199"/>
                  </a:lnTo>
                  <a:lnTo>
                    <a:pt x="568244" y="516258"/>
                  </a:lnTo>
                  <a:lnTo>
                    <a:pt x="569749" y="509737"/>
                  </a:lnTo>
                  <a:lnTo>
                    <a:pt x="570752" y="507734"/>
                  </a:lnTo>
                  <a:lnTo>
                    <a:pt x="571754" y="516258"/>
                  </a:lnTo>
                  <a:lnTo>
                    <a:pt x="573259" y="505231"/>
                  </a:lnTo>
                  <a:lnTo>
                    <a:pt x="574262" y="477196"/>
                  </a:lnTo>
                  <a:lnTo>
                    <a:pt x="575265" y="521265"/>
                  </a:lnTo>
                  <a:lnTo>
                    <a:pt x="576769" y="525770"/>
                  </a:lnTo>
                  <a:lnTo>
                    <a:pt x="577772" y="535783"/>
                  </a:lnTo>
                  <a:lnTo>
                    <a:pt x="578775" y="470187"/>
                  </a:lnTo>
                  <a:lnTo>
                    <a:pt x="580279" y="496721"/>
                  </a:lnTo>
                  <a:lnTo>
                    <a:pt x="581282" y="481201"/>
                  </a:lnTo>
                  <a:lnTo>
                    <a:pt x="582285" y="496721"/>
                  </a:lnTo>
                  <a:lnTo>
                    <a:pt x="583288" y="523267"/>
                  </a:lnTo>
                  <a:lnTo>
                    <a:pt x="584792" y="543292"/>
                  </a:lnTo>
                  <a:lnTo>
                    <a:pt x="585795" y="525770"/>
                  </a:lnTo>
                  <a:lnTo>
                    <a:pt x="586798" y="516258"/>
                  </a:lnTo>
                  <a:lnTo>
                    <a:pt x="588302" y="525770"/>
                  </a:lnTo>
                  <a:lnTo>
                    <a:pt x="589305" y="525770"/>
                  </a:lnTo>
                  <a:lnTo>
                    <a:pt x="590308" y="516258"/>
                  </a:lnTo>
                  <a:lnTo>
                    <a:pt x="591813" y="484706"/>
                  </a:lnTo>
                  <a:lnTo>
                    <a:pt x="592815" y="562817"/>
                  </a:lnTo>
                  <a:lnTo>
                    <a:pt x="593818" y="521265"/>
                  </a:lnTo>
                  <a:lnTo>
                    <a:pt x="595323" y="490713"/>
                  </a:lnTo>
                  <a:lnTo>
                    <a:pt x="596326" y="514243"/>
                  </a:lnTo>
                  <a:lnTo>
                    <a:pt x="597328" y="556809"/>
                  </a:lnTo>
                  <a:lnTo>
                    <a:pt x="598331" y="533280"/>
                  </a:lnTo>
                  <a:lnTo>
                    <a:pt x="599836" y="486708"/>
                  </a:lnTo>
                  <a:lnTo>
                    <a:pt x="600839" y="528273"/>
                  </a:lnTo>
                  <a:lnTo>
                    <a:pt x="601842" y="516258"/>
                  </a:lnTo>
                  <a:lnTo>
                    <a:pt x="603346" y="498723"/>
                  </a:lnTo>
                  <a:lnTo>
                    <a:pt x="604349" y="496721"/>
                  </a:lnTo>
                  <a:lnTo>
                    <a:pt x="605352" y="509737"/>
                  </a:lnTo>
                  <a:lnTo>
                    <a:pt x="606856" y="501226"/>
                  </a:lnTo>
                  <a:lnTo>
                    <a:pt x="607859" y="546296"/>
                  </a:lnTo>
                  <a:lnTo>
                    <a:pt x="608862" y="565820"/>
                  </a:lnTo>
                  <a:lnTo>
                    <a:pt x="610366" y="540789"/>
                  </a:lnTo>
                  <a:lnTo>
                    <a:pt x="611369" y="530777"/>
                  </a:lnTo>
                  <a:lnTo>
                    <a:pt x="612372" y="505231"/>
                  </a:lnTo>
                  <a:lnTo>
                    <a:pt x="613375" y="498723"/>
                  </a:lnTo>
                  <a:lnTo>
                    <a:pt x="614879" y="511739"/>
                  </a:lnTo>
                  <a:lnTo>
                    <a:pt x="615882" y="518762"/>
                  </a:lnTo>
                  <a:lnTo>
                    <a:pt x="616885" y="503229"/>
                  </a:lnTo>
                  <a:lnTo>
                    <a:pt x="618389" y="518762"/>
                  </a:lnTo>
                  <a:lnTo>
                    <a:pt x="619392" y="518762"/>
                  </a:lnTo>
                  <a:lnTo>
                    <a:pt x="620395" y="509737"/>
                  </a:lnTo>
                  <a:lnTo>
                    <a:pt x="621900" y="540789"/>
                  </a:lnTo>
                  <a:lnTo>
                    <a:pt x="622903" y="554306"/>
                  </a:lnTo>
                  <a:lnTo>
                    <a:pt x="623905" y="530777"/>
                  </a:lnTo>
                  <a:lnTo>
                    <a:pt x="625410" y="509737"/>
                  </a:lnTo>
                  <a:lnTo>
                    <a:pt x="626413" y="503229"/>
                  </a:lnTo>
                  <a:lnTo>
                    <a:pt x="627416" y="518762"/>
                  </a:lnTo>
                  <a:lnTo>
                    <a:pt x="628418" y="470187"/>
                  </a:lnTo>
                  <a:lnTo>
                    <a:pt x="629923" y="523267"/>
                  </a:lnTo>
                  <a:lnTo>
                    <a:pt x="630926" y="466182"/>
                  </a:lnTo>
                  <a:lnTo>
                    <a:pt x="631929" y="507734"/>
                  </a:lnTo>
                  <a:lnTo>
                    <a:pt x="633433" y="514243"/>
                  </a:lnTo>
                  <a:lnTo>
                    <a:pt x="634436" y="535783"/>
                  </a:lnTo>
                  <a:lnTo>
                    <a:pt x="635439" y="521265"/>
                  </a:lnTo>
                  <a:lnTo>
                    <a:pt x="636943" y="521265"/>
                  </a:lnTo>
                  <a:lnTo>
                    <a:pt x="637946" y="518762"/>
                  </a:lnTo>
                  <a:lnTo>
                    <a:pt x="638962" y="543292"/>
                  </a:lnTo>
                  <a:lnTo>
                    <a:pt x="640467" y="481201"/>
                  </a:lnTo>
                  <a:lnTo>
                    <a:pt x="641470" y="540789"/>
                  </a:lnTo>
                  <a:lnTo>
                    <a:pt x="642472" y="511739"/>
                  </a:lnTo>
                  <a:lnTo>
                    <a:pt x="643475" y="551302"/>
                  </a:lnTo>
                  <a:lnTo>
                    <a:pt x="644980" y="535783"/>
                  </a:lnTo>
                  <a:lnTo>
                    <a:pt x="645983" y="486708"/>
                  </a:lnTo>
                  <a:lnTo>
                    <a:pt x="646986" y="528273"/>
                  </a:lnTo>
                  <a:lnTo>
                    <a:pt x="648490" y="543292"/>
                  </a:lnTo>
                  <a:lnTo>
                    <a:pt x="649493" y="514243"/>
                  </a:lnTo>
                  <a:lnTo>
                    <a:pt x="650496" y="551302"/>
                  </a:lnTo>
                  <a:lnTo>
                    <a:pt x="652000" y="501226"/>
                  </a:lnTo>
                  <a:lnTo>
                    <a:pt x="653003" y="518762"/>
                  </a:lnTo>
                  <a:lnTo>
                    <a:pt x="654006" y="509737"/>
                  </a:lnTo>
                  <a:lnTo>
                    <a:pt x="655510" y="530777"/>
                  </a:lnTo>
                  <a:lnTo>
                    <a:pt x="656513" y="523267"/>
                  </a:lnTo>
                  <a:lnTo>
                    <a:pt x="657516" y="533280"/>
                  </a:lnTo>
                  <a:lnTo>
                    <a:pt x="658519" y="509737"/>
                  </a:lnTo>
                  <a:lnTo>
                    <a:pt x="660023" y="518762"/>
                  </a:lnTo>
                  <a:lnTo>
                    <a:pt x="661026" y="509737"/>
                  </a:lnTo>
                  <a:lnTo>
                    <a:pt x="662029" y="481201"/>
                  </a:lnTo>
                  <a:lnTo>
                    <a:pt x="663533" y="528273"/>
                  </a:lnTo>
                  <a:lnTo>
                    <a:pt x="664536" y="551302"/>
                  </a:lnTo>
                  <a:lnTo>
                    <a:pt x="665539" y="565820"/>
                  </a:lnTo>
                  <a:lnTo>
                    <a:pt x="667044" y="516258"/>
                  </a:lnTo>
                  <a:lnTo>
                    <a:pt x="668047" y="501226"/>
                  </a:lnTo>
                  <a:lnTo>
                    <a:pt x="669049" y="530777"/>
                  </a:lnTo>
                  <a:lnTo>
                    <a:pt x="670554" y="528273"/>
                  </a:lnTo>
                  <a:lnTo>
                    <a:pt x="671557" y="546296"/>
                  </a:lnTo>
                  <a:lnTo>
                    <a:pt x="672560" y="548799"/>
                  </a:lnTo>
                  <a:lnTo>
                    <a:pt x="674064" y="521265"/>
                  </a:lnTo>
                  <a:lnTo>
                    <a:pt x="675067" y="494718"/>
                  </a:lnTo>
                  <a:lnTo>
                    <a:pt x="676070" y="562817"/>
                  </a:lnTo>
                  <a:lnTo>
                    <a:pt x="677073" y="538286"/>
                  </a:lnTo>
                  <a:lnTo>
                    <a:pt x="678577" y="540789"/>
                  </a:lnTo>
                  <a:lnTo>
                    <a:pt x="679580" y="501226"/>
                  </a:lnTo>
                  <a:lnTo>
                    <a:pt x="680583" y="501226"/>
                  </a:lnTo>
                  <a:lnTo>
                    <a:pt x="682087" y="505231"/>
                  </a:lnTo>
                  <a:lnTo>
                    <a:pt x="683090" y="507734"/>
                  </a:lnTo>
                  <a:lnTo>
                    <a:pt x="684093" y="551302"/>
                  </a:lnTo>
                  <a:lnTo>
                    <a:pt x="685597" y="551302"/>
                  </a:lnTo>
                  <a:lnTo>
                    <a:pt x="686600" y="505231"/>
                  </a:lnTo>
                  <a:lnTo>
                    <a:pt x="687603" y="540789"/>
                  </a:lnTo>
                  <a:lnTo>
                    <a:pt x="689107" y="540789"/>
                  </a:lnTo>
                  <a:lnTo>
                    <a:pt x="690110" y="543292"/>
                  </a:lnTo>
                  <a:lnTo>
                    <a:pt x="691113" y="521265"/>
                  </a:lnTo>
                  <a:lnTo>
                    <a:pt x="692116" y="501226"/>
                  </a:lnTo>
                  <a:lnTo>
                    <a:pt x="693621" y="521265"/>
                  </a:lnTo>
                  <a:lnTo>
                    <a:pt x="694623" y="516258"/>
                  </a:lnTo>
                  <a:lnTo>
                    <a:pt x="695626" y="507734"/>
                  </a:lnTo>
                  <a:lnTo>
                    <a:pt x="697131" y="516258"/>
                  </a:lnTo>
                  <a:lnTo>
                    <a:pt x="698134" y="521265"/>
                  </a:lnTo>
                  <a:lnTo>
                    <a:pt x="699137" y="533280"/>
                  </a:lnTo>
                  <a:lnTo>
                    <a:pt x="700641" y="509737"/>
                  </a:lnTo>
                  <a:lnTo>
                    <a:pt x="701644" y="501226"/>
                  </a:lnTo>
                  <a:lnTo>
                    <a:pt x="702647" y="518762"/>
                  </a:lnTo>
                  <a:lnTo>
                    <a:pt x="704151" y="518762"/>
                  </a:lnTo>
                  <a:lnTo>
                    <a:pt x="705154" y="486708"/>
                  </a:lnTo>
                  <a:lnTo>
                    <a:pt x="706157" y="533280"/>
                  </a:lnTo>
                  <a:lnTo>
                    <a:pt x="707160" y="483204"/>
                  </a:lnTo>
                  <a:lnTo>
                    <a:pt x="708664" y="551302"/>
                  </a:lnTo>
                  <a:lnTo>
                    <a:pt x="709667" y="538286"/>
                  </a:lnTo>
                  <a:lnTo>
                    <a:pt x="710670" y="530777"/>
                  </a:lnTo>
                  <a:lnTo>
                    <a:pt x="712174" y="546296"/>
                  </a:lnTo>
                  <a:lnTo>
                    <a:pt x="713177" y="538286"/>
                  </a:lnTo>
                  <a:lnTo>
                    <a:pt x="714180" y="496721"/>
                  </a:lnTo>
                  <a:lnTo>
                    <a:pt x="715684" y="511739"/>
                  </a:lnTo>
                  <a:lnTo>
                    <a:pt x="716687" y="507734"/>
                  </a:lnTo>
                  <a:lnTo>
                    <a:pt x="717690" y="518762"/>
                  </a:lnTo>
                  <a:lnTo>
                    <a:pt x="719195" y="505231"/>
                  </a:lnTo>
                  <a:lnTo>
                    <a:pt x="720197" y="481201"/>
                  </a:lnTo>
                  <a:lnTo>
                    <a:pt x="721200" y="462678"/>
                  </a:lnTo>
                  <a:lnTo>
                    <a:pt x="722203" y="417101"/>
                  </a:lnTo>
                  <a:lnTo>
                    <a:pt x="723708" y="405086"/>
                  </a:lnTo>
                  <a:lnTo>
                    <a:pt x="724711" y="354509"/>
                  </a:lnTo>
                  <a:lnTo>
                    <a:pt x="725713" y="344998"/>
                  </a:lnTo>
                  <a:lnTo>
                    <a:pt x="727218" y="326474"/>
                  </a:lnTo>
                  <a:lnTo>
                    <a:pt x="728221" y="355524"/>
                  </a:lnTo>
                  <a:lnTo>
                    <a:pt x="729224" y="288427"/>
                  </a:lnTo>
                  <a:lnTo>
                    <a:pt x="730728" y="271386"/>
                  </a:lnTo>
                  <a:lnTo>
                    <a:pt x="731731" y="278414"/>
                  </a:lnTo>
                  <a:lnTo>
                    <a:pt x="732734" y="252862"/>
                  </a:lnTo>
                  <a:lnTo>
                    <a:pt x="734238" y="262875"/>
                  </a:lnTo>
                  <a:lnTo>
                    <a:pt x="735241" y="230835"/>
                  </a:lnTo>
                  <a:lnTo>
                    <a:pt x="736244" y="240847"/>
                  </a:lnTo>
                  <a:lnTo>
                    <a:pt x="737247" y="232337"/>
                  </a:lnTo>
                  <a:lnTo>
                    <a:pt x="738751" y="216317"/>
                  </a:lnTo>
                  <a:lnTo>
                    <a:pt x="739754" y="230334"/>
                  </a:lnTo>
                  <a:lnTo>
                    <a:pt x="740757" y="224827"/>
                  </a:lnTo>
                  <a:lnTo>
                    <a:pt x="742261" y="241849"/>
                  </a:lnTo>
                  <a:lnTo>
                    <a:pt x="743264" y="237343"/>
                  </a:lnTo>
                  <a:lnTo>
                    <a:pt x="744267" y="251861"/>
                  </a:lnTo>
                  <a:lnTo>
                    <a:pt x="745792" y="254364"/>
                  </a:lnTo>
                  <a:lnTo>
                    <a:pt x="746794" y="262374"/>
                  </a:lnTo>
                  <a:lnTo>
                    <a:pt x="747797" y="265378"/>
                  </a:lnTo>
                  <a:lnTo>
                    <a:pt x="749302" y="294935"/>
                  </a:lnTo>
                  <a:lnTo>
                    <a:pt x="750305" y="291931"/>
                  </a:lnTo>
                  <a:lnTo>
                    <a:pt x="751307" y="338489"/>
                  </a:lnTo>
                  <a:lnTo>
                    <a:pt x="752310" y="337488"/>
                  </a:lnTo>
                  <a:lnTo>
                    <a:pt x="753815" y="357527"/>
                  </a:lnTo>
                  <a:lnTo>
                    <a:pt x="754818" y="364535"/>
                  </a:lnTo>
                  <a:lnTo>
                    <a:pt x="755821" y="373046"/>
                  </a:lnTo>
                  <a:lnTo>
                    <a:pt x="757325" y="413096"/>
                  </a:lnTo>
                  <a:lnTo>
                    <a:pt x="758328" y="466182"/>
                  </a:lnTo>
                  <a:lnTo>
                    <a:pt x="759331" y="451164"/>
                  </a:lnTo>
                  <a:lnTo>
                    <a:pt x="760835" y="411594"/>
                  </a:lnTo>
                  <a:lnTo>
                    <a:pt x="761838" y="481201"/>
                  </a:lnTo>
                  <a:lnTo>
                    <a:pt x="762841" y="498723"/>
                  </a:lnTo>
                  <a:lnTo>
                    <a:pt x="764345" y="475194"/>
                  </a:lnTo>
                  <a:lnTo>
                    <a:pt x="765348" y="546296"/>
                  </a:lnTo>
                  <a:lnTo>
                    <a:pt x="766351" y="523267"/>
                  </a:lnTo>
                  <a:lnTo>
                    <a:pt x="767354" y="543292"/>
                  </a:lnTo>
                  <a:lnTo>
                    <a:pt x="768858" y="503229"/>
                  </a:lnTo>
                  <a:lnTo>
                    <a:pt x="769861" y="514243"/>
                  </a:lnTo>
                  <a:lnTo>
                    <a:pt x="770864" y="503229"/>
                  </a:lnTo>
                  <a:lnTo>
                    <a:pt x="772368" y="551302"/>
                  </a:lnTo>
                  <a:lnTo>
                    <a:pt x="773371" y="525770"/>
                  </a:lnTo>
                  <a:lnTo>
                    <a:pt x="774374" y="516258"/>
                  </a:lnTo>
                  <a:lnTo>
                    <a:pt x="775879" y="548799"/>
                  </a:lnTo>
                  <a:lnTo>
                    <a:pt x="776882" y="521265"/>
                  </a:lnTo>
                  <a:lnTo>
                    <a:pt x="777884" y="521265"/>
                  </a:lnTo>
                  <a:lnTo>
                    <a:pt x="779389" y="551302"/>
                  </a:lnTo>
                  <a:lnTo>
                    <a:pt x="780392" y="554306"/>
                  </a:lnTo>
                  <a:lnTo>
                    <a:pt x="781395" y="538286"/>
                  </a:lnTo>
                  <a:lnTo>
                    <a:pt x="782398" y="518762"/>
                  </a:lnTo>
                  <a:lnTo>
                    <a:pt x="783902" y="523267"/>
                  </a:lnTo>
                  <a:lnTo>
                    <a:pt x="784905" y="530777"/>
                  </a:lnTo>
                  <a:lnTo>
                    <a:pt x="785908" y="528273"/>
                  </a:lnTo>
                  <a:lnTo>
                    <a:pt x="787412" y="551302"/>
                  </a:lnTo>
                  <a:lnTo>
                    <a:pt x="788415" y="540789"/>
                  </a:lnTo>
                  <a:lnTo>
                    <a:pt x="789418" y="565820"/>
                  </a:lnTo>
                  <a:lnTo>
                    <a:pt x="790922" y="568824"/>
                  </a:lnTo>
                  <a:lnTo>
                    <a:pt x="791925" y="535783"/>
                  </a:lnTo>
                  <a:lnTo>
                    <a:pt x="792921" y="574832"/>
                  </a:lnTo>
                  <a:lnTo>
                    <a:pt x="794426" y="587848"/>
                  </a:lnTo>
                  <a:lnTo>
                    <a:pt x="795429" y="562817"/>
                  </a:lnTo>
                  <a:lnTo>
                    <a:pt x="796431" y="538286"/>
                  </a:lnTo>
                  <a:lnTo>
                    <a:pt x="797936" y="528273"/>
                  </a:lnTo>
                  <a:lnTo>
                    <a:pt x="798939" y="554306"/>
                  </a:lnTo>
                  <a:lnTo>
                    <a:pt x="799942" y="565820"/>
                  </a:lnTo>
                  <a:lnTo>
                    <a:pt x="800945" y="533280"/>
                  </a:lnTo>
                  <a:lnTo>
                    <a:pt x="802449" y="538286"/>
                  </a:lnTo>
                  <a:lnTo>
                    <a:pt x="803452" y="525770"/>
                  </a:lnTo>
                  <a:lnTo>
                    <a:pt x="804455" y="533280"/>
                  </a:lnTo>
                  <a:lnTo>
                    <a:pt x="805959" y="556809"/>
                  </a:lnTo>
                  <a:lnTo>
                    <a:pt x="806962" y="562817"/>
                  </a:lnTo>
                  <a:lnTo>
                    <a:pt x="807965" y="535783"/>
                  </a:lnTo>
                  <a:lnTo>
                    <a:pt x="809469" y="571828"/>
                  </a:lnTo>
                </a:path>
                <a:path w="2200275" h="708660">
                  <a:moveTo>
                    <a:pt x="809469" y="571828"/>
                  </a:moveTo>
                  <a:lnTo>
                    <a:pt x="810472" y="574832"/>
                  </a:lnTo>
                  <a:lnTo>
                    <a:pt x="811475" y="533280"/>
                  </a:lnTo>
                  <a:lnTo>
                    <a:pt x="812979" y="543292"/>
                  </a:lnTo>
                  <a:lnTo>
                    <a:pt x="813982" y="556809"/>
                  </a:lnTo>
                  <a:lnTo>
                    <a:pt x="814985" y="559813"/>
                  </a:lnTo>
                  <a:lnTo>
                    <a:pt x="815988" y="540789"/>
                  </a:lnTo>
                  <a:lnTo>
                    <a:pt x="817492" y="509737"/>
                  </a:lnTo>
                  <a:lnTo>
                    <a:pt x="818495" y="559813"/>
                  </a:lnTo>
                  <a:lnTo>
                    <a:pt x="819498" y="511739"/>
                  </a:lnTo>
                  <a:lnTo>
                    <a:pt x="821003" y="543292"/>
                  </a:lnTo>
                  <a:lnTo>
                    <a:pt x="822005" y="548799"/>
                  </a:lnTo>
                  <a:lnTo>
                    <a:pt x="823008" y="627918"/>
                  </a:lnTo>
                  <a:lnTo>
                    <a:pt x="824513" y="528273"/>
                  </a:lnTo>
                  <a:lnTo>
                    <a:pt x="825516" y="514243"/>
                  </a:lnTo>
                  <a:lnTo>
                    <a:pt x="826519" y="528273"/>
                  </a:lnTo>
                  <a:lnTo>
                    <a:pt x="828023" y="543292"/>
                  </a:lnTo>
                  <a:lnTo>
                    <a:pt x="829026" y="554306"/>
                  </a:lnTo>
                  <a:lnTo>
                    <a:pt x="830029" y="521265"/>
                  </a:lnTo>
                  <a:lnTo>
                    <a:pt x="831032" y="540789"/>
                  </a:lnTo>
                  <a:lnTo>
                    <a:pt x="832536" y="525770"/>
                  </a:lnTo>
                  <a:lnTo>
                    <a:pt x="833539" y="597880"/>
                  </a:lnTo>
                  <a:lnTo>
                    <a:pt x="834542" y="533280"/>
                  </a:lnTo>
                  <a:lnTo>
                    <a:pt x="836046" y="546296"/>
                  </a:lnTo>
                  <a:lnTo>
                    <a:pt x="837049" y="546296"/>
                  </a:lnTo>
                  <a:lnTo>
                    <a:pt x="838052" y="543292"/>
                  </a:lnTo>
                  <a:lnTo>
                    <a:pt x="839556" y="548799"/>
                  </a:lnTo>
                  <a:lnTo>
                    <a:pt x="840559" y="574832"/>
                  </a:lnTo>
                  <a:lnTo>
                    <a:pt x="841562" y="538286"/>
                  </a:lnTo>
                  <a:lnTo>
                    <a:pt x="843066" y="546296"/>
                  </a:lnTo>
                  <a:lnTo>
                    <a:pt x="844069" y="559813"/>
                  </a:lnTo>
                  <a:lnTo>
                    <a:pt x="845072" y="551302"/>
                  </a:lnTo>
                  <a:lnTo>
                    <a:pt x="846075" y="554306"/>
                  </a:lnTo>
                  <a:lnTo>
                    <a:pt x="847580" y="571828"/>
                  </a:lnTo>
                  <a:lnTo>
                    <a:pt x="848582" y="535783"/>
                  </a:lnTo>
                  <a:lnTo>
                    <a:pt x="849585" y="525770"/>
                  </a:lnTo>
                  <a:lnTo>
                    <a:pt x="851110" y="543292"/>
                  </a:lnTo>
                  <a:lnTo>
                    <a:pt x="852113" y="535783"/>
                  </a:lnTo>
                  <a:lnTo>
                    <a:pt x="853116" y="568824"/>
                  </a:lnTo>
                  <a:lnTo>
                    <a:pt x="854620" y="543292"/>
                  </a:lnTo>
                  <a:lnTo>
                    <a:pt x="855623" y="543292"/>
                  </a:lnTo>
                  <a:lnTo>
                    <a:pt x="856626" y="518762"/>
                  </a:lnTo>
                  <a:lnTo>
                    <a:pt x="858130" y="540789"/>
                  </a:lnTo>
                  <a:lnTo>
                    <a:pt x="859133" y="556809"/>
                  </a:lnTo>
                  <a:lnTo>
                    <a:pt x="860136" y="540789"/>
                  </a:lnTo>
                  <a:lnTo>
                    <a:pt x="861139" y="612399"/>
                  </a:lnTo>
                  <a:lnTo>
                    <a:pt x="862643" y="556809"/>
                  </a:lnTo>
                  <a:lnTo>
                    <a:pt x="863646" y="551302"/>
                  </a:lnTo>
                  <a:lnTo>
                    <a:pt x="864649" y="568824"/>
                  </a:lnTo>
                  <a:lnTo>
                    <a:pt x="866153" y="533280"/>
                  </a:lnTo>
                  <a:lnTo>
                    <a:pt x="867156" y="565820"/>
                  </a:lnTo>
                  <a:lnTo>
                    <a:pt x="868159" y="535783"/>
                  </a:lnTo>
                  <a:lnTo>
                    <a:pt x="869663" y="554306"/>
                  </a:lnTo>
                  <a:lnTo>
                    <a:pt x="870666" y="551302"/>
                  </a:lnTo>
                  <a:lnTo>
                    <a:pt x="871669" y="590852"/>
                  </a:lnTo>
                  <a:lnTo>
                    <a:pt x="873174" y="551302"/>
                  </a:lnTo>
                  <a:lnTo>
                    <a:pt x="874176" y="577835"/>
                  </a:lnTo>
                  <a:lnTo>
                    <a:pt x="875179" y="546296"/>
                  </a:lnTo>
                  <a:lnTo>
                    <a:pt x="876182" y="565820"/>
                  </a:lnTo>
                  <a:lnTo>
                    <a:pt x="877687" y="554306"/>
                  </a:lnTo>
                  <a:lnTo>
                    <a:pt x="878690" y="571828"/>
                  </a:lnTo>
                  <a:lnTo>
                    <a:pt x="879692" y="562817"/>
                  </a:lnTo>
                  <a:lnTo>
                    <a:pt x="881197" y="577835"/>
                  </a:lnTo>
                  <a:lnTo>
                    <a:pt x="882200" y="615903"/>
                  </a:lnTo>
                  <a:lnTo>
                    <a:pt x="883203" y="581340"/>
                  </a:lnTo>
                  <a:lnTo>
                    <a:pt x="884707" y="565820"/>
                  </a:lnTo>
                  <a:lnTo>
                    <a:pt x="885710" y="530777"/>
                  </a:lnTo>
                  <a:lnTo>
                    <a:pt x="886713" y="514243"/>
                  </a:lnTo>
                  <a:lnTo>
                    <a:pt x="888217" y="574832"/>
                  </a:lnTo>
                  <a:lnTo>
                    <a:pt x="889220" y="525770"/>
                  </a:lnTo>
                  <a:lnTo>
                    <a:pt x="890223" y="562817"/>
                  </a:lnTo>
                  <a:lnTo>
                    <a:pt x="891226" y="521265"/>
                  </a:lnTo>
                  <a:lnTo>
                    <a:pt x="892730" y="565820"/>
                  </a:lnTo>
                  <a:lnTo>
                    <a:pt x="893733" y="584344"/>
                  </a:lnTo>
                  <a:lnTo>
                    <a:pt x="894736" y="533280"/>
                  </a:lnTo>
                  <a:lnTo>
                    <a:pt x="896240" y="554306"/>
                  </a:lnTo>
                  <a:lnTo>
                    <a:pt x="897243" y="568824"/>
                  </a:lnTo>
                  <a:lnTo>
                    <a:pt x="898246" y="590852"/>
                  </a:lnTo>
                  <a:lnTo>
                    <a:pt x="899751" y="562817"/>
                  </a:lnTo>
                  <a:lnTo>
                    <a:pt x="900753" y="587848"/>
                  </a:lnTo>
                  <a:lnTo>
                    <a:pt x="901756" y="535783"/>
                  </a:lnTo>
                  <a:lnTo>
                    <a:pt x="903261" y="571828"/>
                  </a:lnTo>
                  <a:lnTo>
                    <a:pt x="904264" y="577835"/>
                  </a:lnTo>
                  <a:lnTo>
                    <a:pt x="905266" y="577835"/>
                  </a:lnTo>
                  <a:lnTo>
                    <a:pt x="906269" y="565820"/>
                  </a:lnTo>
                  <a:lnTo>
                    <a:pt x="907774" y="551302"/>
                  </a:lnTo>
                  <a:lnTo>
                    <a:pt x="908777" y="565820"/>
                  </a:lnTo>
                  <a:lnTo>
                    <a:pt x="909780" y="533280"/>
                  </a:lnTo>
                  <a:lnTo>
                    <a:pt x="911284" y="568824"/>
                  </a:lnTo>
                  <a:lnTo>
                    <a:pt x="912287" y="551302"/>
                  </a:lnTo>
                  <a:lnTo>
                    <a:pt x="913290" y="565820"/>
                  </a:lnTo>
                  <a:lnTo>
                    <a:pt x="914794" y="590852"/>
                  </a:lnTo>
                  <a:lnTo>
                    <a:pt x="915797" y="562817"/>
                  </a:lnTo>
                  <a:lnTo>
                    <a:pt x="916800" y="543292"/>
                  </a:lnTo>
                  <a:lnTo>
                    <a:pt x="918304" y="562817"/>
                  </a:lnTo>
                  <a:lnTo>
                    <a:pt x="919307" y="571828"/>
                  </a:lnTo>
                  <a:lnTo>
                    <a:pt x="920310" y="546296"/>
                  </a:lnTo>
                  <a:lnTo>
                    <a:pt x="921814" y="528273"/>
                  </a:lnTo>
                  <a:lnTo>
                    <a:pt x="922817" y="559813"/>
                  </a:lnTo>
                  <a:lnTo>
                    <a:pt x="923820" y="554306"/>
                  </a:lnTo>
                  <a:lnTo>
                    <a:pt x="924823" y="581340"/>
                  </a:lnTo>
                  <a:lnTo>
                    <a:pt x="926327" y="556809"/>
                  </a:lnTo>
                  <a:lnTo>
                    <a:pt x="927330" y="535783"/>
                  </a:lnTo>
                  <a:lnTo>
                    <a:pt x="928333" y="562817"/>
                  </a:lnTo>
                  <a:lnTo>
                    <a:pt x="929838" y="514243"/>
                  </a:lnTo>
                  <a:lnTo>
                    <a:pt x="930841" y="562817"/>
                  </a:lnTo>
                  <a:lnTo>
                    <a:pt x="931843" y="597880"/>
                  </a:lnTo>
                  <a:lnTo>
                    <a:pt x="933348" y="559813"/>
                  </a:lnTo>
                  <a:lnTo>
                    <a:pt x="934351" y="604889"/>
                  </a:lnTo>
                  <a:lnTo>
                    <a:pt x="935354" y="540789"/>
                  </a:lnTo>
                  <a:lnTo>
                    <a:pt x="936858" y="548799"/>
                  </a:lnTo>
                  <a:lnTo>
                    <a:pt x="937861" y="551302"/>
                  </a:lnTo>
                  <a:lnTo>
                    <a:pt x="938864" y="571828"/>
                  </a:lnTo>
                  <a:lnTo>
                    <a:pt x="939867" y="554306"/>
                  </a:lnTo>
                  <a:lnTo>
                    <a:pt x="941371" y="590852"/>
                  </a:lnTo>
                  <a:lnTo>
                    <a:pt x="942374" y="521265"/>
                  </a:lnTo>
                  <a:lnTo>
                    <a:pt x="943377" y="577835"/>
                  </a:lnTo>
                  <a:lnTo>
                    <a:pt x="944881" y="601385"/>
                  </a:lnTo>
                  <a:lnTo>
                    <a:pt x="945884" y="597880"/>
                  </a:lnTo>
                  <a:lnTo>
                    <a:pt x="946887" y="571828"/>
                  </a:lnTo>
                  <a:lnTo>
                    <a:pt x="948391" y="530777"/>
                  </a:lnTo>
                  <a:lnTo>
                    <a:pt x="949394" y="540789"/>
                  </a:lnTo>
                  <a:lnTo>
                    <a:pt x="950397" y="565820"/>
                  </a:lnTo>
                  <a:lnTo>
                    <a:pt x="951901" y="584344"/>
                  </a:lnTo>
                  <a:lnTo>
                    <a:pt x="952904" y="528273"/>
                  </a:lnTo>
                  <a:lnTo>
                    <a:pt x="953907" y="551302"/>
                  </a:lnTo>
                  <a:lnTo>
                    <a:pt x="954910" y="565820"/>
                  </a:lnTo>
                  <a:lnTo>
                    <a:pt x="956428" y="548799"/>
                  </a:lnTo>
                  <a:lnTo>
                    <a:pt x="957431" y="523267"/>
                  </a:lnTo>
                  <a:lnTo>
                    <a:pt x="958434" y="571828"/>
                  </a:lnTo>
                  <a:lnTo>
                    <a:pt x="959938" y="577835"/>
                  </a:lnTo>
                  <a:lnTo>
                    <a:pt x="960941" y="577835"/>
                  </a:lnTo>
                  <a:lnTo>
                    <a:pt x="961944" y="565820"/>
                  </a:lnTo>
                  <a:lnTo>
                    <a:pt x="963448" y="548799"/>
                  </a:lnTo>
                  <a:lnTo>
                    <a:pt x="964451" y="556809"/>
                  </a:lnTo>
                  <a:lnTo>
                    <a:pt x="965454" y="546296"/>
                  </a:lnTo>
                  <a:lnTo>
                    <a:pt x="966958" y="568824"/>
                  </a:lnTo>
                  <a:lnTo>
                    <a:pt x="967961" y="535783"/>
                  </a:lnTo>
                  <a:lnTo>
                    <a:pt x="968964" y="540789"/>
                  </a:lnTo>
                  <a:lnTo>
                    <a:pt x="969967" y="523267"/>
                  </a:lnTo>
                  <a:lnTo>
                    <a:pt x="971471" y="559813"/>
                  </a:lnTo>
                  <a:lnTo>
                    <a:pt x="972474" y="601385"/>
                  </a:lnTo>
                  <a:lnTo>
                    <a:pt x="973477" y="521265"/>
                  </a:lnTo>
                  <a:lnTo>
                    <a:pt x="974982" y="565820"/>
                  </a:lnTo>
                  <a:lnTo>
                    <a:pt x="975985" y="511739"/>
                  </a:lnTo>
                  <a:lnTo>
                    <a:pt x="976987" y="590852"/>
                  </a:lnTo>
                  <a:lnTo>
                    <a:pt x="978492" y="546296"/>
                  </a:lnTo>
                  <a:lnTo>
                    <a:pt x="979495" y="584344"/>
                  </a:lnTo>
                  <a:lnTo>
                    <a:pt x="980498" y="581340"/>
                  </a:lnTo>
                  <a:lnTo>
                    <a:pt x="982002" y="554306"/>
                  </a:lnTo>
                  <a:lnTo>
                    <a:pt x="983005" y="571828"/>
                  </a:lnTo>
                  <a:lnTo>
                    <a:pt x="984008" y="540789"/>
                  </a:lnTo>
                  <a:lnTo>
                    <a:pt x="985011" y="559813"/>
                  </a:lnTo>
                  <a:lnTo>
                    <a:pt x="986515" y="604889"/>
                  </a:lnTo>
                  <a:lnTo>
                    <a:pt x="987518" y="535783"/>
                  </a:lnTo>
                  <a:lnTo>
                    <a:pt x="988521" y="521265"/>
                  </a:lnTo>
                  <a:lnTo>
                    <a:pt x="990025" y="581340"/>
                  </a:lnTo>
                  <a:lnTo>
                    <a:pt x="991028" y="518762"/>
                  </a:lnTo>
                  <a:lnTo>
                    <a:pt x="992031" y="554306"/>
                  </a:lnTo>
                  <a:lnTo>
                    <a:pt x="993535" y="554306"/>
                  </a:lnTo>
                  <a:lnTo>
                    <a:pt x="994538" y="581340"/>
                  </a:lnTo>
                  <a:lnTo>
                    <a:pt x="995541" y="559813"/>
                  </a:lnTo>
                  <a:lnTo>
                    <a:pt x="997045" y="521265"/>
                  </a:lnTo>
                  <a:lnTo>
                    <a:pt x="998048" y="571828"/>
                  </a:lnTo>
                  <a:lnTo>
                    <a:pt x="999051" y="590852"/>
                  </a:lnTo>
                  <a:lnTo>
                    <a:pt x="1000054" y="554306"/>
                  </a:lnTo>
                  <a:lnTo>
                    <a:pt x="1001559" y="525770"/>
                  </a:lnTo>
                  <a:lnTo>
                    <a:pt x="1002561" y="565820"/>
                  </a:lnTo>
                  <a:lnTo>
                    <a:pt x="1003564" y="551302"/>
                  </a:lnTo>
                  <a:lnTo>
                    <a:pt x="1005069" y="559813"/>
                  </a:lnTo>
                  <a:lnTo>
                    <a:pt x="1006072" y="568824"/>
                  </a:lnTo>
                  <a:lnTo>
                    <a:pt x="1007075" y="554306"/>
                  </a:lnTo>
                  <a:lnTo>
                    <a:pt x="1008579" y="562817"/>
                  </a:lnTo>
                  <a:lnTo>
                    <a:pt x="1009582" y="568824"/>
                  </a:lnTo>
                  <a:lnTo>
                    <a:pt x="1010585" y="562817"/>
                  </a:lnTo>
                  <a:lnTo>
                    <a:pt x="1012089" y="571828"/>
                  </a:lnTo>
                  <a:lnTo>
                    <a:pt x="1013092" y="543292"/>
                  </a:lnTo>
                  <a:lnTo>
                    <a:pt x="1014095" y="554306"/>
                  </a:lnTo>
                  <a:lnTo>
                    <a:pt x="1015098" y="571828"/>
                  </a:lnTo>
                  <a:lnTo>
                    <a:pt x="1016602" y="525770"/>
                  </a:lnTo>
                  <a:lnTo>
                    <a:pt x="1017605" y="574832"/>
                  </a:lnTo>
                  <a:lnTo>
                    <a:pt x="1018608" y="521265"/>
                  </a:lnTo>
                  <a:lnTo>
                    <a:pt x="1020112" y="518762"/>
                  </a:lnTo>
                  <a:lnTo>
                    <a:pt x="1021115" y="543292"/>
                  </a:lnTo>
                  <a:lnTo>
                    <a:pt x="1022118" y="516258"/>
                  </a:lnTo>
                  <a:lnTo>
                    <a:pt x="1023622" y="535783"/>
                  </a:lnTo>
                  <a:lnTo>
                    <a:pt x="1024625" y="498723"/>
                  </a:lnTo>
                  <a:lnTo>
                    <a:pt x="1025628" y="523267"/>
                  </a:lnTo>
                  <a:lnTo>
                    <a:pt x="1027133" y="492716"/>
                  </a:lnTo>
                  <a:lnTo>
                    <a:pt x="1028135" y="479199"/>
                  </a:lnTo>
                  <a:lnTo>
                    <a:pt x="1029138" y="466182"/>
                  </a:lnTo>
                  <a:lnTo>
                    <a:pt x="1030141" y="428115"/>
                  </a:lnTo>
                  <a:lnTo>
                    <a:pt x="1031646" y="448160"/>
                  </a:lnTo>
                  <a:lnTo>
                    <a:pt x="1032649" y="438648"/>
                  </a:lnTo>
                  <a:lnTo>
                    <a:pt x="1033651" y="397577"/>
                  </a:lnTo>
                  <a:lnTo>
                    <a:pt x="1035156" y="380055"/>
                  </a:lnTo>
                  <a:lnTo>
                    <a:pt x="1036159" y="391569"/>
                  </a:lnTo>
                  <a:lnTo>
                    <a:pt x="1037162" y="340492"/>
                  </a:lnTo>
                  <a:lnTo>
                    <a:pt x="1038666" y="360530"/>
                  </a:lnTo>
                  <a:lnTo>
                    <a:pt x="1039669" y="323971"/>
                  </a:lnTo>
                  <a:lnTo>
                    <a:pt x="1040672" y="336988"/>
                  </a:lnTo>
                  <a:lnTo>
                    <a:pt x="1042176" y="303946"/>
                  </a:lnTo>
                  <a:lnTo>
                    <a:pt x="1043179" y="303946"/>
                  </a:lnTo>
                  <a:lnTo>
                    <a:pt x="1044182" y="273388"/>
                  </a:lnTo>
                  <a:lnTo>
                    <a:pt x="1045686" y="266379"/>
                  </a:lnTo>
                  <a:lnTo>
                    <a:pt x="1046689" y="237343"/>
                  </a:lnTo>
                  <a:lnTo>
                    <a:pt x="1047692" y="239846"/>
                  </a:lnTo>
                  <a:lnTo>
                    <a:pt x="1048695" y="256367"/>
                  </a:lnTo>
                  <a:lnTo>
                    <a:pt x="1050199" y="236342"/>
                  </a:lnTo>
                  <a:lnTo>
                    <a:pt x="1051202" y="236842"/>
                  </a:lnTo>
                  <a:lnTo>
                    <a:pt x="1052205" y="227831"/>
                  </a:lnTo>
                  <a:lnTo>
                    <a:pt x="1053709" y="219821"/>
                  </a:lnTo>
                  <a:lnTo>
                    <a:pt x="1054712" y="213313"/>
                  </a:lnTo>
                  <a:lnTo>
                    <a:pt x="1055715" y="237844"/>
                  </a:lnTo>
                  <a:lnTo>
                    <a:pt x="1057220" y="224327"/>
                  </a:lnTo>
                  <a:lnTo>
                    <a:pt x="1058223" y="211310"/>
                  </a:lnTo>
                  <a:lnTo>
                    <a:pt x="1059225" y="206805"/>
                  </a:lnTo>
                  <a:lnTo>
                    <a:pt x="1060730" y="222825"/>
                  </a:lnTo>
                  <a:lnTo>
                    <a:pt x="1061733" y="235340"/>
                  </a:lnTo>
                  <a:lnTo>
                    <a:pt x="1062756" y="218319"/>
                  </a:lnTo>
                  <a:lnTo>
                    <a:pt x="1063759" y="229333"/>
                  </a:lnTo>
                  <a:lnTo>
                    <a:pt x="1065263" y="239345"/>
                  </a:lnTo>
                  <a:lnTo>
                    <a:pt x="1066266" y="246354"/>
                  </a:lnTo>
                  <a:lnTo>
                    <a:pt x="1067269" y="256867"/>
                  </a:lnTo>
                  <a:lnTo>
                    <a:pt x="1068773" y="260872"/>
                  </a:lnTo>
                  <a:lnTo>
                    <a:pt x="1069776" y="261373"/>
                  </a:lnTo>
                  <a:lnTo>
                    <a:pt x="1070779" y="294935"/>
                  </a:lnTo>
                  <a:lnTo>
                    <a:pt x="1072283" y="289929"/>
                  </a:lnTo>
                  <a:lnTo>
                    <a:pt x="1073286" y="290930"/>
                  </a:lnTo>
                  <a:lnTo>
                    <a:pt x="1074289" y="314960"/>
                  </a:lnTo>
                  <a:lnTo>
                    <a:pt x="1075793" y="326474"/>
                  </a:lnTo>
                  <a:lnTo>
                    <a:pt x="1076796" y="363534"/>
                  </a:lnTo>
                  <a:lnTo>
                    <a:pt x="1077799" y="394072"/>
                  </a:lnTo>
                  <a:lnTo>
                    <a:pt x="1078802" y="384560"/>
                  </a:lnTo>
                  <a:lnTo>
                    <a:pt x="1080306" y="429617"/>
                  </a:lnTo>
                  <a:lnTo>
                    <a:pt x="1081309" y="449662"/>
                  </a:lnTo>
                  <a:lnTo>
                    <a:pt x="1082312" y="426613"/>
                  </a:lnTo>
                  <a:lnTo>
                    <a:pt x="1083817" y="428115"/>
                  </a:lnTo>
                  <a:lnTo>
                    <a:pt x="1084820" y="464681"/>
                  </a:lnTo>
                  <a:lnTo>
                    <a:pt x="1085822" y="516258"/>
                  </a:lnTo>
                  <a:lnTo>
                    <a:pt x="1087327" y="511739"/>
                  </a:lnTo>
                  <a:lnTo>
                    <a:pt x="1088330" y="498723"/>
                  </a:lnTo>
                  <a:lnTo>
                    <a:pt x="1089333" y="535783"/>
                  </a:lnTo>
                  <a:lnTo>
                    <a:pt x="1090837" y="528273"/>
                  </a:lnTo>
                  <a:lnTo>
                    <a:pt x="1091840" y="468185"/>
                  </a:lnTo>
                  <a:lnTo>
                    <a:pt x="1092843" y="528273"/>
                  </a:lnTo>
                  <a:lnTo>
                    <a:pt x="1093846" y="538286"/>
                  </a:lnTo>
                  <a:lnTo>
                    <a:pt x="1095350" y="565820"/>
                  </a:lnTo>
                  <a:lnTo>
                    <a:pt x="1096353" y="546296"/>
                  </a:lnTo>
                  <a:lnTo>
                    <a:pt x="1097356" y="551302"/>
                  </a:lnTo>
                  <a:lnTo>
                    <a:pt x="1098860" y="546296"/>
                  </a:lnTo>
                  <a:lnTo>
                    <a:pt x="1099863" y="568824"/>
                  </a:lnTo>
                  <a:lnTo>
                    <a:pt x="1100866" y="562817"/>
                  </a:lnTo>
                  <a:lnTo>
                    <a:pt x="1102370" y="551302"/>
                  </a:lnTo>
                  <a:lnTo>
                    <a:pt x="1103373" y="540789"/>
                  </a:lnTo>
                  <a:lnTo>
                    <a:pt x="1104376" y="587848"/>
                  </a:lnTo>
                  <a:lnTo>
                    <a:pt x="1105880" y="584344"/>
                  </a:lnTo>
                  <a:lnTo>
                    <a:pt x="1106883" y="546296"/>
                  </a:lnTo>
                  <a:lnTo>
                    <a:pt x="1107886" y="594356"/>
                  </a:lnTo>
                  <a:lnTo>
                    <a:pt x="1108889" y="584344"/>
                  </a:lnTo>
                  <a:lnTo>
                    <a:pt x="1110394" y="543292"/>
                  </a:lnTo>
                  <a:lnTo>
                    <a:pt x="1111396" y="587848"/>
                  </a:lnTo>
                  <a:lnTo>
                    <a:pt x="1112399" y="590852"/>
                  </a:lnTo>
                  <a:lnTo>
                    <a:pt x="1113904" y="559813"/>
                  </a:lnTo>
                  <a:lnTo>
                    <a:pt x="1114907" y="590852"/>
                  </a:lnTo>
                  <a:lnTo>
                    <a:pt x="1115910" y="590852"/>
                  </a:lnTo>
                  <a:lnTo>
                    <a:pt x="1117414" y="574832"/>
                  </a:lnTo>
                  <a:lnTo>
                    <a:pt x="1118417" y="525770"/>
                  </a:lnTo>
                  <a:lnTo>
                    <a:pt x="1119420" y="584344"/>
                  </a:lnTo>
                  <a:lnTo>
                    <a:pt x="1120924" y="581340"/>
                  </a:lnTo>
                  <a:lnTo>
                    <a:pt x="1121927" y="581340"/>
                  </a:lnTo>
                  <a:lnTo>
                    <a:pt x="1122930" y="608394"/>
                  </a:lnTo>
                  <a:lnTo>
                    <a:pt x="1123933" y="584344"/>
                  </a:lnTo>
                  <a:lnTo>
                    <a:pt x="1125437" y="540789"/>
                  </a:lnTo>
                  <a:lnTo>
                    <a:pt x="1126440" y="568824"/>
                  </a:lnTo>
                  <a:lnTo>
                    <a:pt x="1127443" y="571828"/>
                  </a:lnTo>
                  <a:lnTo>
                    <a:pt x="1128947" y="521265"/>
                  </a:lnTo>
                  <a:lnTo>
                    <a:pt x="1129950" y="540789"/>
                  </a:lnTo>
                  <a:lnTo>
                    <a:pt x="1130953" y="562817"/>
                  </a:lnTo>
                  <a:lnTo>
                    <a:pt x="1132457" y="538286"/>
                  </a:lnTo>
                  <a:lnTo>
                    <a:pt x="1133460" y="525770"/>
                  </a:lnTo>
                  <a:lnTo>
                    <a:pt x="1134463" y="535783"/>
                  </a:lnTo>
                  <a:lnTo>
                    <a:pt x="1135968" y="507734"/>
                  </a:lnTo>
                  <a:lnTo>
                    <a:pt x="1136970" y="481201"/>
                  </a:lnTo>
                  <a:lnTo>
                    <a:pt x="1137973" y="461176"/>
                  </a:lnTo>
                  <a:lnTo>
                    <a:pt x="1138976" y="464681"/>
                  </a:lnTo>
                  <a:lnTo>
                    <a:pt x="1140481" y="435644"/>
                  </a:lnTo>
                  <a:lnTo>
                    <a:pt x="1141484" y="444656"/>
                  </a:lnTo>
                  <a:lnTo>
                    <a:pt x="1142486" y="409091"/>
                  </a:lnTo>
                  <a:lnTo>
                    <a:pt x="1143991" y="413096"/>
                  </a:lnTo>
                  <a:lnTo>
                    <a:pt x="1144994" y="391569"/>
                  </a:lnTo>
                  <a:lnTo>
                    <a:pt x="1145997" y="372045"/>
                  </a:lnTo>
                  <a:lnTo>
                    <a:pt x="1147501" y="367038"/>
                  </a:lnTo>
                  <a:lnTo>
                    <a:pt x="1148504" y="354509"/>
                  </a:lnTo>
                  <a:lnTo>
                    <a:pt x="1149507" y="358528"/>
                  </a:lnTo>
                  <a:lnTo>
                    <a:pt x="1151011" y="340492"/>
                  </a:lnTo>
                  <a:lnTo>
                    <a:pt x="1152014" y="357527"/>
                  </a:lnTo>
                  <a:lnTo>
                    <a:pt x="1153017" y="361532"/>
                  </a:lnTo>
                  <a:lnTo>
                    <a:pt x="1154020" y="351506"/>
                  </a:lnTo>
                  <a:lnTo>
                    <a:pt x="1155524" y="378553"/>
                  </a:lnTo>
                  <a:lnTo>
                    <a:pt x="1156527" y="351506"/>
                  </a:lnTo>
                  <a:lnTo>
                    <a:pt x="1157530" y="360530"/>
                  </a:lnTo>
                  <a:lnTo>
                    <a:pt x="1159034" y="360530"/>
                  </a:lnTo>
                  <a:lnTo>
                    <a:pt x="1160037" y="355524"/>
                  </a:lnTo>
                  <a:lnTo>
                    <a:pt x="1161040" y="382057"/>
                  </a:lnTo>
                  <a:lnTo>
                    <a:pt x="1162544" y="357527"/>
                  </a:lnTo>
                  <a:lnTo>
                    <a:pt x="1163547" y="371043"/>
                  </a:lnTo>
                  <a:lnTo>
                    <a:pt x="1164550" y="391569"/>
                  </a:lnTo>
                  <a:lnTo>
                    <a:pt x="1166055" y="425111"/>
                  </a:lnTo>
                  <a:lnTo>
                    <a:pt x="1167058" y="446157"/>
                  </a:lnTo>
                  <a:lnTo>
                    <a:pt x="1168060" y="459674"/>
                  </a:lnTo>
                  <a:lnTo>
                    <a:pt x="1169578" y="437146"/>
                  </a:lnTo>
                  <a:lnTo>
                    <a:pt x="1170581" y="484706"/>
                  </a:lnTo>
                  <a:lnTo>
                    <a:pt x="1171584" y="528273"/>
                  </a:lnTo>
                  <a:lnTo>
                    <a:pt x="1172587" y="488711"/>
                  </a:lnTo>
                  <a:lnTo>
                    <a:pt x="1174091" y="535783"/>
                  </a:lnTo>
                  <a:lnTo>
                    <a:pt x="1175094" y="540789"/>
                  </a:lnTo>
                  <a:lnTo>
                    <a:pt x="1176097" y="577835"/>
                  </a:lnTo>
                  <a:lnTo>
                    <a:pt x="1177601" y="551302"/>
                  </a:lnTo>
                  <a:lnTo>
                    <a:pt x="1178604" y="574832"/>
                  </a:lnTo>
                  <a:lnTo>
                    <a:pt x="1179607" y="587848"/>
                  </a:lnTo>
                  <a:lnTo>
                    <a:pt x="1181112" y="574832"/>
                  </a:lnTo>
                  <a:lnTo>
                    <a:pt x="1182114" y="623913"/>
                  </a:lnTo>
                  <a:lnTo>
                    <a:pt x="1183117" y="581340"/>
                  </a:lnTo>
                  <a:lnTo>
                    <a:pt x="1184622" y="587848"/>
                  </a:lnTo>
                  <a:lnTo>
                    <a:pt x="1185625" y="615903"/>
                  </a:lnTo>
                  <a:lnTo>
                    <a:pt x="1186628" y="615903"/>
                  </a:lnTo>
                  <a:lnTo>
                    <a:pt x="1187630" y="568824"/>
                  </a:lnTo>
                  <a:lnTo>
                    <a:pt x="1189135" y="597880"/>
                  </a:lnTo>
                  <a:lnTo>
                    <a:pt x="1190138" y="562817"/>
                  </a:lnTo>
                  <a:lnTo>
                    <a:pt x="1191141" y="587848"/>
                  </a:lnTo>
                  <a:lnTo>
                    <a:pt x="1192645" y="565820"/>
                  </a:lnTo>
                  <a:lnTo>
                    <a:pt x="1193648" y="601385"/>
                  </a:lnTo>
                  <a:lnTo>
                    <a:pt x="1194651" y="627918"/>
                  </a:lnTo>
                  <a:lnTo>
                    <a:pt x="1196155" y="590852"/>
                  </a:lnTo>
                  <a:lnTo>
                    <a:pt x="1197158" y="623913"/>
                  </a:lnTo>
                  <a:lnTo>
                    <a:pt x="1198161" y="590852"/>
                  </a:lnTo>
                  <a:lnTo>
                    <a:pt x="1199665" y="679496"/>
                  </a:lnTo>
                  <a:lnTo>
                    <a:pt x="1200668" y="574832"/>
                  </a:lnTo>
                  <a:lnTo>
                    <a:pt x="1201671" y="571828"/>
                  </a:lnTo>
                  <a:lnTo>
                    <a:pt x="1202674" y="581340"/>
                  </a:lnTo>
                  <a:lnTo>
                    <a:pt x="1204178" y="615903"/>
                  </a:lnTo>
                  <a:lnTo>
                    <a:pt x="1205181" y="597880"/>
                  </a:lnTo>
                  <a:lnTo>
                    <a:pt x="1206184" y="604889"/>
                  </a:lnTo>
                  <a:lnTo>
                    <a:pt x="1207689" y="623913"/>
                  </a:lnTo>
                  <a:lnTo>
                    <a:pt x="1208691" y="587848"/>
                  </a:lnTo>
                  <a:lnTo>
                    <a:pt x="1209694" y="574832"/>
                  </a:lnTo>
                  <a:lnTo>
                    <a:pt x="1211199" y="654451"/>
                  </a:lnTo>
                  <a:lnTo>
                    <a:pt x="1212202" y="581340"/>
                  </a:lnTo>
                  <a:lnTo>
                    <a:pt x="1213204" y="631923"/>
                  </a:lnTo>
                  <a:lnTo>
                    <a:pt x="1214709" y="597880"/>
                  </a:lnTo>
                  <a:lnTo>
                    <a:pt x="1215712" y="658957"/>
                  </a:lnTo>
                  <a:lnTo>
                    <a:pt x="1216715" y="601385"/>
                  </a:lnTo>
                  <a:lnTo>
                    <a:pt x="1217718" y="608394"/>
                  </a:lnTo>
                  <a:lnTo>
                    <a:pt x="1219222" y="663963"/>
                  </a:lnTo>
                  <a:lnTo>
                    <a:pt x="1220225" y="604889"/>
                  </a:lnTo>
                  <a:lnTo>
                    <a:pt x="1221228" y="594356"/>
                  </a:lnTo>
                  <a:lnTo>
                    <a:pt x="1222732" y="644939"/>
                  </a:lnTo>
                  <a:lnTo>
                    <a:pt x="1223735" y="587848"/>
                  </a:lnTo>
                  <a:lnTo>
                    <a:pt x="1224738" y="597880"/>
                  </a:lnTo>
                  <a:lnTo>
                    <a:pt x="1226242" y="649445"/>
                  </a:lnTo>
                  <a:lnTo>
                    <a:pt x="1227245" y="590852"/>
                  </a:lnTo>
                  <a:lnTo>
                    <a:pt x="1228248" y="608394"/>
                  </a:lnTo>
                  <a:lnTo>
                    <a:pt x="1229752" y="644939"/>
                  </a:lnTo>
                  <a:lnTo>
                    <a:pt x="1230755" y="568824"/>
                  </a:lnTo>
                  <a:lnTo>
                    <a:pt x="1231758" y="587848"/>
                  </a:lnTo>
                  <a:lnTo>
                    <a:pt x="1232761" y="604889"/>
                  </a:lnTo>
                  <a:lnTo>
                    <a:pt x="1234265" y="594356"/>
                  </a:lnTo>
                  <a:lnTo>
                    <a:pt x="1235268" y="608394"/>
                  </a:lnTo>
                  <a:lnTo>
                    <a:pt x="1236271" y="574832"/>
                  </a:lnTo>
                  <a:lnTo>
                    <a:pt x="1237776" y="623913"/>
                  </a:lnTo>
                  <a:lnTo>
                    <a:pt x="1238779" y="640934"/>
                  </a:lnTo>
                  <a:lnTo>
                    <a:pt x="1239781" y="612399"/>
                  </a:lnTo>
                  <a:lnTo>
                    <a:pt x="1241286" y="577835"/>
                  </a:lnTo>
                  <a:lnTo>
                    <a:pt x="1242289" y="590852"/>
                  </a:lnTo>
                  <a:lnTo>
                    <a:pt x="1243292" y="658957"/>
                  </a:lnTo>
                  <a:lnTo>
                    <a:pt x="1244796" y="619908"/>
                  </a:lnTo>
                  <a:lnTo>
                    <a:pt x="1245799" y="590852"/>
                  </a:lnTo>
                  <a:lnTo>
                    <a:pt x="1246802" y="644939"/>
                  </a:lnTo>
                  <a:lnTo>
                    <a:pt x="1247805" y="636429"/>
                  </a:lnTo>
                  <a:lnTo>
                    <a:pt x="1249309" y="627918"/>
                  </a:lnTo>
                  <a:lnTo>
                    <a:pt x="1250312" y="587848"/>
                  </a:lnTo>
                  <a:lnTo>
                    <a:pt x="1251315" y="608394"/>
                  </a:lnTo>
                  <a:lnTo>
                    <a:pt x="1252819" y="668969"/>
                  </a:lnTo>
                  <a:lnTo>
                    <a:pt x="1253822" y="640934"/>
                  </a:lnTo>
                  <a:lnTo>
                    <a:pt x="1254825" y="608394"/>
                  </a:lnTo>
                  <a:lnTo>
                    <a:pt x="1256329" y="708032"/>
                  </a:lnTo>
                  <a:lnTo>
                    <a:pt x="1257332" y="623913"/>
                  </a:lnTo>
                  <a:lnTo>
                    <a:pt x="1258335" y="640934"/>
                  </a:lnTo>
                  <a:lnTo>
                    <a:pt x="1259839" y="612399"/>
                  </a:lnTo>
                  <a:lnTo>
                    <a:pt x="1260842" y="627918"/>
                  </a:lnTo>
                  <a:lnTo>
                    <a:pt x="1261845" y="636429"/>
                  </a:lnTo>
                  <a:lnTo>
                    <a:pt x="1262848" y="663963"/>
                  </a:lnTo>
                  <a:lnTo>
                    <a:pt x="1264353" y="668969"/>
                  </a:lnTo>
                  <a:lnTo>
                    <a:pt x="1265355" y="615903"/>
                  </a:lnTo>
                  <a:lnTo>
                    <a:pt x="1266358" y="597880"/>
                  </a:lnTo>
                  <a:lnTo>
                    <a:pt x="1267863" y="615903"/>
                  </a:lnTo>
                  <a:lnTo>
                    <a:pt x="1268866" y="636429"/>
                  </a:lnTo>
                  <a:lnTo>
                    <a:pt x="1269868" y="587848"/>
                  </a:lnTo>
                  <a:lnTo>
                    <a:pt x="1271373" y="649445"/>
                  </a:lnTo>
                  <a:lnTo>
                    <a:pt x="1272376" y="619908"/>
                  </a:lnTo>
                  <a:lnTo>
                    <a:pt x="1273379" y="644939"/>
                  </a:lnTo>
                  <a:lnTo>
                    <a:pt x="1274903" y="631923"/>
                  </a:lnTo>
                  <a:lnTo>
                    <a:pt x="1275906" y="627918"/>
                  </a:lnTo>
                  <a:lnTo>
                    <a:pt x="1276909" y="619908"/>
                  </a:lnTo>
                  <a:lnTo>
                    <a:pt x="1277912" y="640934"/>
                  </a:lnTo>
                  <a:lnTo>
                    <a:pt x="1279416" y="604889"/>
                  </a:lnTo>
                  <a:lnTo>
                    <a:pt x="1280419" y="623913"/>
                  </a:lnTo>
                  <a:lnTo>
                    <a:pt x="1281422" y="590852"/>
                  </a:lnTo>
                  <a:lnTo>
                    <a:pt x="1282926" y="619908"/>
                  </a:lnTo>
                  <a:lnTo>
                    <a:pt x="1283929" y="631923"/>
                  </a:lnTo>
                  <a:lnTo>
                    <a:pt x="1284932" y="627918"/>
                  </a:lnTo>
                  <a:lnTo>
                    <a:pt x="1286436" y="601385"/>
                  </a:lnTo>
                  <a:lnTo>
                    <a:pt x="1287439" y="640934"/>
                  </a:lnTo>
                  <a:lnTo>
                    <a:pt x="1288442" y="644939"/>
                  </a:lnTo>
                  <a:lnTo>
                    <a:pt x="1289947" y="594356"/>
                  </a:lnTo>
                  <a:lnTo>
                    <a:pt x="1290950" y="679496"/>
                  </a:lnTo>
                  <a:lnTo>
                    <a:pt x="1291952" y="590852"/>
                  </a:lnTo>
                  <a:lnTo>
                    <a:pt x="1293457" y="601385"/>
                  </a:lnTo>
                  <a:lnTo>
                    <a:pt x="1294460" y="636429"/>
                  </a:lnTo>
                  <a:lnTo>
                    <a:pt x="1295463" y="608394"/>
                  </a:lnTo>
                  <a:lnTo>
                    <a:pt x="1296465" y="608394"/>
                  </a:lnTo>
                  <a:lnTo>
                    <a:pt x="1297970" y="673976"/>
                  </a:lnTo>
                  <a:lnTo>
                    <a:pt x="1298973" y="658957"/>
                  </a:lnTo>
                  <a:lnTo>
                    <a:pt x="1299976" y="654451"/>
                  </a:lnTo>
                  <a:lnTo>
                    <a:pt x="1301480" y="636429"/>
                  </a:lnTo>
                  <a:lnTo>
                    <a:pt x="1302483" y="627918"/>
                  </a:lnTo>
                  <a:lnTo>
                    <a:pt x="1303486" y="649445"/>
                  </a:lnTo>
                  <a:lnTo>
                    <a:pt x="1304990" y="615903"/>
                  </a:lnTo>
                  <a:lnTo>
                    <a:pt x="1305993" y="590852"/>
                  </a:lnTo>
                  <a:lnTo>
                    <a:pt x="1306996" y="623913"/>
                  </a:lnTo>
                  <a:lnTo>
                    <a:pt x="1308500" y="601385"/>
                  </a:lnTo>
                  <a:lnTo>
                    <a:pt x="1309503" y="608394"/>
                  </a:lnTo>
                  <a:lnTo>
                    <a:pt x="1310506" y="594356"/>
                  </a:lnTo>
                  <a:lnTo>
                    <a:pt x="1311509" y="702024"/>
                  </a:lnTo>
                  <a:lnTo>
                    <a:pt x="1313013" y="623913"/>
                  </a:lnTo>
                  <a:lnTo>
                    <a:pt x="1314016" y="597880"/>
                  </a:lnTo>
                  <a:lnTo>
                    <a:pt x="1315019" y="604889"/>
                  </a:lnTo>
                  <a:lnTo>
                    <a:pt x="1316524" y="590852"/>
                  </a:lnTo>
                  <a:lnTo>
                    <a:pt x="1317526" y="644939"/>
                  </a:lnTo>
                  <a:lnTo>
                    <a:pt x="1318529" y="663963"/>
                  </a:lnTo>
                  <a:lnTo>
                    <a:pt x="1320034" y="658957"/>
                  </a:lnTo>
                  <a:lnTo>
                    <a:pt x="1321037" y="604889"/>
                  </a:lnTo>
                  <a:lnTo>
                    <a:pt x="1322040" y="623913"/>
                  </a:lnTo>
                  <a:lnTo>
                    <a:pt x="1323544" y="640934"/>
                  </a:lnTo>
                  <a:lnTo>
                    <a:pt x="1324547" y="627918"/>
                  </a:lnTo>
                  <a:lnTo>
                    <a:pt x="1325550" y="658957"/>
                  </a:lnTo>
                  <a:lnTo>
                    <a:pt x="1326553" y="619908"/>
                  </a:lnTo>
                  <a:lnTo>
                    <a:pt x="1328057" y="597880"/>
                  </a:lnTo>
                  <a:lnTo>
                    <a:pt x="1329060" y="640934"/>
                  </a:lnTo>
                  <a:lnTo>
                    <a:pt x="1330063" y="623913"/>
                  </a:lnTo>
                  <a:lnTo>
                    <a:pt x="1331567" y="623913"/>
                  </a:lnTo>
                  <a:lnTo>
                    <a:pt x="1332570" y="608394"/>
                  </a:lnTo>
                  <a:lnTo>
                    <a:pt x="1333573" y="612399"/>
                  </a:lnTo>
                  <a:lnTo>
                    <a:pt x="1335077" y="615903"/>
                  </a:lnTo>
                  <a:lnTo>
                    <a:pt x="1336080" y="636429"/>
                  </a:lnTo>
                  <a:lnTo>
                    <a:pt x="1337083" y="619908"/>
                  </a:lnTo>
                  <a:lnTo>
                    <a:pt x="1338587" y="627918"/>
                  </a:lnTo>
                  <a:lnTo>
                    <a:pt x="1339590" y="649445"/>
                  </a:lnTo>
                  <a:lnTo>
                    <a:pt x="1340593" y="649445"/>
                  </a:lnTo>
                  <a:lnTo>
                    <a:pt x="1341596" y="619908"/>
                  </a:lnTo>
                  <a:lnTo>
                    <a:pt x="1343100" y="654451"/>
                  </a:lnTo>
                  <a:lnTo>
                    <a:pt x="1344103" y="654451"/>
                  </a:lnTo>
                  <a:lnTo>
                    <a:pt x="1345106" y="631923"/>
                  </a:lnTo>
                  <a:lnTo>
                    <a:pt x="1346611" y="640934"/>
                  </a:lnTo>
                  <a:lnTo>
                    <a:pt x="1347614" y="654451"/>
                  </a:lnTo>
                  <a:lnTo>
                    <a:pt x="1348616" y="619908"/>
                  </a:lnTo>
                  <a:lnTo>
                    <a:pt x="1350121" y="590852"/>
                  </a:lnTo>
                  <a:lnTo>
                    <a:pt x="1351124" y="623913"/>
                  </a:lnTo>
                  <a:lnTo>
                    <a:pt x="1352127" y="619908"/>
                  </a:lnTo>
                  <a:lnTo>
                    <a:pt x="1353631" y="604889"/>
                  </a:lnTo>
                  <a:lnTo>
                    <a:pt x="1354634" y="627918"/>
                  </a:lnTo>
                  <a:lnTo>
                    <a:pt x="1355637" y="623913"/>
                  </a:lnTo>
                  <a:lnTo>
                    <a:pt x="1356640" y="612399"/>
                  </a:lnTo>
                  <a:lnTo>
                    <a:pt x="1358144" y="658957"/>
                  </a:lnTo>
                  <a:lnTo>
                    <a:pt x="1359147" y="690009"/>
                  </a:lnTo>
                  <a:lnTo>
                    <a:pt x="1360150" y="631923"/>
                  </a:lnTo>
                  <a:lnTo>
                    <a:pt x="1361654" y="649445"/>
                  </a:lnTo>
                  <a:lnTo>
                    <a:pt x="1362657" y="644939"/>
                  </a:lnTo>
                  <a:lnTo>
                    <a:pt x="1363660" y="649445"/>
                  </a:lnTo>
                  <a:lnTo>
                    <a:pt x="1365164" y="615903"/>
                  </a:lnTo>
                  <a:lnTo>
                    <a:pt x="1366167" y="636429"/>
                  </a:lnTo>
                  <a:lnTo>
                    <a:pt x="1367170" y="627918"/>
                  </a:lnTo>
                  <a:lnTo>
                    <a:pt x="1368674" y="668969"/>
                  </a:lnTo>
                  <a:lnTo>
                    <a:pt x="1369677" y="590852"/>
                  </a:lnTo>
                  <a:lnTo>
                    <a:pt x="1370680" y="623913"/>
                  </a:lnTo>
                  <a:lnTo>
                    <a:pt x="1371683" y="554306"/>
                  </a:lnTo>
                  <a:lnTo>
                    <a:pt x="1373188" y="623913"/>
                  </a:lnTo>
                  <a:lnTo>
                    <a:pt x="1374190" y="640934"/>
                  </a:lnTo>
                  <a:lnTo>
                    <a:pt x="1375193" y="644939"/>
                  </a:lnTo>
                  <a:lnTo>
                    <a:pt x="1376698" y="577835"/>
                  </a:lnTo>
                  <a:lnTo>
                    <a:pt x="1377701" y="658957"/>
                  </a:lnTo>
                  <a:lnTo>
                    <a:pt x="1378704" y="619908"/>
                  </a:lnTo>
                  <a:lnTo>
                    <a:pt x="1380208" y="649445"/>
                  </a:lnTo>
                  <a:lnTo>
                    <a:pt x="1381224" y="623913"/>
                  </a:lnTo>
                  <a:lnTo>
                    <a:pt x="1382227" y="584344"/>
                  </a:lnTo>
                  <a:lnTo>
                    <a:pt x="1383731" y="587848"/>
                  </a:lnTo>
                  <a:lnTo>
                    <a:pt x="1384734" y="587848"/>
                  </a:lnTo>
                  <a:lnTo>
                    <a:pt x="1385737" y="644939"/>
                  </a:lnTo>
                  <a:lnTo>
                    <a:pt x="1386740" y="597880"/>
                  </a:lnTo>
                  <a:lnTo>
                    <a:pt x="1388244" y="597880"/>
                  </a:lnTo>
                  <a:lnTo>
                    <a:pt x="1389247" y="663963"/>
                  </a:lnTo>
                  <a:lnTo>
                    <a:pt x="1390250" y="612399"/>
                  </a:lnTo>
                  <a:lnTo>
                    <a:pt x="1391755" y="590852"/>
                  </a:lnTo>
                  <a:lnTo>
                    <a:pt x="1392758" y="631923"/>
                  </a:lnTo>
                  <a:lnTo>
                    <a:pt x="1393760" y="636429"/>
                  </a:lnTo>
                  <a:lnTo>
                    <a:pt x="1395265" y="640934"/>
                  </a:lnTo>
                  <a:lnTo>
                    <a:pt x="1396268" y="619908"/>
                  </a:lnTo>
                  <a:lnTo>
                    <a:pt x="1397271" y="594356"/>
                  </a:lnTo>
                  <a:lnTo>
                    <a:pt x="1398775" y="619908"/>
                  </a:lnTo>
                  <a:lnTo>
                    <a:pt x="1399778" y="636429"/>
                  </a:lnTo>
                  <a:lnTo>
                    <a:pt x="1400781" y="615903"/>
                  </a:lnTo>
                  <a:lnTo>
                    <a:pt x="1401784" y="615903"/>
                  </a:lnTo>
                  <a:lnTo>
                    <a:pt x="1403288" y="649445"/>
                  </a:lnTo>
                  <a:lnTo>
                    <a:pt x="1404291" y="619908"/>
                  </a:lnTo>
                  <a:lnTo>
                    <a:pt x="1405294" y="608394"/>
                  </a:lnTo>
                  <a:lnTo>
                    <a:pt x="1406798" y="597880"/>
                  </a:lnTo>
                  <a:lnTo>
                    <a:pt x="1407801" y="663963"/>
                  </a:lnTo>
                  <a:lnTo>
                    <a:pt x="1408804" y="658957"/>
                  </a:lnTo>
                  <a:lnTo>
                    <a:pt x="1410308" y="644939"/>
                  </a:lnTo>
                  <a:lnTo>
                    <a:pt x="1411311" y="604889"/>
                  </a:lnTo>
                  <a:lnTo>
                    <a:pt x="1412314" y="640934"/>
                  </a:lnTo>
                  <a:lnTo>
                    <a:pt x="1413818" y="649445"/>
                  </a:lnTo>
                  <a:lnTo>
                    <a:pt x="1414821" y="615903"/>
                  </a:lnTo>
                  <a:lnTo>
                    <a:pt x="1415824" y="640934"/>
                  </a:lnTo>
                  <a:lnTo>
                    <a:pt x="1417329" y="571828"/>
                  </a:lnTo>
                  <a:lnTo>
                    <a:pt x="1418332" y="597880"/>
                  </a:lnTo>
                  <a:lnTo>
                    <a:pt x="1419334" y="623913"/>
                  </a:lnTo>
                  <a:lnTo>
                    <a:pt x="1420337" y="654451"/>
                  </a:lnTo>
                  <a:lnTo>
                    <a:pt x="1421842" y="631923"/>
                  </a:lnTo>
                  <a:lnTo>
                    <a:pt x="1422845" y="654451"/>
                  </a:lnTo>
                  <a:lnTo>
                    <a:pt x="1423848" y="601385"/>
                  </a:lnTo>
                  <a:lnTo>
                    <a:pt x="1425352" y="597880"/>
                  </a:lnTo>
                  <a:lnTo>
                    <a:pt x="1426355" y="615903"/>
                  </a:lnTo>
                  <a:lnTo>
                    <a:pt x="1427358" y="696017"/>
                  </a:lnTo>
                  <a:lnTo>
                    <a:pt x="1428862" y="590852"/>
                  </a:lnTo>
                  <a:lnTo>
                    <a:pt x="1429865" y="631923"/>
                  </a:lnTo>
                  <a:lnTo>
                    <a:pt x="1430868" y="577835"/>
                  </a:lnTo>
                  <a:lnTo>
                    <a:pt x="1432372" y="631923"/>
                  </a:lnTo>
                  <a:lnTo>
                    <a:pt x="1433375" y="619908"/>
                  </a:lnTo>
                  <a:lnTo>
                    <a:pt x="1434378" y="623913"/>
                  </a:lnTo>
                  <a:lnTo>
                    <a:pt x="1435381" y="636429"/>
                  </a:lnTo>
                  <a:lnTo>
                    <a:pt x="1436885" y="612399"/>
                  </a:lnTo>
                  <a:lnTo>
                    <a:pt x="1437888" y="590852"/>
                  </a:lnTo>
                  <a:lnTo>
                    <a:pt x="1438891" y="619908"/>
                  </a:lnTo>
                  <a:lnTo>
                    <a:pt x="1440395" y="577835"/>
                  </a:lnTo>
                  <a:lnTo>
                    <a:pt x="1441398" y="623913"/>
                  </a:lnTo>
                  <a:lnTo>
                    <a:pt x="1442401" y="604889"/>
                  </a:lnTo>
                  <a:lnTo>
                    <a:pt x="1443906" y="604889"/>
                  </a:lnTo>
                  <a:lnTo>
                    <a:pt x="1444908" y="590852"/>
                  </a:lnTo>
                  <a:lnTo>
                    <a:pt x="1445911" y="608394"/>
                  </a:lnTo>
                  <a:lnTo>
                    <a:pt x="1447416" y="615903"/>
                  </a:lnTo>
                  <a:lnTo>
                    <a:pt x="1448419" y="568824"/>
                  </a:lnTo>
                  <a:lnTo>
                    <a:pt x="1449422" y="649445"/>
                  </a:lnTo>
                  <a:lnTo>
                    <a:pt x="1450424" y="627918"/>
                  </a:lnTo>
                  <a:lnTo>
                    <a:pt x="1451929" y="631923"/>
                  </a:lnTo>
                  <a:lnTo>
                    <a:pt x="1452932" y="577835"/>
                  </a:lnTo>
                  <a:lnTo>
                    <a:pt x="1453935" y="640934"/>
                  </a:lnTo>
                  <a:lnTo>
                    <a:pt x="1455439" y="590852"/>
                  </a:lnTo>
                  <a:lnTo>
                    <a:pt x="1456442" y="590852"/>
                  </a:lnTo>
                  <a:lnTo>
                    <a:pt x="1457445" y="644939"/>
                  </a:lnTo>
                  <a:lnTo>
                    <a:pt x="1458949" y="640934"/>
                  </a:lnTo>
                  <a:lnTo>
                    <a:pt x="1459952" y="690009"/>
                  </a:lnTo>
                  <a:lnTo>
                    <a:pt x="1460955" y="623913"/>
                  </a:lnTo>
                  <a:lnTo>
                    <a:pt x="1462459" y="601385"/>
                  </a:lnTo>
                  <a:lnTo>
                    <a:pt x="1463462" y="562817"/>
                  </a:lnTo>
                  <a:lnTo>
                    <a:pt x="1464465" y="631923"/>
                  </a:lnTo>
                  <a:lnTo>
                    <a:pt x="1465468" y="554306"/>
                  </a:lnTo>
                  <a:lnTo>
                    <a:pt x="1466972" y="612399"/>
                  </a:lnTo>
                  <a:lnTo>
                    <a:pt x="1467975" y="623913"/>
                  </a:lnTo>
                  <a:lnTo>
                    <a:pt x="1468978" y="551302"/>
                  </a:lnTo>
                  <a:lnTo>
                    <a:pt x="1470483" y="604889"/>
                  </a:lnTo>
                  <a:lnTo>
                    <a:pt x="1471485" y="590852"/>
                  </a:lnTo>
                  <a:lnTo>
                    <a:pt x="1472488" y="584344"/>
                  </a:lnTo>
                  <a:lnTo>
                    <a:pt x="1473993" y="623913"/>
                  </a:lnTo>
                  <a:lnTo>
                    <a:pt x="1474996" y="627918"/>
                  </a:lnTo>
                  <a:lnTo>
                    <a:pt x="1475998" y="654451"/>
                  </a:lnTo>
                  <a:lnTo>
                    <a:pt x="1477503" y="627918"/>
                  </a:lnTo>
                  <a:lnTo>
                    <a:pt x="1478506" y="601385"/>
                  </a:lnTo>
                  <a:lnTo>
                    <a:pt x="1479509" y="627918"/>
                  </a:lnTo>
                  <a:lnTo>
                    <a:pt x="1480512" y="636429"/>
                  </a:lnTo>
                  <a:lnTo>
                    <a:pt x="1482016" y="597880"/>
                  </a:lnTo>
                  <a:lnTo>
                    <a:pt x="1483019" y="604889"/>
                  </a:lnTo>
                  <a:lnTo>
                    <a:pt x="1484022" y="640934"/>
                  </a:lnTo>
                  <a:lnTo>
                    <a:pt x="1485526" y="615903"/>
                  </a:lnTo>
                  <a:lnTo>
                    <a:pt x="1486549" y="587848"/>
                  </a:lnTo>
                  <a:lnTo>
                    <a:pt x="1487552" y="590852"/>
                  </a:lnTo>
                  <a:lnTo>
                    <a:pt x="1489056" y="568824"/>
                  </a:lnTo>
                  <a:lnTo>
                    <a:pt x="1490059" y="601385"/>
                  </a:lnTo>
                  <a:lnTo>
                    <a:pt x="1491062" y="623913"/>
                  </a:lnTo>
                  <a:lnTo>
                    <a:pt x="1492566" y="627918"/>
                  </a:lnTo>
                  <a:lnTo>
                    <a:pt x="1493569" y="597880"/>
                  </a:lnTo>
                  <a:lnTo>
                    <a:pt x="1494572" y="612399"/>
                  </a:lnTo>
                  <a:lnTo>
                    <a:pt x="1495575" y="584344"/>
                  </a:lnTo>
                  <a:lnTo>
                    <a:pt x="1497079" y="663963"/>
                  </a:lnTo>
                  <a:lnTo>
                    <a:pt x="1498082" y="565820"/>
                  </a:lnTo>
                  <a:lnTo>
                    <a:pt x="1499085" y="597880"/>
                  </a:lnTo>
                  <a:lnTo>
                    <a:pt x="1500590" y="627918"/>
                  </a:lnTo>
                  <a:lnTo>
                    <a:pt x="1501593" y="597880"/>
                  </a:lnTo>
                  <a:lnTo>
                    <a:pt x="1502595" y="568824"/>
                  </a:lnTo>
                  <a:lnTo>
                    <a:pt x="1504100" y="619908"/>
                  </a:lnTo>
                  <a:lnTo>
                    <a:pt x="1505103" y="640934"/>
                  </a:lnTo>
                  <a:lnTo>
                    <a:pt x="1506106" y="608394"/>
                  </a:lnTo>
                  <a:lnTo>
                    <a:pt x="1507610" y="604889"/>
                  </a:lnTo>
                  <a:lnTo>
                    <a:pt x="1508613" y="631923"/>
                  </a:lnTo>
                  <a:lnTo>
                    <a:pt x="1509616" y="619908"/>
                  </a:lnTo>
                  <a:lnTo>
                    <a:pt x="1510619" y="568824"/>
                  </a:lnTo>
                  <a:lnTo>
                    <a:pt x="1512123" y="644939"/>
                  </a:lnTo>
                  <a:lnTo>
                    <a:pt x="1513126" y="627918"/>
                  </a:lnTo>
                  <a:lnTo>
                    <a:pt x="1514129" y="615903"/>
                  </a:lnTo>
                  <a:lnTo>
                    <a:pt x="1515633" y="590852"/>
                  </a:lnTo>
                  <a:lnTo>
                    <a:pt x="1516636" y="601385"/>
                  </a:lnTo>
                  <a:lnTo>
                    <a:pt x="1517639" y="548799"/>
                  </a:lnTo>
                  <a:lnTo>
                    <a:pt x="1519143" y="581340"/>
                  </a:lnTo>
                  <a:lnTo>
                    <a:pt x="1520146" y="597880"/>
                  </a:lnTo>
                  <a:lnTo>
                    <a:pt x="1521149" y="636429"/>
                  </a:lnTo>
                  <a:lnTo>
                    <a:pt x="1522654" y="559813"/>
                  </a:lnTo>
                  <a:lnTo>
                    <a:pt x="1523656" y="615903"/>
                  </a:lnTo>
                  <a:lnTo>
                    <a:pt x="1524659" y="615903"/>
                  </a:lnTo>
                  <a:lnTo>
                    <a:pt x="1525662" y="604889"/>
                  </a:lnTo>
                  <a:lnTo>
                    <a:pt x="1527167" y="590852"/>
                  </a:lnTo>
                  <a:lnTo>
                    <a:pt x="1528169" y="574832"/>
                  </a:lnTo>
                  <a:lnTo>
                    <a:pt x="1529172" y="581340"/>
                  </a:lnTo>
                  <a:lnTo>
                    <a:pt x="1530677" y="615903"/>
                  </a:lnTo>
                  <a:lnTo>
                    <a:pt x="1531680" y="568824"/>
                  </a:lnTo>
                  <a:lnTo>
                    <a:pt x="1532683" y="543292"/>
                  </a:lnTo>
                  <a:lnTo>
                    <a:pt x="1534187" y="587848"/>
                  </a:lnTo>
                  <a:lnTo>
                    <a:pt x="1535190" y="546296"/>
                  </a:lnTo>
                  <a:lnTo>
                    <a:pt x="1536193" y="565820"/>
                  </a:lnTo>
                  <a:lnTo>
                    <a:pt x="1537697" y="538286"/>
                  </a:lnTo>
                  <a:lnTo>
                    <a:pt x="1538700" y="571828"/>
                  </a:lnTo>
                  <a:lnTo>
                    <a:pt x="1539703" y="562817"/>
                  </a:lnTo>
                  <a:lnTo>
                    <a:pt x="1541207" y="533280"/>
                  </a:lnTo>
                  <a:lnTo>
                    <a:pt x="1542210" y="535783"/>
                  </a:lnTo>
                  <a:lnTo>
                    <a:pt x="1543213" y="498723"/>
                  </a:lnTo>
                  <a:lnTo>
                    <a:pt x="1544216" y="523267"/>
                  </a:lnTo>
                  <a:lnTo>
                    <a:pt x="1545720" y="494718"/>
                  </a:lnTo>
                  <a:lnTo>
                    <a:pt x="1546723" y="521265"/>
                  </a:lnTo>
                  <a:lnTo>
                    <a:pt x="1547726" y="509737"/>
                  </a:lnTo>
                  <a:lnTo>
                    <a:pt x="1549230" y="486708"/>
                  </a:lnTo>
                  <a:lnTo>
                    <a:pt x="1550233" y="488711"/>
                  </a:lnTo>
                  <a:lnTo>
                    <a:pt x="1551236" y="488711"/>
                  </a:lnTo>
                  <a:lnTo>
                    <a:pt x="1552741" y="484706"/>
                  </a:lnTo>
                  <a:lnTo>
                    <a:pt x="1553743" y="501226"/>
                  </a:lnTo>
                  <a:lnTo>
                    <a:pt x="1554746" y="483204"/>
                  </a:lnTo>
                  <a:lnTo>
                    <a:pt x="1556251" y="461176"/>
                  </a:lnTo>
                  <a:lnTo>
                    <a:pt x="1557254" y="548799"/>
                  </a:lnTo>
                  <a:lnTo>
                    <a:pt x="1558257" y="488711"/>
                  </a:lnTo>
                  <a:lnTo>
                    <a:pt x="1559259" y="514243"/>
                  </a:lnTo>
                  <a:lnTo>
                    <a:pt x="1560764" y="514243"/>
                  </a:lnTo>
                  <a:lnTo>
                    <a:pt x="1561767" y="551302"/>
                  </a:lnTo>
                  <a:lnTo>
                    <a:pt x="1562770" y="516258"/>
                  </a:lnTo>
                  <a:lnTo>
                    <a:pt x="1564274" y="530777"/>
                  </a:lnTo>
                  <a:lnTo>
                    <a:pt x="1565277" y="501226"/>
                  </a:lnTo>
                  <a:lnTo>
                    <a:pt x="1566280" y="507734"/>
                  </a:lnTo>
                  <a:lnTo>
                    <a:pt x="1567784" y="525770"/>
                  </a:lnTo>
                  <a:lnTo>
                    <a:pt x="1568787" y="530777"/>
                  </a:lnTo>
                  <a:lnTo>
                    <a:pt x="1569790" y="546296"/>
                  </a:lnTo>
                  <a:lnTo>
                    <a:pt x="1571294" y="538286"/>
                  </a:lnTo>
                  <a:lnTo>
                    <a:pt x="1572297" y="538286"/>
                  </a:lnTo>
                  <a:lnTo>
                    <a:pt x="1573300" y="594356"/>
                  </a:lnTo>
                  <a:lnTo>
                    <a:pt x="1574303" y="551302"/>
                  </a:lnTo>
                  <a:lnTo>
                    <a:pt x="1575807" y="559813"/>
                  </a:lnTo>
                  <a:lnTo>
                    <a:pt x="1576810" y="568824"/>
                  </a:lnTo>
                  <a:lnTo>
                    <a:pt x="1577813" y="594356"/>
                  </a:lnTo>
                  <a:lnTo>
                    <a:pt x="1579318" y="574832"/>
                  </a:lnTo>
                  <a:lnTo>
                    <a:pt x="1580320" y="590852"/>
                  </a:lnTo>
                  <a:lnTo>
                    <a:pt x="1581323" y="559813"/>
                  </a:lnTo>
                  <a:lnTo>
                    <a:pt x="1582828" y="568824"/>
                  </a:lnTo>
                  <a:lnTo>
                    <a:pt x="1583831" y="604889"/>
                  </a:lnTo>
                  <a:lnTo>
                    <a:pt x="1584833" y="530777"/>
                  </a:lnTo>
                  <a:lnTo>
                    <a:pt x="1586338" y="581340"/>
                  </a:lnTo>
                  <a:lnTo>
                    <a:pt x="1587341" y="597880"/>
                  </a:lnTo>
                  <a:lnTo>
                    <a:pt x="1588344" y="608394"/>
                  </a:lnTo>
                  <a:lnTo>
                    <a:pt x="1589347" y="574832"/>
                  </a:lnTo>
                  <a:lnTo>
                    <a:pt x="1590851" y="590852"/>
                  </a:lnTo>
                  <a:lnTo>
                    <a:pt x="1591854" y="627918"/>
                  </a:lnTo>
                  <a:lnTo>
                    <a:pt x="1592877" y="604889"/>
                  </a:lnTo>
                  <a:lnTo>
                    <a:pt x="1594381" y="590852"/>
                  </a:lnTo>
                  <a:lnTo>
                    <a:pt x="1595384" y="612399"/>
                  </a:lnTo>
                  <a:lnTo>
                    <a:pt x="1596387" y="612399"/>
                  </a:lnTo>
                  <a:lnTo>
                    <a:pt x="1597891" y="587848"/>
                  </a:lnTo>
                  <a:lnTo>
                    <a:pt x="1598894" y="571828"/>
                  </a:lnTo>
                  <a:lnTo>
                    <a:pt x="1599897" y="631923"/>
                  </a:lnTo>
                  <a:lnTo>
                    <a:pt x="1601401" y="568824"/>
                  </a:lnTo>
                  <a:lnTo>
                    <a:pt x="1602404" y="623913"/>
                  </a:lnTo>
                  <a:lnTo>
                    <a:pt x="1603407" y="619908"/>
                  </a:lnTo>
                  <a:lnTo>
                    <a:pt x="1604410" y="644939"/>
                  </a:lnTo>
                  <a:lnTo>
                    <a:pt x="1605915" y="608394"/>
                  </a:lnTo>
                  <a:lnTo>
                    <a:pt x="1606917" y="562817"/>
                  </a:lnTo>
                  <a:lnTo>
                    <a:pt x="1607920" y="587848"/>
                  </a:lnTo>
                  <a:lnTo>
                    <a:pt x="1609425" y="627918"/>
                  </a:lnTo>
                  <a:lnTo>
                    <a:pt x="1610428" y="612399"/>
                  </a:lnTo>
                  <a:lnTo>
                    <a:pt x="1611430" y="597880"/>
                  </a:lnTo>
                  <a:lnTo>
                    <a:pt x="1612935" y="636429"/>
                  </a:lnTo>
                  <a:lnTo>
                    <a:pt x="1613938" y="601385"/>
                  </a:lnTo>
                  <a:lnTo>
                    <a:pt x="1614941" y="554306"/>
                  </a:lnTo>
                  <a:lnTo>
                    <a:pt x="1616445" y="608394"/>
                  </a:lnTo>
                  <a:lnTo>
                    <a:pt x="1617448" y="636429"/>
                  </a:lnTo>
                  <a:lnTo>
                    <a:pt x="1618451" y="631923"/>
                  </a:lnTo>
                </a:path>
                <a:path w="2200275" h="708660">
                  <a:moveTo>
                    <a:pt x="1618451" y="631923"/>
                  </a:moveTo>
                  <a:lnTo>
                    <a:pt x="1619454" y="601385"/>
                  </a:lnTo>
                  <a:lnTo>
                    <a:pt x="1620958" y="615903"/>
                  </a:lnTo>
                  <a:lnTo>
                    <a:pt x="1621961" y="604889"/>
                  </a:lnTo>
                  <a:lnTo>
                    <a:pt x="1622964" y="696017"/>
                  </a:lnTo>
                  <a:lnTo>
                    <a:pt x="1624468" y="581340"/>
                  </a:lnTo>
                  <a:lnTo>
                    <a:pt x="1625471" y="587848"/>
                  </a:lnTo>
                  <a:lnTo>
                    <a:pt x="1626474" y="590852"/>
                  </a:lnTo>
                  <a:lnTo>
                    <a:pt x="1627978" y="619908"/>
                  </a:lnTo>
                  <a:lnTo>
                    <a:pt x="1628981" y="619908"/>
                  </a:lnTo>
                  <a:lnTo>
                    <a:pt x="1629984" y="577835"/>
                  </a:lnTo>
                  <a:lnTo>
                    <a:pt x="1631489" y="590852"/>
                  </a:lnTo>
                  <a:lnTo>
                    <a:pt x="1632491" y="562817"/>
                  </a:lnTo>
                  <a:lnTo>
                    <a:pt x="1633494" y="601385"/>
                  </a:lnTo>
                  <a:lnTo>
                    <a:pt x="1634497" y="581340"/>
                  </a:lnTo>
                  <a:lnTo>
                    <a:pt x="1636002" y="636429"/>
                  </a:lnTo>
                  <a:lnTo>
                    <a:pt x="1637005" y="684502"/>
                  </a:lnTo>
                  <a:lnTo>
                    <a:pt x="1638007" y="608394"/>
                  </a:lnTo>
                  <a:lnTo>
                    <a:pt x="1639512" y="604889"/>
                  </a:lnTo>
                  <a:lnTo>
                    <a:pt x="1640515" y="565820"/>
                  </a:lnTo>
                  <a:lnTo>
                    <a:pt x="1641518" y="568824"/>
                  </a:lnTo>
                  <a:lnTo>
                    <a:pt x="1643022" y="644939"/>
                  </a:lnTo>
                  <a:lnTo>
                    <a:pt x="1644025" y="601385"/>
                  </a:lnTo>
                  <a:lnTo>
                    <a:pt x="1645028" y="627918"/>
                  </a:lnTo>
                  <a:lnTo>
                    <a:pt x="1646532" y="601385"/>
                  </a:lnTo>
                  <a:lnTo>
                    <a:pt x="1647535" y="597880"/>
                  </a:lnTo>
                  <a:lnTo>
                    <a:pt x="1648538" y="627918"/>
                  </a:lnTo>
                  <a:lnTo>
                    <a:pt x="1650042" y="608394"/>
                  </a:lnTo>
                  <a:lnTo>
                    <a:pt x="1651045" y="565820"/>
                  </a:lnTo>
                  <a:lnTo>
                    <a:pt x="1652048" y="619908"/>
                  </a:lnTo>
                  <a:lnTo>
                    <a:pt x="1653051" y="587848"/>
                  </a:lnTo>
                  <a:lnTo>
                    <a:pt x="1654555" y="601385"/>
                  </a:lnTo>
                  <a:lnTo>
                    <a:pt x="1655558" y="584344"/>
                  </a:lnTo>
                  <a:lnTo>
                    <a:pt x="1656561" y="584344"/>
                  </a:lnTo>
                  <a:lnTo>
                    <a:pt x="1658065" y="619908"/>
                  </a:lnTo>
                  <a:lnTo>
                    <a:pt x="1659068" y="619908"/>
                  </a:lnTo>
                  <a:lnTo>
                    <a:pt x="1660071" y="562817"/>
                  </a:lnTo>
                  <a:lnTo>
                    <a:pt x="1661576" y="584344"/>
                  </a:lnTo>
                  <a:lnTo>
                    <a:pt x="1662579" y="612399"/>
                  </a:lnTo>
                  <a:lnTo>
                    <a:pt x="1663581" y="581340"/>
                  </a:lnTo>
                  <a:lnTo>
                    <a:pt x="1665086" y="627918"/>
                  </a:lnTo>
                  <a:lnTo>
                    <a:pt x="1666089" y="574832"/>
                  </a:lnTo>
                  <a:lnTo>
                    <a:pt x="1667092" y="562817"/>
                  </a:lnTo>
                  <a:lnTo>
                    <a:pt x="1668094" y="627918"/>
                  </a:lnTo>
                  <a:lnTo>
                    <a:pt x="1669599" y="594356"/>
                  </a:lnTo>
                  <a:lnTo>
                    <a:pt x="1670602" y="601385"/>
                  </a:lnTo>
                  <a:lnTo>
                    <a:pt x="1671605" y="587848"/>
                  </a:lnTo>
                  <a:lnTo>
                    <a:pt x="1673109" y="608394"/>
                  </a:lnTo>
                  <a:lnTo>
                    <a:pt x="1674112" y="604889"/>
                  </a:lnTo>
                  <a:lnTo>
                    <a:pt x="1675115" y="627918"/>
                  </a:lnTo>
                  <a:lnTo>
                    <a:pt x="1676619" y="584344"/>
                  </a:lnTo>
                  <a:lnTo>
                    <a:pt x="1677622" y="627918"/>
                  </a:lnTo>
                  <a:lnTo>
                    <a:pt x="1678625" y="654451"/>
                  </a:lnTo>
                  <a:lnTo>
                    <a:pt x="1680129" y="623913"/>
                  </a:lnTo>
                  <a:lnTo>
                    <a:pt x="1681132" y="546296"/>
                  </a:lnTo>
                  <a:lnTo>
                    <a:pt x="1682135" y="559813"/>
                  </a:lnTo>
                  <a:lnTo>
                    <a:pt x="1683138" y="679496"/>
                  </a:lnTo>
                  <a:lnTo>
                    <a:pt x="1684642" y="514243"/>
                  </a:lnTo>
                  <a:lnTo>
                    <a:pt x="1685645" y="559813"/>
                  </a:lnTo>
                  <a:lnTo>
                    <a:pt x="1686648" y="568824"/>
                  </a:lnTo>
                  <a:lnTo>
                    <a:pt x="1688153" y="601385"/>
                  </a:lnTo>
                  <a:lnTo>
                    <a:pt x="1689155" y="597880"/>
                  </a:lnTo>
                  <a:lnTo>
                    <a:pt x="1690158" y="565820"/>
                  </a:lnTo>
                  <a:lnTo>
                    <a:pt x="1691663" y="594356"/>
                  </a:lnTo>
                  <a:lnTo>
                    <a:pt x="1692666" y="604889"/>
                  </a:lnTo>
                  <a:lnTo>
                    <a:pt x="1693669" y="612399"/>
                  </a:lnTo>
                  <a:lnTo>
                    <a:pt x="1695173" y="546296"/>
                  </a:lnTo>
                  <a:lnTo>
                    <a:pt x="1696176" y="601385"/>
                  </a:lnTo>
                  <a:lnTo>
                    <a:pt x="1697179" y="594356"/>
                  </a:lnTo>
                  <a:lnTo>
                    <a:pt x="1698195" y="571828"/>
                  </a:lnTo>
                  <a:lnTo>
                    <a:pt x="1699699" y="590852"/>
                  </a:lnTo>
                  <a:lnTo>
                    <a:pt x="1700702" y="587848"/>
                  </a:lnTo>
                  <a:lnTo>
                    <a:pt x="1701705" y="649445"/>
                  </a:lnTo>
                  <a:lnTo>
                    <a:pt x="1703209" y="574832"/>
                  </a:lnTo>
                  <a:lnTo>
                    <a:pt x="1704212" y="619908"/>
                  </a:lnTo>
                  <a:lnTo>
                    <a:pt x="1705215" y="543292"/>
                  </a:lnTo>
                  <a:lnTo>
                    <a:pt x="1706720" y="581340"/>
                  </a:lnTo>
                  <a:lnTo>
                    <a:pt x="1707723" y="623913"/>
                  </a:lnTo>
                  <a:lnTo>
                    <a:pt x="1708725" y="604889"/>
                  </a:lnTo>
                  <a:lnTo>
                    <a:pt x="1710230" y="538286"/>
                  </a:lnTo>
                  <a:lnTo>
                    <a:pt x="1711233" y="594356"/>
                  </a:lnTo>
                  <a:lnTo>
                    <a:pt x="1712236" y="604889"/>
                  </a:lnTo>
                  <a:lnTo>
                    <a:pt x="1713238" y="565820"/>
                  </a:lnTo>
                  <a:lnTo>
                    <a:pt x="1714743" y="590852"/>
                  </a:lnTo>
                  <a:lnTo>
                    <a:pt x="1715746" y="587848"/>
                  </a:lnTo>
                  <a:lnTo>
                    <a:pt x="1716749" y="601385"/>
                  </a:lnTo>
                  <a:lnTo>
                    <a:pt x="1718253" y="577835"/>
                  </a:lnTo>
                  <a:lnTo>
                    <a:pt x="1719256" y="601385"/>
                  </a:lnTo>
                  <a:lnTo>
                    <a:pt x="1720259" y="608394"/>
                  </a:lnTo>
                  <a:lnTo>
                    <a:pt x="1721763" y="708032"/>
                  </a:lnTo>
                  <a:lnTo>
                    <a:pt x="1722766" y="556809"/>
                  </a:lnTo>
                  <a:lnTo>
                    <a:pt x="1723769" y="546296"/>
                  </a:lnTo>
                  <a:lnTo>
                    <a:pt x="1725273" y="640934"/>
                  </a:lnTo>
                  <a:lnTo>
                    <a:pt x="1726276" y="559813"/>
                  </a:lnTo>
                  <a:lnTo>
                    <a:pt x="1727279" y="584344"/>
                  </a:lnTo>
                  <a:lnTo>
                    <a:pt x="1728282" y="623913"/>
                  </a:lnTo>
                  <a:lnTo>
                    <a:pt x="1729786" y="562817"/>
                  </a:lnTo>
                  <a:lnTo>
                    <a:pt x="1730789" y="612399"/>
                  </a:lnTo>
                  <a:lnTo>
                    <a:pt x="1731792" y="568824"/>
                  </a:lnTo>
                  <a:lnTo>
                    <a:pt x="1733297" y="571828"/>
                  </a:lnTo>
                  <a:lnTo>
                    <a:pt x="1734299" y="577835"/>
                  </a:lnTo>
                  <a:lnTo>
                    <a:pt x="1735302" y="562817"/>
                  </a:lnTo>
                  <a:lnTo>
                    <a:pt x="1736807" y="568824"/>
                  </a:lnTo>
                  <a:lnTo>
                    <a:pt x="1737810" y="554306"/>
                  </a:lnTo>
                  <a:lnTo>
                    <a:pt x="1738813" y="568824"/>
                  </a:lnTo>
                  <a:lnTo>
                    <a:pt x="1740317" y="577835"/>
                  </a:lnTo>
                  <a:lnTo>
                    <a:pt x="1741320" y="551302"/>
                  </a:lnTo>
                  <a:lnTo>
                    <a:pt x="1742323" y="584344"/>
                  </a:lnTo>
                  <a:lnTo>
                    <a:pt x="1743326" y="623913"/>
                  </a:lnTo>
                  <a:lnTo>
                    <a:pt x="1744830" y="623913"/>
                  </a:lnTo>
                  <a:lnTo>
                    <a:pt x="1745833" y="649445"/>
                  </a:lnTo>
                  <a:lnTo>
                    <a:pt x="1746836" y="559813"/>
                  </a:lnTo>
                  <a:lnTo>
                    <a:pt x="1748340" y="577835"/>
                  </a:lnTo>
                  <a:lnTo>
                    <a:pt x="1749343" y="565820"/>
                  </a:lnTo>
                  <a:lnTo>
                    <a:pt x="1750346" y="554306"/>
                  </a:lnTo>
                  <a:lnTo>
                    <a:pt x="1751850" y="587848"/>
                  </a:lnTo>
                  <a:lnTo>
                    <a:pt x="1752853" y="574832"/>
                  </a:lnTo>
                  <a:lnTo>
                    <a:pt x="1753856" y="601385"/>
                  </a:lnTo>
                  <a:lnTo>
                    <a:pt x="1755360" y="546296"/>
                  </a:lnTo>
                  <a:lnTo>
                    <a:pt x="1756363" y="631923"/>
                  </a:lnTo>
                  <a:lnTo>
                    <a:pt x="1757366" y="597880"/>
                  </a:lnTo>
                  <a:lnTo>
                    <a:pt x="1758369" y="568824"/>
                  </a:lnTo>
                  <a:lnTo>
                    <a:pt x="1759873" y="640934"/>
                  </a:lnTo>
                  <a:lnTo>
                    <a:pt x="1760876" y="574832"/>
                  </a:lnTo>
                  <a:lnTo>
                    <a:pt x="1761879" y="590852"/>
                  </a:lnTo>
                  <a:lnTo>
                    <a:pt x="1763384" y="546296"/>
                  </a:lnTo>
                  <a:lnTo>
                    <a:pt x="1764387" y="546296"/>
                  </a:lnTo>
                  <a:lnTo>
                    <a:pt x="1765389" y="574832"/>
                  </a:lnTo>
                  <a:lnTo>
                    <a:pt x="1766894" y="581340"/>
                  </a:lnTo>
                  <a:lnTo>
                    <a:pt x="1767897" y="538286"/>
                  </a:lnTo>
                  <a:lnTo>
                    <a:pt x="1768900" y="601385"/>
                  </a:lnTo>
                  <a:lnTo>
                    <a:pt x="1770404" y="631923"/>
                  </a:lnTo>
                  <a:lnTo>
                    <a:pt x="1771407" y="568824"/>
                  </a:lnTo>
                  <a:lnTo>
                    <a:pt x="1772410" y="584344"/>
                  </a:lnTo>
                  <a:lnTo>
                    <a:pt x="1773914" y="535783"/>
                  </a:lnTo>
                  <a:lnTo>
                    <a:pt x="1774917" y="562817"/>
                  </a:lnTo>
                  <a:lnTo>
                    <a:pt x="1775920" y="619908"/>
                  </a:lnTo>
                  <a:lnTo>
                    <a:pt x="1776923" y="535783"/>
                  </a:lnTo>
                  <a:lnTo>
                    <a:pt x="1778427" y="568824"/>
                  </a:lnTo>
                  <a:lnTo>
                    <a:pt x="1779430" y="631923"/>
                  </a:lnTo>
                  <a:lnTo>
                    <a:pt x="1780433" y="597880"/>
                  </a:lnTo>
                  <a:lnTo>
                    <a:pt x="1781937" y="551302"/>
                  </a:lnTo>
                  <a:lnTo>
                    <a:pt x="1782940" y="577835"/>
                  </a:lnTo>
                  <a:lnTo>
                    <a:pt x="1783943" y="604889"/>
                  </a:lnTo>
                  <a:lnTo>
                    <a:pt x="1785447" y="562817"/>
                  </a:lnTo>
                  <a:lnTo>
                    <a:pt x="1786450" y="577835"/>
                  </a:lnTo>
                  <a:lnTo>
                    <a:pt x="1787453" y="554306"/>
                  </a:lnTo>
                  <a:lnTo>
                    <a:pt x="1788958" y="562817"/>
                  </a:lnTo>
                  <a:lnTo>
                    <a:pt x="1789961" y="556809"/>
                  </a:lnTo>
                  <a:lnTo>
                    <a:pt x="1790963" y="584344"/>
                  </a:lnTo>
                  <a:lnTo>
                    <a:pt x="1791966" y="546296"/>
                  </a:lnTo>
                  <a:lnTo>
                    <a:pt x="1793471" y="574832"/>
                  </a:lnTo>
                  <a:lnTo>
                    <a:pt x="1794474" y="590852"/>
                  </a:lnTo>
                  <a:lnTo>
                    <a:pt x="1795477" y="562817"/>
                  </a:lnTo>
                  <a:lnTo>
                    <a:pt x="1796981" y="615903"/>
                  </a:lnTo>
                  <a:lnTo>
                    <a:pt x="1797984" y="565820"/>
                  </a:lnTo>
                  <a:lnTo>
                    <a:pt x="1798987" y="581340"/>
                  </a:lnTo>
                  <a:lnTo>
                    <a:pt x="1800491" y="538286"/>
                  </a:lnTo>
                  <a:lnTo>
                    <a:pt x="1801494" y="535783"/>
                  </a:lnTo>
                  <a:lnTo>
                    <a:pt x="1802497" y="559813"/>
                  </a:lnTo>
                  <a:lnTo>
                    <a:pt x="1804001" y="584344"/>
                  </a:lnTo>
                  <a:lnTo>
                    <a:pt x="1805017" y="581340"/>
                  </a:lnTo>
                  <a:lnTo>
                    <a:pt x="1806020" y="551302"/>
                  </a:lnTo>
                  <a:lnTo>
                    <a:pt x="1807023" y="538286"/>
                  </a:lnTo>
                  <a:lnTo>
                    <a:pt x="1808528" y="565820"/>
                  </a:lnTo>
                  <a:lnTo>
                    <a:pt x="1809531" y="559813"/>
                  </a:lnTo>
                  <a:lnTo>
                    <a:pt x="1810533" y="538286"/>
                  </a:lnTo>
                  <a:lnTo>
                    <a:pt x="1812038" y="518762"/>
                  </a:lnTo>
                  <a:lnTo>
                    <a:pt x="1813041" y="568824"/>
                  </a:lnTo>
                  <a:lnTo>
                    <a:pt x="1814044" y="516258"/>
                  </a:lnTo>
                  <a:lnTo>
                    <a:pt x="1815548" y="608394"/>
                  </a:lnTo>
                  <a:lnTo>
                    <a:pt x="1816551" y="538286"/>
                  </a:lnTo>
                  <a:lnTo>
                    <a:pt x="1817554" y="577835"/>
                  </a:lnTo>
                  <a:lnTo>
                    <a:pt x="1819058" y="543292"/>
                  </a:lnTo>
                  <a:lnTo>
                    <a:pt x="1820061" y="543292"/>
                  </a:lnTo>
                  <a:lnTo>
                    <a:pt x="1821064" y="551302"/>
                  </a:lnTo>
                  <a:lnTo>
                    <a:pt x="1822067" y="514243"/>
                  </a:lnTo>
                  <a:lnTo>
                    <a:pt x="1823571" y="540789"/>
                  </a:lnTo>
                  <a:lnTo>
                    <a:pt x="1824574" y="562817"/>
                  </a:lnTo>
                  <a:lnTo>
                    <a:pt x="1825577" y="548799"/>
                  </a:lnTo>
                  <a:lnTo>
                    <a:pt x="1827081" y="548799"/>
                  </a:lnTo>
                  <a:lnTo>
                    <a:pt x="1828084" y="535783"/>
                  </a:lnTo>
                  <a:lnTo>
                    <a:pt x="1829087" y="533280"/>
                  </a:lnTo>
                  <a:lnTo>
                    <a:pt x="1830591" y="535783"/>
                  </a:lnTo>
                  <a:lnTo>
                    <a:pt x="1831594" y="528273"/>
                  </a:lnTo>
                  <a:lnTo>
                    <a:pt x="1832597" y="548799"/>
                  </a:lnTo>
                  <a:lnTo>
                    <a:pt x="1834102" y="486708"/>
                  </a:lnTo>
                  <a:lnTo>
                    <a:pt x="1835105" y="492716"/>
                  </a:lnTo>
                  <a:lnTo>
                    <a:pt x="1836107" y="470187"/>
                  </a:lnTo>
                  <a:lnTo>
                    <a:pt x="1837110" y="475194"/>
                  </a:lnTo>
                  <a:lnTo>
                    <a:pt x="1838615" y="468185"/>
                  </a:lnTo>
                  <a:lnTo>
                    <a:pt x="1839618" y="484706"/>
                  </a:lnTo>
                  <a:lnTo>
                    <a:pt x="1840621" y="462678"/>
                  </a:lnTo>
                  <a:lnTo>
                    <a:pt x="1842125" y="425111"/>
                  </a:lnTo>
                  <a:lnTo>
                    <a:pt x="1843128" y="459674"/>
                  </a:lnTo>
                  <a:lnTo>
                    <a:pt x="1844131" y="456170"/>
                  </a:lnTo>
                  <a:lnTo>
                    <a:pt x="1845635" y="428115"/>
                  </a:lnTo>
                  <a:lnTo>
                    <a:pt x="1846638" y="428115"/>
                  </a:lnTo>
                  <a:lnTo>
                    <a:pt x="1847641" y="446157"/>
                  </a:lnTo>
                  <a:lnTo>
                    <a:pt x="1849145" y="406087"/>
                  </a:lnTo>
                  <a:lnTo>
                    <a:pt x="1850148" y="400080"/>
                  </a:lnTo>
                  <a:lnTo>
                    <a:pt x="1851151" y="374548"/>
                  </a:lnTo>
                  <a:lnTo>
                    <a:pt x="1852154" y="363534"/>
                  </a:lnTo>
                  <a:lnTo>
                    <a:pt x="1853658" y="373046"/>
                  </a:lnTo>
                  <a:lnTo>
                    <a:pt x="1854661" y="350504"/>
                  </a:lnTo>
                  <a:lnTo>
                    <a:pt x="1855664" y="367038"/>
                  </a:lnTo>
                  <a:lnTo>
                    <a:pt x="1857168" y="362533"/>
                  </a:lnTo>
                  <a:lnTo>
                    <a:pt x="1858171" y="328978"/>
                  </a:lnTo>
                  <a:lnTo>
                    <a:pt x="1859174" y="340492"/>
                  </a:lnTo>
                  <a:lnTo>
                    <a:pt x="1860679" y="339491"/>
                  </a:lnTo>
                  <a:lnTo>
                    <a:pt x="1861681" y="336988"/>
                  </a:lnTo>
                  <a:lnTo>
                    <a:pt x="1862684" y="302945"/>
                  </a:lnTo>
                  <a:lnTo>
                    <a:pt x="1864189" y="320467"/>
                  </a:lnTo>
                  <a:lnTo>
                    <a:pt x="1865192" y="343996"/>
                  </a:lnTo>
                  <a:lnTo>
                    <a:pt x="1866195" y="320467"/>
                  </a:lnTo>
                  <a:lnTo>
                    <a:pt x="1867197" y="327976"/>
                  </a:lnTo>
                  <a:lnTo>
                    <a:pt x="1868702" y="326975"/>
                  </a:lnTo>
                  <a:lnTo>
                    <a:pt x="1869705" y="335986"/>
                  </a:lnTo>
                  <a:lnTo>
                    <a:pt x="1870708" y="330479"/>
                  </a:lnTo>
                  <a:lnTo>
                    <a:pt x="1872212" y="299941"/>
                  </a:lnTo>
                  <a:lnTo>
                    <a:pt x="1873215" y="316462"/>
                  </a:lnTo>
                  <a:lnTo>
                    <a:pt x="1874218" y="334985"/>
                  </a:lnTo>
                  <a:lnTo>
                    <a:pt x="1875722" y="339491"/>
                  </a:lnTo>
                  <a:lnTo>
                    <a:pt x="1876725" y="363534"/>
                  </a:lnTo>
                  <a:lnTo>
                    <a:pt x="1877728" y="337488"/>
                  </a:lnTo>
                  <a:lnTo>
                    <a:pt x="1879232" y="340492"/>
                  </a:lnTo>
                  <a:lnTo>
                    <a:pt x="1880235" y="332983"/>
                  </a:lnTo>
                  <a:lnTo>
                    <a:pt x="1881238" y="362533"/>
                  </a:lnTo>
                  <a:lnTo>
                    <a:pt x="1882241" y="371043"/>
                  </a:lnTo>
                  <a:lnTo>
                    <a:pt x="1883745" y="369041"/>
                  </a:lnTo>
                  <a:lnTo>
                    <a:pt x="1884748" y="371043"/>
                  </a:lnTo>
                  <a:lnTo>
                    <a:pt x="1885751" y="386563"/>
                  </a:lnTo>
                  <a:lnTo>
                    <a:pt x="1887255" y="394072"/>
                  </a:lnTo>
                  <a:lnTo>
                    <a:pt x="1888258" y="405086"/>
                  </a:lnTo>
                  <a:lnTo>
                    <a:pt x="1889261" y="396075"/>
                  </a:lnTo>
                  <a:lnTo>
                    <a:pt x="1890766" y="452666"/>
                  </a:lnTo>
                  <a:lnTo>
                    <a:pt x="1891769" y="428115"/>
                  </a:lnTo>
                  <a:lnTo>
                    <a:pt x="1892771" y="466182"/>
                  </a:lnTo>
                  <a:lnTo>
                    <a:pt x="1894276" y="414097"/>
                  </a:lnTo>
                  <a:lnTo>
                    <a:pt x="1895279" y="470187"/>
                  </a:lnTo>
                  <a:lnTo>
                    <a:pt x="1896282" y="457672"/>
                  </a:lnTo>
                  <a:lnTo>
                    <a:pt x="1897786" y="490713"/>
                  </a:lnTo>
                  <a:lnTo>
                    <a:pt x="1898789" y="486708"/>
                  </a:lnTo>
                  <a:lnTo>
                    <a:pt x="1899792" y="486708"/>
                  </a:lnTo>
                  <a:lnTo>
                    <a:pt x="1900795" y="488711"/>
                  </a:lnTo>
                  <a:lnTo>
                    <a:pt x="1902299" y="494718"/>
                  </a:lnTo>
                  <a:lnTo>
                    <a:pt x="1903302" y="481201"/>
                  </a:lnTo>
                  <a:lnTo>
                    <a:pt x="1904305" y="533280"/>
                  </a:lnTo>
                  <a:lnTo>
                    <a:pt x="1905809" y="509737"/>
                  </a:lnTo>
                  <a:lnTo>
                    <a:pt x="1906812" y="496721"/>
                  </a:lnTo>
                  <a:lnTo>
                    <a:pt x="1907815" y="523267"/>
                  </a:lnTo>
                  <a:lnTo>
                    <a:pt x="1909319" y="538286"/>
                  </a:lnTo>
                  <a:lnTo>
                    <a:pt x="1910342" y="551302"/>
                  </a:lnTo>
                  <a:lnTo>
                    <a:pt x="1911345" y="507734"/>
                  </a:lnTo>
                  <a:lnTo>
                    <a:pt x="1912850" y="538286"/>
                  </a:lnTo>
                  <a:lnTo>
                    <a:pt x="1913852" y="511739"/>
                  </a:lnTo>
                  <a:lnTo>
                    <a:pt x="1914855" y="538286"/>
                  </a:lnTo>
                  <a:lnTo>
                    <a:pt x="1915858" y="546296"/>
                  </a:lnTo>
                  <a:lnTo>
                    <a:pt x="1917363" y="507734"/>
                  </a:lnTo>
                  <a:lnTo>
                    <a:pt x="1918366" y="568824"/>
                  </a:lnTo>
                  <a:lnTo>
                    <a:pt x="1919368" y="554306"/>
                  </a:lnTo>
                  <a:lnTo>
                    <a:pt x="1920873" y="554306"/>
                  </a:lnTo>
                  <a:lnTo>
                    <a:pt x="1921876" y="496721"/>
                  </a:lnTo>
                  <a:lnTo>
                    <a:pt x="1922879" y="543292"/>
                  </a:lnTo>
                  <a:lnTo>
                    <a:pt x="1924383" y="505231"/>
                  </a:lnTo>
                  <a:lnTo>
                    <a:pt x="1925386" y="530777"/>
                  </a:lnTo>
                  <a:lnTo>
                    <a:pt x="1926389" y="511739"/>
                  </a:lnTo>
                  <a:lnTo>
                    <a:pt x="1927893" y="492716"/>
                  </a:lnTo>
                  <a:lnTo>
                    <a:pt x="1928896" y="533280"/>
                  </a:lnTo>
                  <a:lnTo>
                    <a:pt x="1929899" y="509737"/>
                  </a:lnTo>
                  <a:lnTo>
                    <a:pt x="1930902" y="535783"/>
                  </a:lnTo>
                  <a:lnTo>
                    <a:pt x="1932406" y="535783"/>
                  </a:lnTo>
                  <a:lnTo>
                    <a:pt x="1933409" y="533280"/>
                  </a:lnTo>
                  <a:lnTo>
                    <a:pt x="1934412" y="525770"/>
                  </a:lnTo>
                  <a:lnTo>
                    <a:pt x="1935916" y="518762"/>
                  </a:lnTo>
                  <a:lnTo>
                    <a:pt x="1936919" y="514243"/>
                  </a:lnTo>
                  <a:lnTo>
                    <a:pt x="1937922" y="494718"/>
                  </a:lnTo>
                  <a:lnTo>
                    <a:pt x="1939427" y="540789"/>
                  </a:lnTo>
                  <a:lnTo>
                    <a:pt x="1940429" y="509737"/>
                  </a:lnTo>
                  <a:lnTo>
                    <a:pt x="1941432" y="516258"/>
                  </a:lnTo>
                  <a:lnTo>
                    <a:pt x="1942937" y="523267"/>
                  </a:lnTo>
                  <a:lnTo>
                    <a:pt x="1943940" y="548799"/>
                  </a:lnTo>
                  <a:lnTo>
                    <a:pt x="1944942" y="492716"/>
                  </a:lnTo>
                  <a:lnTo>
                    <a:pt x="1945945" y="528273"/>
                  </a:lnTo>
                  <a:lnTo>
                    <a:pt x="1947450" y="488711"/>
                  </a:lnTo>
                  <a:lnTo>
                    <a:pt x="1948453" y="543292"/>
                  </a:lnTo>
                  <a:lnTo>
                    <a:pt x="1949456" y="507734"/>
                  </a:lnTo>
                  <a:lnTo>
                    <a:pt x="1950960" y="518762"/>
                  </a:lnTo>
                  <a:lnTo>
                    <a:pt x="1951963" y="498723"/>
                  </a:lnTo>
                  <a:lnTo>
                    <a:pt x="1952966" y="492716"/>
                  </a:lnTo>
                  <a:lnTo>
                    <a:pt x="1954470" y="438648"/>
                  </a:lnTo>
                  <a:lnTo>
                    <a:pt x="1955473" y="484706"/>
                  </a:lnTo>
                  <a:lnTo>
                    <a:pt x="1956476" y="414097"/>
                  </a:lnTo>
                  <a:lnTo>
                    <a:pt x="1957980" y="421106"/>
                  </a:lnTo>
                  <a:lnTo>
                    <a:pt x="1958983" y="419604"/>
                  </a:lnTo>
                  <a:lnTo>
                    <a:pt x="1959986" y="434122"/>
                  </a:lnTo>
                  <a:lnTo>
                    <a:pt x="1960989" y="422608"/>
                  </a:lnTo>
                  <a:lnTo>
                    <a:pt x="1962493" y="434122"/>
                  </a:lnTo>
                  <a:lnTo>
                    <a:pt x="1963496" y="397577"/>
                  </a:lnTo>
                  <a:lnTo>
                    <a:pt x="1964499" y="406087"/>
                  </a:lnTo>
                  <a:lnTo>
                    <a:pt x="1966003" y="407589"/>
                  </a:lnTo>
                  <a:lnTo>
                    <a:pt x="1967006" y="383059"/>
                  </a:lnTo>
                  <a:lnTo>
                    <a:pt x="1968009" y="384560"/>
                  </a:lnTo>
                  <a:lnTo>
                    <a:pt x="1969514" y="348001"/>
                  </a:lnTo>
                  <a:lnTo>
                    <a:pt x="1970516" y="381056"/>
                  </a:lnTo>
                  <a:lnTo>
                    <a:pt x="1971519" y="373046"/>
                  </a:lnTo>
                  <a:lnTo>
                    <a:pt x="1973024" y="361532"/>
                  </a:lnTo>
                  <a:lnTo>
                    <a:pt x="1974027" y="332983"/>
                  </a:lnTo>
                  <a:lnTo>
                    <a:pt x="1975030" y="353508"/>
                  </a:lnTo>
                  <a:lnTo>
                    <a:pt x="1976032" y="341493"/>
                  </a:lnTo>
                  <a:lnTo>
                    <a:pt x="1977537" y="341994"/>
                  </a:lnTo>
                  <a:lnTo>
                    <a:pt x="1978540" y="350004"/>
                  </a:lnTo>
                  <a:lnTo>
                    <a:pt x="1979543" y="335986"/>
                  </a:lnTo>
                  <a:lnTo>
                    <a:pt x="1981047" y="352507"/>
                  </a:lnTo>
                  <a:lnTo>
                    <a:pt x="1982050" y="341994"/>
                  </a:lnTo>
                  <a:lnTo>
                    <a:pt x="1983053" y="377552"/>
                  </a:lnTo>
                  <a:lnTo>
                    <a:pt x="1984557" y="344998"/>
                  </a:lnTo>
                  <a:lnTo>
                    <a:pt x="1985560" y="372045"/>
                  </a:lnTo>
                  <a:lnTo>
                    <a:pt x="1986563" y="353508"/>
                  </a:lnTo>
                  <a:lnTo>
                    <a:pt x="1988067" y="329478"/>
                  </a:lnTo>
                  <a:lnTo>
                    <a:pt x="1989070" y="372045"/>
                  </a:lnTo>
                  <a:lnTo>
                    <a:pt x="1990073" y="369041"/>
                  </a:lnTo>
                  <a:lnTo>
                    <a:pt x="1991076" y="362533"/>
                  </a:lnTo>
                  <a:lnTo>
                    <a:pt x="1992580" y="391569"/>
                  </a:lnTo>
                  <a:lnTo>
                    <a:pt x="1993583" y="405086"/>
                  </a:lnTo>
                  <a:lnTo>
                    <a:pt x="1994586" y="377552"/>
                  </a:lnTo>
                  <a:lnTo>
                    <a:pt x="1996091" y="403584"/>
                  </a:lnTo>
                  <a:lnTo>
                    <a:pt x="1997093" y="409091"/>
                  </a:lnTo>
                  <a:lnTo>
                    <a:pt x="1998096" y="401081"/>
                  </a:lnTo>
                  <a:lnTo>
                    <a:pt x="1999601" y="435644"/>
                  </a:lnTo>
                  <a:lnTo>
                    <a:pt x="2000604" y="417101"/>
                  </a:lnTo>
                  <a:lnTo>
                    <a:pt x="2001606" y="425111"/>
                  </a:lnTo>
                  <a:lnTo>
                    <a:pt x="2003111" y="444656"/>
                  </a:lnTo>
                  <a:lnTo>
                    <a:pt x="2004114" y="441652"/>
                  </a:lnTo>
                  <a:lnTo>
                    <a:pt x="2005117" y="432620"/>
                  </a:lnTo>
                  <a:lnTo>
                    <a:pt x="2006120" y="473692"/>
                  </a:lnTo>
                  <a:lnTo>
                    <a:pt x="2007624" y="481201"/>
                  </a:lnTo>
                  <a:lnTo>
                    <a:pt x="2008627" y="494718"/>
                  </a:lnTo>
                  <a:lnTo>
                    <a:pt x="2009630" y="501226"/>
                  </a:lnTo>
                  <a:lnTo>
                    <a:pt x="2011134" y="457672"/>
                  </a:lnTo>
                  <a:lnTo>
                    <a:pt x="2012137" y="503229"/>
                  </a:lnTo>
                  <a:lnTo>
                    <a:pt x="2013140" y="509737"/>
                  </a:lnTo>
                  <a:lnTo>
                    <a:pt x="2014644" y="514243"/>
                  </a:lnTo>
                  <a:lnTo>
                    <a:pt x="2015647" y="498723"/>
                  </a:lnTo>
                  <a:lnTo>
                    <a:pt x="2016663" y="475194"/>
                  </a:lnTo>
                  <a:lnTo>
                    <a:pt x="2018168" y="501226"/>
                  </a:lnTo>
                  <a:lnTo>
                    <a:pt x="2019171" y="501226"/>
                  </a:lnTo>
                  <a:lnTo>
                    <a:pt x="2020174" y="462678"/>
                  </a:lnTo>
                  <a:lnTo>
                    <a:pt x="2021678" y="498723"/>
                  </a:lnTo>
                  <a:lnTo>
                    <a:pt x="2022681" y="498723"/>
                  </a:lnTo>
                  <a:lnTo>
                    <a:pt x="2023684" y="494718"/>
                  </a:lnTo>
                  <a:lnTo>
                    <a:pt x="2024687" y="521265"/>
                  </a:lnTo>
                  <a:lnTo>
                    <a:pt x="2026191" y="516258"/>
                  </a:lnTo>
                  <a:lnTo>
                    <a:pt x="2027194" y="503229"/>
                  </a:lnTo>
                  <a:lnTo>
                    <a:pt x="2028197" y="538286"/>
                  </a:lnTo>
                  <a:lnTo>
                    <a:pt x="2029701" y="574832"/>
                  </a:lnTo>
                  <a:lnTo>
                    <a:pt x="2030704" y="514243"/>
                  </a:lnTo>
                  <a:lnTo>
                    <a:pt x="2031707" y="535783"/>
                  </a:lnTo>
                  <a:lnTo>
                    <a:pt x="2033211" y="556809"/>
                  </a:lnTo>
                  <a:lnTo>
                    <a:pt x="2034214" y="543292"/>
                  </a:lnTo>
                  <a:lnTo>
                    <a:pt x="2035217" y="548799"/>
                  </a:lnTo>
                  <a:lnTo>
                    <a:pt x="2036721" y="548799"/>
                  </a:lnTo>
                  <a:lnTo>
                    <a:pt x="2037724" y="523267"/>
                  </a:lnTo>
                  <a:lnTo>
                    <a:pt x="2038727" y="565820"/>
                  </a:lnTo>
                  <a:lnTo>
                    <a:pt x="2039730" y="556809"/>
                  </a:lnTo>
                  <a:lnTo>
                    <a:pt x="2041235" y="523267"/>
                  </a:lnTo>
                  <a:lnTo>
                    <a:pt x="2042237" y="533280"/>
                  </a:lnTo>
                  <a:lnTo>
                    <a:pt x="2043240" y="494718"/>
                  </a:lnTo>
                  <a:lnTo>
                    <a:pt x="2044745" y="507734"/>
                  </a:lnTo>
                  <a:lnTo>
                    <a:pt x="2045748" y="535783"/>
                  </a:lnTo>
                  <a:lnTo>
                    <a:pt x="2046750" y="546296"/>
                  </a:lnTo>
                  <a:lnTo>
                    <a:pt x="2048255" y="525770"/>
                  </a:lnTo>
                  <a:lnTo>
                    <a:pt x="2049258" y="540789"/>
                  </a:lnTo>
                  <a:lnTo>
                    <a:pt x="2050261" y="543292"/>
                  </a:lnTo>
                  <a:lnTo>
                    <a:pt x="2051765" y="521265"/>
                  </a:lnTo>
                  <a:lnTo>
                    <a:pt x="2052768" y="533280"/>
                  </a:lnTo>
                  <a:lnTo>
                    <a:pt x="2053771" y="554306"/>
                  </a:lnTo>
                  <a:lnTo>
                    <a:pt x="2054774" y="571828"/>
                  </a:lnTo>
                  <a:lnTo>
                    <a:pt x="2056278" y="518762"/>
                  </a:lnTo>
                  <a:lnTo>
                    <a:pt x="2057281" y="540789"/>
                  </a:lnTo>
                  <a:lnTo>
                    <a:pt x="2058284" y="486708"/>
                  </a:lnTo>
                  <a:lnTo>
                    <a:pt x="2059788" y="516258"/>
                  </a:lnTo>
                  <a:lnTo>
                    <a:pt x="2060791" y="518762"/>
                  </a:lnTo>
                  <a:lnTo>
                    <a:pt x="2061794" y="521265"/>
                  </a:lnTo>
                  <a:lnTo>
                    <a:pt x="2063298" y="518762"/>
                  </a:lnTo>
                  <a:lnTo>
                    <a:pt x="2064301" y="548799"/>
                  </a:lnTo>
                  <a:lnTo>
                    <a:pt x="2065304" y="581340"/>
                  </a:lnTo>
                  <a:lnTo>
                    <a:pt x="2066809" y="528273"/>
                  </a:lnTo>
                  <a:lnTo>
                    <a:pt x="2067811" y="546296"/>
                  </a:lnTo>
                  <a:lnTo>
                    <a:pt x="2068814" y="565820"/>
                  </a:lnTo>
                  <a:lnTo>
                    <a:pt x="2069817" y="535783"/>
                  </a:lnTo>
                  <a:lnTo>
                    <a:pt x="2071322" y="538286"/>
                  </a:lnTo>
                  <a:lnTo>
                    <a:pt x="2072325" y="507734"/>
                  </a:lnTo>
                  <a:lnTo>
                    <a:pt x="2073327" y="523267"/>
                  </a:lnTo>
                  <a:lnTo>
                    <a:pt x="2074832" y="528273"/>
                  </a:lnTo>
                  <a:lnTo>
                    <a:pt x="2075835" y="546296"/>
                  </a:lnTo>
                  <a:lnTo>
                    <a:pt x="2076838" y="548799"/>
                  </a:lnTo>
                  <a:lnTo>
                    <a:pt x="2078342" y="507734"/>
                  </a:lnTo>
                  <a:lnTo>
                    <a:pt x="2079345" y="577835"/>
                  </a:lnTo>
                  <a:lnTo>
                    <a:pt x="2080348" y="535783"/>
                  </a:lnTo>
                  <a:lnTo>
                    <a:pt x="2081852" y="584344"/>
                  </a:lnTo>
                  <a:lnTo>
                    <a:pt x="2082855" y="540789"/>
                  </a:lnTo>
                  <a:lnTo>
                    <a:pt x="2083858" y="514243"/>
                  </a:lnTo>
                  <a:lnTo>
                    <a:pt x="2084861" y="568824"/>
                  </a:lnTo>
                  <a:lnTo>
                    <a:pt x="2086365" y="559813"/>
                  </a:lnTo>
                  <a:lnTo>
                    <a:pt x="2087368" y="535783"/>
                  </a:lnTo>
                  <a:lnTo>
                    <a:pt x="2088371" y="518762"/>
                  </a:lnTo>
                  <a:lnTo>
                    <a:pt x="2089875" y="565820"/>
                  </a:lnTo>
                  <a:lnTo>
                    <a:pt x="2090878" y="533280"/>
                  </a:lnTo>
                  <a:lnTo>
                    <a:pt x="2091881" y="562817"/>
                  </a:lnTo>
                  <a:lnTo>
                    <a:pt x="2093385" y="548799"/>
                  </a:lnTo>
                  <a:lnTo>
                    <a:pt x="2094388" y="521265"/>
                  </a:lnTo>
                  <a:lnTo>
                    <a:pt x="2095391" y="556809"/>
                  </a:lnTo>
                  <a:lnTo>
                    <a:pt x="2096896" y="511739"/>
                  </a:lnTo>
                  <a:lnTo>
                    <a:pt x="2097899" y="559813"/>
                  </a:lnTo>
                  <a:lnTo>
                    <a:pt x="2098901" y="521265"/>
                  </a:lnTo>
                  <a:lnTo>
                    <a:pt x="2099904" y="565820"/>
                  </a:lnTo>
                  <a:lnTo>
                    <a:pt x="2101409" y="511739"/>
                  </a:lnTo>
                  <a:lnTo>
                    <a:pt x="2102412" y="528273"/>
                  </a:lnTo>
                  <a:lnTo>
                    <a:pt x="2103415" y="501226"/>
                  </a:lnTo>
                  <a:lnTo>
                    <a:pt x="2104919" y="525770"/>
                  </a:lnTo>
                  <a:lnTo>
                    <a:pt x="2105922" y="509737"/>
                  </a:lnTo>
                  <a:lnTo>
                    <a:pt x="2106925" y="530777"/>
                  </a:lnTo>
                  <a:lnTo>
                    <a:pt x="2108429" y="559813"/>
                  </a:lnTo>
                  <a:lnTo>
                    <a:pt x="2109432" y="514243"/>
                  </a:lnTo>
                  <a:lnTo>
                    <a:pt x="2110435" y="523267"/>
                  </a:lnTo>
                  <a:lnTo>
                    <a:pt x="2111939" y="511739"/>
                  </a:lnTo>
                  <a:lnTo>
                    <a:pt x="2112942" y="521265"/>
                  </a:lnTo>
                  <a:lnTo>
                    <a:pt x="2113945" y="525770"/>
                  </a:lnTo>
                  <a:lnTo>
                    <a:pt x="2114948" y="548799"/>
                  </a:lnTo>
                  <a:lnTo>
                    <a:pt x="2116452" y="516258"/>
                  </a:lnTo>
                  <a:lnTo>
                    <a:pt x="2117455" y="523267"/>
                  </a:lnTo>
                  <a:lnTo>
                    <a:pt x="2118458" y="521265"/>
                  </a:lnTo>
                  <a:lnTo>
                    <a:pt x="2119962" y="546296"/>
                  </a:lnTo>
                  <a:lnTo>
                    <a:pt x="2120965" y="543292"/>
                  </a:lnTo>
                  <a:lnTo>
                    <a:pt x="2121968" y="540789"/>
                  </a:lnTo>
                  <a:lnTo>
                    <a:pt x="2123493" y="543292"/>
                  </a:lnTo>
                  <a:lnTo>
                    <a:pt x="2124496" y="543292"/>
                  </a:lnTo>
                  <a:lnTo>
                    <a:pt x="2125498" y="533280"/>
                  </a:lnTo>
                  <a:lnTo>
                    <a:pt x="2127003" y="543292"/>
                  </a:lnTo>
                  <a:lnTo>
                    <a:pt x="2128006" y="494718"/>
                  </a:lnTo>
                  <a:lnTo>
                    <a:pt x="2129009" y="551302"/>
                  </a:lnTo>
                  <a:lnTo>
                    <a:pt x="2130011" y="494718"/>
                  </a:lnTo>
                  <a:lnTo>
                    <a:pt x="2131516" y="525770"/>
                  </a:lnTo>
                  <a:lnTo>
                    <a:pt x="2132519" y="538286"/>
                  </a:lnTo>
                  <a:lnTo>
                    <a:pt x="2133522" y="535783"/>
                  </a:lnTo>
                  <a:lnTo>
                    <a:pt x="2135026" y="496721"/>
                  </a:lnTo>
                  <a:lnTo>
                    <a:pt x="2136029" y="521265"/>
                  </a:lnTo>
                  <a:lnTo>
                    <a:pt x="2137032" y="516258"/>
                  </a:lnTo>
                  <a:lnTo>
                    <a:pt x="2138536" y="571828"/>
                  </a:lnTo>
                  <a:lnTo>
                    <a:pt x="2139539" y="554306"/>
                  </a:lnTo>
                  <a:lnTo>
                    <a:pt x="2140542" y="543292"/>
                  </a:lnTo>
                  <a:lnTo>
                    <a:pt x="2142046" y="523267"/>
                  </a:lnTo>
                  <a:lnTo>
                    <a:pt x="2143049" y="540789"/>
                  </a:lnTo>
                  <a:lnTo>
                    <a:pt x="2144052" y="574832"/>
                  </a:lnTo>
                  <a:lnTo>
                    <a:pt x="2145556" y="494718"/>
                  </a:lnTo>
                  <a:lnTo>
                    <a:pt x="2146559" y="516258"/>
                  </a:lnTo>
                  <a:lnTo>
                    <a:pt x="2147562" y="496721"/>
                  </a:lnTo>
                  <a:lnTo>
                    <a:pt x="2148565" y="483204"/>
                  </a:lnTo>
                  <a:lnTo>
                    <a:pt x="2150070" y="546296"/>
                  </a:lnTo>
                  <a:lnTo>
                    <a:pt x="2151072" y="554306"/>
                  </a:lnTo>
                  <a:lnTo>
                    <a:pt x="2152075" y="559813"/>
                  </a:lnTo>
                  <a:lnTo>
                    <a:pt x="2153580" y="486708"/>
                  </a:lnTo>
                  <a:lnTo>
                    <a:pt x="2154583" y="514243"/>
                  </a:lnTo>
                  <a:lnTo>
                    <a:pt x="2155586" y="494718"/>
                  </a:lnTo>
                  <a:lnTo>
                    <a:pt x="2157090" y="530777"/>
                  </a:lnTo>
                  <a:lnTo>
                    <a:pt x="2158093" y="559813"/>
                  </a:lnTo>
                  <a:lnTo>
                    <a:pt x="2159096" y="530777"/>
                  </a:lnTo>
                  <a:lnTo>
                    <a:pt x="2160600" y="568824"/>
                  </a:lnTo>
                  <a:lnTo>
                    <a:pt x="2161603" y="538286"/>
                  </a:lnTo>
                  <a:lnTo>
                    <a:pt x="2162606" y="503229"/>
                  </a:lnTo>
                  <a:lnTo>
                    <a:pt x="2163609" y="521265"/>
                  </a:lnTo>
                  <a:lnTo>
                    <a:pt x="2165113" y="554306"/>
                  </a:lnTo>
                  <a:lnTo>
                    <a:pt x="2166116" y="533280"/>
                  </a:lnTo>
                  <a:lnTo>
                    <a:pt x="2167119" y="540789"/>
                  </a:lnTo>
                  <a:lnTo>
                    <a:pt x="2168623" y="535783"/>
                  </a:lnTo>
                  <a:lnTo>
                    <a:pt x="2169626" y="501226"/>
                  </a:lnTo>
                  <a:lnTo>
                    <a:pt x="2170629" y="516258"/>
                  </a:lnTo>
                  <a:lnTo>
                    <a:pt x="2172133" y="528273"/>
                  </a:lnTo>
                  <a:lnTo>
                    <a:pt x="2173136" y="571828"/>
                  </a:lnTo>
                  <a:lnTo>
                    <a:pt x="2174139" y="518762"/>
                  </a:lnTo>
                  <a:lnTo>
                    <a:pt x="2175644" y="528273"/>
                  </a:lnTo>
                  <a:lnTo>
                    <a:pt x="2176646" y="498723"/>
                  </a:lnTo>
                  <a:lnTo>
                    <a:pt x="2177649" y="528273"/>
                  </a:lnTo>
                  <a:lnTo>
                    <a:pt x="2178652" y="488711"/>
                  </a:lnTo>
                  <a:lnTo>
                    <a:pt x="2180157" y="528273"/>
                  </a:lnTo>
                  <a:lnTo>
                    <a:pt x="2181160" y="546296"/>
                  </a:lnTo>
                  <a:lnTo>
                    <a:pt x="2182162" y="535783"/>
                  </a:lnTo>
                  <a:lnTo>
                    <a:pt x="2183667" y="540789"/>
                  </a:lnTo>
                  <a:lnTo>
                    <a:pt x="2184670" y="516258"/>
                  </a:lnTo>
                  <a:lnTo>
                    <a:pt x="2185673" y="525770"/>
                  </a:lnTo>
                  <a:lnTo>
                    <a:pt x="2187177" y="523267"/>
                  </a:lnTo>
                  <a:lnTo>
                    <a:pt x="2188180" y="507734"/>
                  </a:lnTo>
                  <a:lnTo>
                    <a:pt x="2189183" y="528273"/>
                  </a:lnTo>
                  <a:lnTo>
                    <a:pt x="2190687" y="590852"/>
                  </a:lnTo>
                  <a:lnTo>
                    <a:pt x="2191690" y="543292"/>
                  </a:lnTo>
                  <a:lnTo>
                    <a:pt x="2192693" y="538286"/>
                  </a:lnTo>
                  <a:lnTo>
                    <a:pt x="2193696" y="535783"/>
                  </a:lnTo>
                  <a:lnTo>
                    <a:pt x="2195200" y="530777"/>
                  </a:lnTo>
                  <a:lnTo>
                    <a:pt x="2196203" y="523267"/>
                  </a:lnTo>
                  <a:lnTo>
                    <a:pt x="2197206" y="530777"/>
                  </a:lnTo>
                  <a:lnTo>
                    <a:pt x="2198710" y="505231"/>
                  </a:lnTo>
                  <a:lnTo>
                    <a:pt x="2199713" y="516258"/>
                  </a:lnTo>
                </a:path>
              </a:pathLst>
            </a:custGeom>
            <a:ln w="3175">
              <a:solidFill>
                <a:srgbClr val="00FF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635925" y="2206295"/>
              <a:ext cx="2200275" cy="675005"/>
            </a:xfrm>
            <a:custGeom>
              <a:avLst/>
              <a:gdLst/>
              <a:ahLst/>
              <a:cxnLst/>
              <a:rect l="l" t="t" r="r" b="b"/>
              <a:pathLst>
                <a:path w="2200275" h="675005">
                  <a:moveTo>
                    <a:pt x="0" y="284922"/>
                  </a:moveTo>
                  <a:lnTo>
                    <a:pt x="1002" y="302444"/>
                  </a:lnTo>
                  <a:lnTo>
                    <a:pt x="2520" y="294434"/>
                  </a:lnTo>
                  <a:lnTo>
                    <a:pt x="3523" y="298940"/>
                  </a:lnTo>
                  <a:lnTo>
                    <a:pt x="4526" y="298940"/>
                  </a:lnTo>
                  <a:lnTo>
                    <a:pt x="6030" y="297939"/>
                  </a:lnTo>
                  <a:lnTo>
                    <a:pt x="7033" y="308452"/>
                  </a:lnTo>
                  <a:lnTo>
                    <a:pt x="8036" y="289428"/>
                  </a:lnTo>
                  <a:lnTo>
                    <a:pt x="9039" y="302444"/>
                  </a:lnTo>
                  <a:lnTo>
                    <a:pt x="10543" y="300442"/>
                  </a:lnTo>
                  <a:lnTo>
                    <a:pt x="11546" y="332001"/>
                  </a:lnTo>
                  <a:lnTo>
                    <a:pt x="12549" y="290429"/>
                  </a:lnTo>
                  <a:lnTo>
                    <a:pt x="14054" y="296937"/>
                  </a:lnTo>
                  <a:lnTo>
                    <a:pt x="15056" y="293433"/>
                  </a:lnTo>
                  <a:lnTo>
                    <a:pt x="16059" y="320968"/>
                  </a:lnTo>
                  <a:lnTo>
                    <a:pt x="17564" y="288927"/>
                  </a:lnTo>
                  <a:lnTo>
                    <a:pt x="18567" y="311956"/>
                  </a:lnTo>
                  <a:lnTo>
                    <a:pt x="19569" y="303446"/>
                  </a:lnTo>
                  <a:lnTo>
                    <a:pt x="21074" y="309954"/>
                  </a:lnTo>
                  <a:lnTo>
                    <a:pt x="22077" y="308953"/>
                  </a:lnTo>
                  <a:lnTo>
                    <a:pt x="23080" y="286925"/>
                  </a:lnTo>
                  <a:lnTo>
                    <a:pt x="24083" y="310955"/>
                  </a:lnTo>
                  <a:lnTo>
                    <a:pt x="25587" y="299941"/>
                  </a:lnTo>
                  <a:lnTo>
                    <a:pt x="26590" y="320968"/>
                  </a:lnTo>
                  <a:lnTo>
                    <a:pt x="27593" y="304948"/>
                  </a:lnTo>
                  <a:lnTo>
                    <a:pt x="29097" y="317463"/>
                  </a:lnTo>
                  <a:lnTo>
                    <a:pt x="30100" y="299941"/>
                  </a:lnTo>
                  <a:lnTo>
                    <a:pt x="31103" y="311456"/>
                  </a:lnTo>
                  <a:lnTo>
                    <a:pt x="32607" y="324993"/>
                  </a:lnTo>
                  <a:lnTo>
                    <a:pt x="33610" y="311956"/>
                  </a:lnTo>
                  <a:lnTo>
                    <a:pt x="34613" y="308953"/>
                  </a:lnTo>
                  <a:lnTo>
                    <a:pt x="36117" y="332001"/>
                  </a:lnTo>
                  <a:lnTo>
                    <a:pt x="37120" y="334504"/>
                  </a:lnTo>
                  <a:lnTo>
                    <a:pt x="38123" y="325994"/>
                  </a:lnTo>
                  <a:lnTo>
                    <a:pt x="39126" y="340011"/>
                  </a:lnTo>
                  <a:lnTo>
                    <a:pt x="40630" y="323491"/>
                  </a:lnTo>
                  <a:lnTo>
                    <a:pt x="41633" y="310955"/>
                  </a:lnTo>
                  <a:lnTo>
                    <a:pt x="42636" y="318464"/>
                  </a:lnTo>
                  <a:lnTo>
                    <a:pt x="44141" y="327496"/>
                  </a:lnTo>
                  <a:lnTo>
                    <a:pt x="45144" y="316462"/>
                  </a:lnTo>
                  <a:lnTo>
                    <a:pt x="46146" y="338509"/>
                  </a:lnTo>
                  <a:lnTo>
                    <a:pt x="47651" y="318464"/>
                  </a:lnTo>
                  <a:lnTo>
                    <a:pt x="48654" y="329999"/>
                  </a:lnTo>
                  <a:lnTo>
                    <a:pt x="49657" y="335506"/>
                  </a:lnTo>
                  <a:lnTo>
                    <a:pt x="51161" y="339010"/>
                  </a:lnTo>
                  <a:lnTo>
                    <a:pt x="52164" y="313959"/>
                  </a:lnTo>
                  <a:lnTo>
                    <a:pt x="53167" y="335005"/>
                  </a:lnTo>
                  <a:lnTo>
                    <a:pt x="54170" y="294935"/>
                  </a:lnTo>
                  <a:lnTo>
                    <a:pt x="55674" y="317463"/>
                  </a:lnTo>
                  <a:lnTo>
                    <a:pt x="56677" y="316462"/>
                  </a:lnTo>
                  <a:lnTo>
                    <a:pt x="57680" y="327996"/>
                  </a:lnTo>
                  <a:lnTo>
                    <a:pt x="59184" y="341513"/>
                  </a:lnTo>
                  <a:lnTo>
                    <a:pt x="60187" y="349523"/>
                  </a:lnTo>
                  <a:lnTo>
                    <a:pt x="61190" y="308953"/>
                  </a:lnTo>
                  <a:lnTo>
                    <a:pt x="62694" y="346519"/>
                  </a:lnTo>
                  <a:lnTo>
                    <a:pt x="63697" y="327996"/>
                  </a:lnTo>
                  <a:lnTo>
                    <a:pt x="64700" y="333003"/>
                  </a:lnTo>
                  <a:lnTo>
                    <a:pt x="66204" y="321989"/>
                  </a:lnTo>
                  <a:lnTo>
                    <a:pt x="67207" y="325493"/>
                  </a:lnTo>
                  <a:lnTo>
                    <a:pt x="68210" y="338009"/>
                  </a:lnTo>
                  <a:lnTo>
                    <a:pt x="69715" y="310955"/>
                  </a:lnTo>
                  <a:lnTo>
                    <a:pt x="70718" y="310955"/>
                  </a:lnTo>
                  <a:lnTo>
                    <a:pt x="71720" y="324993"/>
                  </a:lnTo>
                  <a:lnTo>
                    <a:pt x="72723" y="323491"/>
                  </a:lnTo>
                  <a:lnTo>
                    <a:pt x="74228" y="335005"/>
                  </a:lnTo>
                  <a:lnTo>
                    <a:pt x="75231" y="333503"/>
                  </a:lnTo>
                  <a:lnTo>
                    <a:pt x="76234" y="345518"/>
                  </a:lnTo>
                  <a:lnTo>
                    <a:pt x="77738" y="333003"/>
                  </a:lnTo>
                  <a:lnTo>
                    <a:pt x="78741" y="333003"/>
                  </a:lnTo>
                  <a:lnTo>
                    <a:pt x="79744" y="354029"/>
                  </a:lnTo>
                  <a:lnTo>
                    <a:pt x="81248" y="322990"/>
                  </a:lnTo>
                  <a:lnTo>
                    <a:pt x="82251" y="333003"/>
                  </a:lnTo>
                  <a:lnTo>
                    <a:pt x="83254" y="338509"/>
                  </a:lnTo>
                  <a:lnTo>
                    <a:pt x="84758" y="305949"/>
                  </a:lnTo>
                  <a:lnTo>
                    <a:pt x="85761" y="309954"/>
                  </a:lnTo>
                  <a:lnTo>
                    <a:pt x="86764" y="299941"/>
                  </a:lnTo>
                  <a:lnTo>
                    <a:pt x="87767" y="254885"/>
                  </a:lnTo>
                  <a:lnTo>
                    <a:pt x="89271" y="200303"/>
                  </a:lnTo>
                  <a:lnTo>
                    <a:pt x="90274" y="170266"/>
                  </a:lnTo>
                  <a:lnTo>
                    <a:pt x="91277" y="128193"/>
                  </a:lnTo>
                  <a:lnTo>
                    <a:pt x="92781" y="101159"/>
                  </a:lnTo>
                  <a:lnTo>
                    <a:pt x="93784" y="85640"/>
                  </a:lnTo>
                  <a:lnTo>
                    <a:pt x="94787" y="67604"/>
                  </a:lnTo>
                  <a:lnTo>
                    <a:pt x="96292" y="50082"/>
                  </a:lnTo>
                  <a:lnTo>
                    <a:pt x="97294" y="41071"/>
                  </a:lnTo>
                  <a:lnTo>
                    <a:pt x="98297" y="33561"/>
                  </a:lnTo>
                  <a:lnTo>
                    <a:pt x="99802" y="27053"/>
                  </a:lnTo>
                  <a:lnTo>
                    <a:pt x="100805" y="22548"/>
                  </a:lnTo>
                  <a:lnTo>
                    <a:pt x="101807" y="25551"/>
                  </a:lnTo>
                  <a:lnTo>
                    <a:pt x="102810" y="31559"/>
                  </a:lnTo>
                  <a:lnTo>
                    <a:pt x="104315" y="18543"/>
                  </a:lnTo>
                  <a:lnTo>
                    <a:pt x="105318" y="13536"/>
                  </a:lnTo>
                  <a:lnTo>
                    <a:pt x="106321" y="18042"/>
                  </a:lnTo>
                  <a:lnTo>
                    <a:pt x="107825" y="20045"/>
                  </a:lnTo>
                  <a:lnTo>
                    <a:pt x="108848" y="20545"/>
                  </a:lnTo>
                  <a:lnTo>
                    <a:pt x="109851" y="25051"/>
                  </a:lnTo>
                  <a:lnTo>
                    <a:pt x="111355" y="50082"/>
                  </a:lnTo>
                  <a:lnTo>
                    <a:pt x="112358" y="69106"/>
                  </a:lnTo>
                  <a:lnTo>
                    <a:pt x="113361" y="78117"/>
                  </a:lnTo>
                  <a:lnTo>
                    <a:pt x="114865" y="104664"/>
                  </a:lnTo>
                  <a:lnTo>
                    <a:pt x="115868" y="142711"/>
                  </a:lnTo>
                  <a:lnTo>
                    <a:pt x="116871" y="180278"/>
                  </a:lnTo>
                  <a:lnTo>
                    <a:pt x="117874" y="211818"/>
                  </a:lnTo>
                  <a:lnTo>
                    <a:pt x="119378" y="246374"/>
                  </a:lnTo>
                  <a:lnTo>
                    <a:pt x="120381" y="269904"/>
                  </a:lnTo>
                  <a:lnTo>
                    <a:pt x="121384" y="305949"/>
                  </a:lnTo>
                  <a:lnTo>
                    <a:pt x="122889" y="320968"/>
                  </a:lnTo>
                  <a:lnTo>
                    <a:pt x="123891" y="325493"/>
                  </a:lnTo>
                  <a:lnTo>
                    <a:pt x="124894" y="339010"/>
                  </a:lnTo>
                  <a:lnTo>
                    <a:pt x="126399" y="344016"/>
                  </a:lnTo>
                  <a:lnTo>
                    <a:pt x="127402" y="327496"/>
                  </a:lnTo>
                  <a:lnTo>
                    <a:pt x="128405" y="333503"/>
                  </a:lnTo>
                  <a:lnTo>
                    <a:pt x="129909" y="336507"/>
                  </a:lnTo>
                  <a:lnTo>
                    <a:pt x="130912" y="334504"/>
                  </a:lnTo>
                  <a:lnTo>
                    <a:pt x="131915" y="357033"/>
                  </a:lnTo>
                  <a:lnTo>
                    <a:pt x="132918" y="339010"/>
                  </a:lnTo>
                  <a:lnTo>
                    <a:pt x="134422" y="335506"/>
                  </a:lnTo>
                  <a:lnTo>
                    <a:pt x="135425" y="373553"/>
                  </a:lnTo>
                  <a:lnTo>
                    <a:pt x="136428" y="346519"/>
                  </a:lnTo>
                  <a:lnTo>
                    <a:pt x="137932" y="333503"/>
                  </a:lnTo>
                  <a:lnTo>
                    <a:pt x="138935" y="344016"/>
                  </a:lnTo>
                  <a:lnTo>
                    <a:pt x="139938" y="342014"/>
                  </a:lnTo>
                  <a:lnTo>
                    <a:pt x="141442" y="366545"/>
                  </a:lnTo>
                  <a:lnTo>
                    <a:pt x="142445" y="343516"/>
                  </a:lnTo>
                  <a:lnTo>
                    <a:pt x="143448" y="360036"/>
                  </a:lnTo>
                  <a:lnTo>
                    <a:pt x="144952" y="343516"/>
                  </a:lnTo>
                  <a:lnTo>
                    <a:pt x="145955" y="373553"/>
                  </a:lnTo>
                  <a:lnTo>
                    <a:pt x="146958" y="356532"/>
                  </a:lnTo>
                  <a:lnTo>
                    <a:pt x="147961" y="363541"/>
                  </a:lnTo>
                  <a:lnTo>
                    <a:pt x="149465" y="401588"/>
                  </a:lnTo>
                  <a:lnTo>
                    <a:pt x="150468" y="377558"/>
                  </a:lnTo>
                  <a:lnTo>
                    <a:pt x="151471" y="390074"/>
                  </a:lnTo>
                  <a:lnTo>
                    <a:pt x="152976" y="355531"/>
                  </a:lnTo>
                  <a:lnTo>
                    <a:pt x="153979" y="371551"/>
                  </a:lnTo>
                  <a:lnTo>
                    <a:pt x="154981" y="358535"/>
                  </a:lnTo>
                  <a:lnTo>
                    <a:pt x="156486" y="354029"/>
                  </a:lnTo>
                  <a:lnTo>
                    <a:pt x="157489" y="347020"/>
                  </a:lnTo>
                  <a:lnTo>
                    <a:pt x="158492" y="368547"/>
                  </a:lnTo>
                  <a:lnTo>
                    <a:pt x="159996" y="375055"/>
                  </a:lnTo>
                  <a:lnTo>
                    <a:pt x="160999" y="373553"/>
                  </a:lnTo>
                  <a:lnTo>
                    <a:pt x="162002" y="358535"/>
                  </a:lnTo>
                  <a:lnTo>
                    <a:pt x="163005" y="415119"/>
                  </a:lnTo>
                  <a:lnTo>
                    <a:pt x="164509" y="379561"/>
                  </a:lnTo>
                  <a:lnTo>
                    <a:pt x="165512" y="369048"/>
                  </a:lnTo>
                  <a:lnTo>
                    <a:pt x="166515" y="366044"/>
                  </a:lnTo>
                  <a:lnTo>
                    <a:pt x="168019" y="389073"/>
                  </a:lnTo>
                  <a:lnTo>
                    <a:pt x="169022" y="366545"/>
                  </a:lnTo>
                  <a:lnTo>
                    <a:pt x="170025" y="385568"/>
                  </a:lnTo>
                  <a:lnTo>
                    <a:pt x="171529" y="355531"/>
                  </a:lnTo>
                  <a:lnTo>
                    <a:pt x="172532" y="359536"/>
                  </a:lnTo>
                  <a:lnTo>
                    <a:pt x="173535" y="376056"/>
                  </a:lnTo>
                  <a:lnTo>
                    <a:pt x="175039" y="381063"/>
                  </a:lnTo>
                  <a:lnTo>
                    <a:pt x="176042" y="367546"/>
                  </a:lnTo>
                  <a:lnTo>
                    <a:pt x="177045" y="376056"/>
                  </a:lnTo>
                  <a:lnTo>
                    <a:pt x="178048" y="378560"/>
                  </a:lnTo>
                  <a:lnTo>
                    <a:pt x="179553" y="383065"/>
                  </a:lnTo>
                  <a:lnTo>
                    <a:pt x="180555" y="384066"/>
                  </a:lnTo>
                  <a:lnTo>
                    <a:pt x="181558" y="400587"/>
                  </a:lnTo>
                  <a:lnTo>
                    <a:pt x="183063" y="386570"/>
                  </a:lnTo>
                  <a:lnTo>
                    <a:pt x="184066" y="394079"/>
                  </a:lnTo>
                  <a:lnTo>
                    <a:pt x="185069" y="389073"/>
                  </a:lnTo>
                  <a:lnTo>
                    <a:pt x="186573" y="384066"/>
                  </a:lnTo>
                  <a:lnTo>
                    <a:pt x="187576" y="397083"/>
                  </a:lnTo>
                  <a:lnTo>
                    <a:pt x="188579" y="364041"/>
                  </a:lnTo>
                  <a:lnTo>
                    <a:pt x="190083" y="386570"/>
                  </a:lnTo>
                  <a:lnTo>
                    <a:pt x="191086" y="377558"/>
                  </a:lnTo>
                  <a:lnTo>
                    <a:pt x="192089" y="380061"/>
                  </a:lnTo>
                  <a:lnTo>
                    <a:pt x="193593" y="386570"/>
                  </a:lnTo>
                  <a:lnTo>
                    <a:pt x="194596" y="395080"/>
                  </a:lnTo>
                  <a:lnTo>
                    <a:pt x="195599" y="373553"/>
                  </a:lnTo>
                  <a:lnTo>
                    <a:pt x="196602" y="368547"/>
                  </a:lnTo>
                  <a:lnTo>
                    <a:pt x="198106" y="394079"/>
                  </a:lnTo>
                  <a:lnTo>
                    <a:pt x="199109" y="384567"/>
                  </a:lnTo>
                  <a:lnTo>
                    <a:pt x="200112" y="369048"/>
                  </a:lnTo>
                  <a:lnTo>
                    <a:pt x="201616" y="356532"/>
                  </a:lnTo>
                  <a:lnTo>
                    <a:pt x="202619" y="381063"/>
                  </a:lnTo>
                  <a:lnTo>
                    <a:pt x="203622" y="406608"/>
                  </a:lnTo>
                  <a:lnTo>
                    <a:pt x="205127" y="384066"/>
                  </a:lnTo>
                  <a:lnTo>
                    <a:pt x="206129" y="394079"/>
                  </a:lnTo>
                  <a:lnTo>
                    <a:pt x="207132" y="386570"/>
                  </a:lnTo>
                  <a:lnTo>
                    <a:pt x="208637" y="371050"/>
                  </a:lnTo>
                  <a:lnTo>
                    <a:pt x="209640" y="418122"/>
                  </a:lnTo>
                  <a:lnTo>
                    <a:pt x="210643" y="362540"/>
                  </a:lnTo>
                  <a:lnTo>
                    <a:pt x="211645" y="381063"/>
                  </a:lnTo>
                  <a:lnTo>
                    <a:pt x="213150" y="374054"/>
                  </a:lnTo>
                  <a:lnTo>
                    <a:pt x="214153" y="365043"/>
                  </a:lnTo>
                  <a:lnTo>
                    <a:pt x="215169" y="377558"/>
                  </a:lnTo>
                  <a:lnTo>
                    <a:pt x="216673" y="395080"/>
                  </a:lnTo>
                  <a:lnTo>
                    <a:pt x="217676" y="375055"/>
                  </a:lnTo>
                  <a:lnTo>
                    <a:pt x="218679" y="392076"/>
                  </a:lnTo>
                  <a:lnTo>
                    <a:pt x="220183" y="377558"/>
                  </a:lnTo>
                  <a:lnTo>
                    <a:pt x="221186" y="404605"/>
                  </a:lnTo>
                  <a:lnTo>
                    <a:pt x="222189" y="370049"/>
                  </a:lnTo>
                  <a:lnTo>
                    <a:pt x="223694" y="368547"/>
                  </a:lnTo>
                  <a:lnTo>
                    <a:pt x="224697" y="376557"/>
                  </a:lnTo>
                  <a:lnTo>
                    <a:pt x="225699" y="371551"/>
                  </a:lnTo>
                  <a:lnTo>
                    <a:pt x="226702" y="411614"/>
                  </a:lnTo>
                  <a:lnTo>
                    <a:pt x="228207" y="394079"/>
                  </a:lnTo>
                  <a:lnTo>
                    <a:pt x="229210" y="377558"/>
                  </a:lnTo>
                  <a:lnTo>
                    <a:pt x="230213" y="416120"/>
                  </a:lnTo>
                  <a:lnTo>
                    <a:pt x="231717" y="385568"/>
                  </a:lnTo>
                  <a:lnTo>
                    <a:pt x="232720" y="362039"/>
                  </a:lnTo>
                  <a:lnTo>
                    <a:pt x="233723" y="366545"/>
                  </a:lnTo>
                  <a:lnTo>
                    <a:pt x="235227" y="391075"/>
                  </a:lnTo>
                  <a:lnTo>
                    <a:pt x="236230" y="354530"/>
                  </a:lnTo>
                  <a:lnTo>
                    <a:pt x="237233" y="345518"/>
                  </a:lnTo>
                  <a:lnTo>
                    <a:pt x="238737" y="384066"/>
                  </a:lnTo>
                  <a:lnTo>
                    <a:pt x="239740" y="355531"/>
                  </a:lnTo>
                  <a:lnTo>
                    <a:pt x="240743" y="318464"/>
                  </a:lnTo>
                  <a:lnTo>
                    <a:pt x="241746" y="309954"/>
                  </a:lnTo>
                  <a:lnTo>
                    <a:pt x="243250" y="271906"/>
                  </a:lnTo>
                  <a:lnTo>
                    <a:pt x="244253" y="271906"/>
                  </a:lnTo>
                  <a:lnTo>
                    <a:pt x="245256" y="230842"/>
                  </a:lnTo>
                  <a:lnTo>
                    <a:pt x="246760" y="204809"/>
                  </a:lnTo>
                  <a:lnTo>
                    <a:pt x="247763" y="163257"/>
                  </a:lnTo>
                  <a:lnTo>
                    <a:pt x="248766" y="133700"/>
                  </a:lnTo>
                  <a:lnTo>
                    <a:pt x="250271" y="111172"/>
                  </a:lnTo>
                  <a:lnTo>
                    <a:pt x="251273" y="94651"/>
                  </a:lnTo>
                  <a:lnTo>
                    <a:pt x="252276" y="55589"/>
                  </a:lnTo>
                  <a:lnTo>
                    <a:pt x="253781" y="34062"/>
                  </a:lnTo>
                  <a:lnTo>
                    <a:pt x="254784" y="23048"/>
                  </a:lnTo>
                  <a:lnTo>
                    <a:pt x="255787" y="20045"/>
                  </a:lnTo>
                  <a:lnTo>
                    <a:pt x="256789" y="11033"/>
                  </a:lnTo>
                  <a:lnTo>
                    <a:pt x="258294" y="8530"/>
                  </a:lnTo>
                  <a:lnTo>
                    <a:pt x="259297" y="5026"/>
                  </a:lnTo>
                  <a:lnTo>
                    <a:pt x="260300" y="1021"/>
                  </a:lnTo>
                  <a:lnTo>
                    <a:pt x="261804" y="0"/>
                  </a:lnTo>
                  <a:lnTo>
                    <a:pt x="262807" y="4025"/>
                  </a:lnTo>
                  <a:lnTo>
                    <a:pt x="263810" y="6528"/>
                  </a:lnTo>
                  <a:lnTo>
                    <a:pt x="265314" y="8030"/>
                  </a:lnTo>
                  <a:lnTo>
                    <a:pt x="266317" y="6027"/>
                  </a:lnTo>
                  <a:lnTo>
                    <a:pt x="267320" y="19544"/>
                  </a:lnTo>
                  <a:lnTo>
                    <a:pt x="268824" y="28055"/>
                  </a:lnTo>
                  <a:lnTo>
                    <a:pt x="269827" y="44075"/>
                  </a:lnTo>
                  <a:lnTo>
                    <a:pt x="270830" y="68105"/>
                  </a:lnTo>
                  <a:lnTo>
                    <a:pt x="271833" y="91147"/>
                  </a:lnTo>
                  <a:lnTo>
                    <a:pt x="273337" y="93149"/>
                  </a:lnTo>
                  <a:lnTo>
                    <a:pt x="274340" y="148218"/>
                  </a:lnTo>
                  <a:lnTo>
                    <a:pt x="275343" y="166261"/>
                  </a:lnTo>
                  <a:lnTo>
                    <a:pt x="276847" y="203808"/>
                  </a:lnTo>
                  <a:lnTo>
                    <a:pt x="277850" y="245874"/>
                  </a:lnTo>
                  <a:lnTo>
                    <a:pt x="278853" y="280417"/>
                  </a:lnTo>
                  <a:lnTo>
                    <a:pt x="280358" y="311456"/>
                  </a:lnTo>
                  <a:lnTo>
                    <a:pt x="281361" y="329999"/>
                  </a:lnTo>
                  <a:lnTo>
                    <a:pt x="282363" y="358034"/>
                  </a:lnTo>
                  <a:lnTo>
                    <a:pt x="283868" y="362039"/>
                  </a:lnTo>
                  <a:lnTo>
                    <a:pt x="284871" y="374054"/>
                  </a:lnTo>
                  <a:lnTo>
                    <a:pt x="285874" y="404605"/>
                  </a:lnTo>
                  <a:lnTo>
                    <a:pt x="286877" y="397583"/>
                  </a:lnTo>
                  <a:lnTo>
                    <a:pt x="288381" y="386570"/>
                  </a:lnTo>
                  <a:lnTo>
                    <a:pt x="289384" y="405607"/>
                  </a:lnTo>
                  <a:lnTo>
                    <a:pt x="290387" y="393078"/>
                  </a:lnTo>
                  <a:lnTo>
                    <a:pt x="291891" y="396081"/>
                  </a:lnTo>
                  <a:lnTo>
                    <a:pt x="292894" y="416120"/>
                  </a:lnTo>
                  <a:lnTo>
                    <a:pt x="293897" y="437146"/>
                  </a:lnTo>
                  <a:lnTo>
                    <a:pt x="295401" y="425632"/>
                  </a:lnTo>
                  <a:lnTo>
                    <a:pt x="296404" y="407609"/>
                  </a:lnTo>
                  <a:lnTo>
                    <a:pt x="297407" y="414117"/>
                  </a:lnTo>
                  <a:lnTo>
                    <a:pt x="298911" y="395080"/>
                  </a:lnTo>
                  <a:lnTo>
                    <a:pt x="299914" y="424630"/>
                  </a:lnTo>
                  <a:lnTo>
                    <a:pt x="300917" y="430137"/>
                  </a:lnTo>
                  <a:lnTo>
                    <a:pt x="301920" y="416120"/>
                  </a:lnTo>
                  <a:lnTo>
                    <a:pt x="303424" y="435144"/>
                  </a:lnTo>
                  <a:lnTo>
                    <a:pt x="304427" y="435144"/>
                  </a:lnTo>
                  <a:lnTo>
                    <a:pt x="305430" y="431639"/>
                  </a:lnTo>
                  <a:lnTo>
                    <a:pt x="306935" y="401588"/>
                  </a:lnTo>
                  <a:lnTo>
                    <a:pt x="307938" y="413116"/>
                  </a:lnTo>
                  <a:lnTo>
                    <a:pt x="308940" y="415119"/>
                  </a:lnTo>
                  <a:lnTo>
                    <a:pt x="310445" y="448160"/>
                  </a:lnTo>
                  <a:lnTo>
                    <a:pt x="311448" y="435144"/>
                  </a:lnTo>
                  <a:lnTo>
                    <a:pt x="312451" y="424630"/>
                  </a:lnTo>
                  <a:lnTo>
                    <a:pt x="313955" y="407609"/>
                  </a:lnTo>
                  <a:lnTo>
                    <a:pt x="314958" y="397083"/>
                  </a:lnTo>
                  <a:lnTo>
                    <a:pt x="315961" y="433642"/>
                  </a:lnTo>
                  <a:lnTo>
                    <a:pt x="317465" y="425632"/>
                  </a:lnTo>
                  <a:lnTo>
                    <a:pt x="318468" y="448160"/>
                  </a:lnTo>
                  <a:lnTo>
                    <a:pt x="319471" y="436145"/>
                  </a:lnTo>
                  <a:lnTo>
                    <a:pt x="320487" y="415119"/>
                  </a:lnTo>
                  <a:lnTo>
                    <a:pt x="321992" y="423629"/>
                  </a:lnTo>
                  <a:lnTo>
                    <a:pt x="322994" y="449662"/>
                  </a:lnTo>
                  <a:lnTo>
                    <a:pt x="323997" y="407609"/>
                  </a:lnTo>
                  <a:lnTo>
                    <a:pt x="325502" y="443154"/>
                  </a:lnTo>
                  <a:lnTo>
                    <a:pt x="326505" y="444656"/>
                  </a:lnTo>
                  <a:lnTo>
                    <a:pt x="327507" y="428135"/>
                  </a:lnTo>
                  <a:lnTo>
                    <a:pt x="329012" y="453166"/>
                  </a:lnTo>
                  <a:lnTo>
                    <a:pt x="330015" y="468185"/>
                  </a:lnTo>
                  <a:lnTo>
                    <a:pt x="331018" y="404605"/>
                  </a:lnTo>
                  <a:lnTo>
                    <a:pt x="332522" y="422628"/>
                  </a:lnTo>
                  <a:lnTo>
                    <a:pt x="333525" y="439649"/>
                  </a:lnTo>
                  <a:lnTo>
                    <a:pt x="334528" y="458673"/>
                  </a:lnTo>
                  <a:lnTo>
                    <a:pt x="335531" y="471189"/>
                  </a:lnTo>
                  <a:lnTo>
                    <a:pt x="337035" y="437146"/>
                  </a:lnTo>
                  <a:lnTo>
                    <a:pt x="338038" y="454668"/>
                  </a:lnTo>
                  <a:lnTo>
                    <a:pt x="339041" y="442152"/>
                  </a:lnTo>
                  <a:lnTo>
                    <a:pt x="340545" y="439649"/>
                  </a:lnTo>
                  <a:lnTo>
                    <a:pt x="341548" y="454668"/>
                  </a:lnTo>
                  <a:lnTo>
                    <a:pt x="342551" y="409612"/>
                  </a:lnTo>
                  <a:lnTo>
                    <a:pt x="344055" y="447159"/>
                  </a:lnTo>
                  <a:lnTo>
                    <a:pt x="345058" y="456170"/>
                  </a:lnTo>
                  <a:lnTo>
                    <a:pt x="346061" y="444656"/>
                  </a:lnTo>
                  <a:lnTo>
                    <a:pt x="347566" y="429136"/>
                  </a:lnTo>
                  <a:lnTo>
                    <a:pt x="348568" y="464180"/>
                  </a:lnTo>
                  <a:lnTo>
                    <a:pt x="349571" y="435144"/>
                  </a:lnTo>
                  <a:lnTo>
                    <a:pt x="350574" y="450663"/>
                  </a:lnTo>
                  <a:lnTo>
                    <a:pt x="352079" y="447159"/>
                  </a:lnTo>
                  <a:lnTo>
                    <a:pt x="353082" y="437146"/>
                  </a:lnTo>
                  <a:lnTo>
                    <a:pt x="354084" y="444656"/>
                  </a:lnTo>
                  <a:lnTo>
                    <a:pt x="355589" y="462678"/>
                  </a:lnTo>
                  <a:lnTo>
                    <a:pt x="356592" y="472190"/>
                  </a:lnTo>
                  <a:lnTo>
                    <a:pt x="357595" y="464180"/>
                  </a:lnTo>
                  <a:lnTo>
                    <a:pt x="359099" y="417121"/>
                  </a:lnTo>
                  <a:lnTo>
                    <a:pt x="360102" y="424630"/>
                  </a:lnTo>
                  <a:lnTo>
                    <a:pt x="361105" y="452165"/>
                  </a:lnTo>
                  <a:lnTo>
                    <a:pt x="362609" y="452165"/>
                  </a:lnTo>
                  <a:lnTo>
                    <a:pt x="363612" y="464180"/>
                  </a:lnTo>
                  <a:lnTo>
                    <a:pt x="364615" y="422628"/>
                  </a:lnTo>
                  <a:lnTo>
                    <a:pt x="365618" y="448160"/>
                  </a:lnTo>
                  <a:lnTo>
                    <a:pt x="367122" y="460175"/>
                  </a:lnTo>
                  <a:lnTo>
                    <a:pt x="368125" y="429136"/>
                  </a:lnTo>
                  <a:lnTo>
                    <a:pt x="369128" y="466683"/>
                  </a:lnTo>
                  <a:lnTo>
                    <a:pt x="370632" y="433642"/>
                  </a:lnTo>
                  <a:lnTo>
                    <a:pt x="371635" y="461176"/>
                  </a:lnTo>
                  <a:lnTo>
                    <a:pt x="372638" y="444656"/>
                  </a:lnTo>
                  <a:lnTo>
                    <a:pt x="374142" y="450663"/>
                  </a:lnTo>
                  <a:lnTo>
                    <a:pt x="375145" y="458673"/>
                  </a:lnTo>
                  <a:lnTo>
                    <a:pt x="376148" y="456170"/>
                  </a:lnTo>
                  <a:lnTo>
                    <a:pt x="377653" y="433642"/>
                  </a:lnTo>
                  <a:lnTo>
                    <a:pt x="378656" y="456170"/>
                  </a:lnTo>
                  <a:lnTo>
                    <a:pt x="379658" y="456170"/>
                  </a:lnTo>
                  <a:lnTo>
                    <a:pt x="380661" y="452165"/>
                  </a:lnTo>
                  <a:lnTo>
                    <a:pt x="382166" y="427134"/>
                  </a:lnTo>
                  <a:lnTo>
                    <a:pt x="383169" y="430137"/>
                  </a:lnTo>
                  <a:lnTo>
                    <a:pt x="384172" y="462678"/>
                  </a:lnTo>
                  <a:lnTo>
                    <a:pt x="385676" y="469687"/>
                  </a:lnTo>
                  <a:lnTo>
                    <a:pt x="386679" y="429136"/>
                  </a:lnTo>
                  <a:lnTo>
                    <a:pt x="387682" y="416120"/>
                  </a:lnTo>
                  <a:lnTo>
                    <a:pt x="389186" y="439649"/>
                  </a:lnTo>
                  <a:lnTo>
                    <a:pt x="390189" y="457171"/>
                  </a:lnTo>
                  <a:lnTo>
                    <a:pt x="391192" y="425632"/>
                  </a:lnTo>
                  <a:lnTo>
                    <a:pt x="392696" y="435144"/>
                  </a:lnTo>
                  <a:lnTo>
                    <a:pt x="393699" y="443154"/>
                  </a:lnTo>
                  <a:lnTo>
                    <a:pt x="394702" y="458673"/>
                  </a:lnTo>
                  <a:lnTo>
                    <a:pt x="395705" y="478197"/>
                  </a:lnTo>
                  <a:lnTo>
                    <a:pt x="397209" y="458673"/>
                  </a:lnTo>
                  <a:lnTo>
                    <a:pt x="398212" y="461176"/>
                  </a:lnTo>
                  <a:lnTo>
                    <a:pt x="399215" y="449662"/>
                  </a:lnTo>
                  <a:lnTo>
                    <a:pt x="400719" y="471189"/>
                  </a:lnTo>
                  <a:lnTo>
                    <a:pt x="401722" y="431639"/>
                  </a:lnTo>
                  <a:lnTo>
                    <a:pt x="402725" y="458673"/>
                  </a:lnTo>
                  <a:lnTo>
                    <a:pt x="404230" y="481201"/>
                  </a:lnTo>
                  <a:lnTo>
                    <a:pt x="405232" y="468185"/>
                  </a:lnTo>
                  <a:lnTo>
                    <a:pt x="406235" y="456170"/>
                  </a:lnTo>
                  <a:lnTo>
                    <a:pt x="407740" y="471189"/>
                  </a:lnTo>
                  <a:lnTo>
                    <a:pt x="408743" y="449662"/>
                  </a:lnTo>
                  <a:lnTo>
                    <a:pt x="409746" y="450663"/>
                  </a:lnTo>
                  <a:lnTo>
                    <a:pt x="410748" y="458673"/>
                  </a:lnTo>
                  <a:lnTo>
                    <a:pt x="412253" y="465181"/>
                  </a:lnTo>
                  <a:lnTo>
                    <a:pt x="413256" y="443154"/>
                  </a:lnTo>
                  <a:lnTo>
                    <a:pt x="414259" y="448160"/>
                  </a:lnTo>
                  <a:lnTo>
                    <a:pt x="415763" y="484225"/>
                  </a:lnTo>
                  <a:lnTo>
                    <a:pt x="416766" y="448160"/>
                  </a:lnTo>
                  <a:lnTo>
                    <a:pt x="417769" y="476696"/>
                  </a:lnTo>
                  <a:lnTo>
                    <a:pt x="419273" y="464180"/>
                  </a:lnTo>
                  <a:lnTo>
                    <a:pt x="420276" y="458673"/>
                  </a:lnTo>
                  <a:lnTo>
                    <a:pt x="421279" y="457171"/>
                  </a:lnTo>
                  <a:lnTo>
                    <a:pt x="422783" y="450663"/>
                  </a:lnTo>
                  <a:lnTo>
                    <a:pt x="423786" y="428135"/>
                  </a:lnTo>
                  <a:lnTo>
                    <a:pt x="424789" y="429136"/>
                  </a:lnTo>
                  <a:lnTo>
                    <a:pt x="425792" y="478197"/>
                  </a:lnTo>
                  <a:lnTo>
                    <a:pt x="427316" y="461176"/>
                  </a:lnTo>
                  <a:lnTo>
                    <a:pt x="428319" y="453166"/>
                  </a:lnTo>
                  <a:lnTo>
                    <a:pt x="429322" y="450663"/>
                  </a:lnTo>
                  <a:lnTo>
                    <a:pt x="430827" y="478197"/>
                  </a:lnTo>
                  <a:lnTo>
                    <a:pt x="431829" y="449662"/>
                  </a:lnTo>
                  <a:lnTo>
                    <a:pt x="432832" y="457171"/>
                  </a:lnTo>
                  <a:lnTo>
                    <a:pt x="434337" y="428135"/>
                  </a:lnTo>
                  <a:lnTo>
                    <a:pt x="435340" y="445657"/>
                  </a:lnTo>
                  <a:lnTo>
                    <a:pt x="436343" y="430137"/>
                  </a:lnTo>
                  <a:lnTo>
                    <a:pt x="437847" y="479699"/>
                  </a:lnTo>
                  <a:lnTo>
                    <a:pt x="438850" y="456170"/>
                  </a:lnTo>
                  <a:lnTo>
                    <a:pt x="439853" y="414117"/>
                  </a:lnTo>
                  <a:lnTo>
                    <a:pt x="441357" y="439649"/>
                  </a:lnTo>
                  <a:lnTo>
                    <a:pt x="442360" y="425632"/>
                  </a:lnTo>
                  <a:lnTo>
                    <a:pt x="443363" y="468185"/>
                  </a:lnTo>
                  <a:lnTo>
                    <a:pt x="444366" y="450663"/>
                  </a:lnTo>
                  <a:lnTo>
                    <a:pt x="445870" y="431639"/>
                  </a:lnTo>
                  <a:lnTo>
                    <a:pt x="446873" y="431639"/>
                  </a:lnTo>
                  <a:lnTo>
                    <a:pt x="447876" y="431639"/>
                  </a:lnTo>
                  <a:lnTo>
                    <a:pt x="449380" y="430137"/>
                  </a:lnTo>
                  <a:lnTo>
                    <a:pt x="450383" y="433642"/>
                  </a:lnTo>
                  <a:lnTo>
                    <a:pt x="451386" y="448160"/>
                  </a:lnTo>
                  <a:lnTo>
                    <a:pt x="452890" y="465181"/>
                  </a:lnTo>
                  <a:lnTo>
                    <a:pt x="453893" y="429136"/>
                  </a:lnTo>
                  <a:lnTo>
                    <a:pt x="454896" y="439649"/>
                  </a:lnTo>
                  <a:lnTo>
                    <a:pt x="456401" y="419124"/>
                  </a:lnTo>
                  <a:lnTo>
                    <a:pt x="457403" y="421627"/>
                  </a:lnTo>
                  <a:lnTo>
                    <a:pt x="458406" y="425632"/>
                  </a:lnTo>
                  <a:lnTo>
                    <a:pt x="459409" y="400587"/>
                  </a:lnTo>
                  <a:lnTo>
                    <a:pt x="460914" y="399586"/>
                  </a:lnTo>
                  <a:lnTo>
                    <a:pt x="461917" y="400587"/>
                  </a:lnTo>
                  <a:lnTo>
                    <a:pt x="462919" y="376056"/>
                  </a:lnTo>
                  <a:lnTo>
                    <a:pt x="464424" y="378560"/>
                  </a:lnTo>
                  <a:lnTo>
                    <a:pt x="465427" y="343015"/>
                  </a:lnTo>
                  <a:lnTo>
                    <a:pt x="466430" y="348522"/>
                  </a:lnTo>
                  <a:lnTo>
                    <a:pt x="467934" y="325994"/>
                  </a:lnTo>
                  <a:lnTo>
                    <a:pt x="468937" y="305448"/>
                  </a:lnTo>
                  <a:lnTo>
                    <a:pt x="469940" y="319466"/>
                  </a:lnTo>
                  <a:lnTo>
                    <a:pt x="471444" y="183783"/>
                  </a:lnTo>
                  <a:lnTo>
                    <a:pt x="472447" y="138206"/>
                  </a:lnTo>
                  <a:lnTo>
                    <a:pt x="473450" y="130696"/>
                  </a:lnTo>
                  <a:lnTo>
                    <a:pt x="474453" y="121685"/>
                  </a:lnTo>
                  <a:lnTo>
                    <a:pt x="475957" y="120684"/>
                  </a:lnTo>
                  <a:lnTo>
                    <a:pt x="476960" y="127192"/>
                  </a:lnTo>
                  <a:lnTo>
                    <a:pt x="477963" y="126691"/>
                  </a:lnTo>
                  <a:lnTo>
                    <a:pt x="479467" y="107167"/>
                  </a:lnTo>
                  <a:lnTo>
                    <a:pt x="480470" y="118681"/>
                  </a:lnTo>
                  <a:lnTo>
                    <a:pt x="481473" y="116679"/>
                  </a:lnTo>
                  <a:lnTo>
                    <a:pt x="482977" y="104163"/>
                  </a:lnTo>
                  <a:lnTo>
                    <a:pt x="483980" y="113675"/>
                  </a:lnTo>
                  <a:lnTo>
                    <a:pt x="484983" y="103162"/>
                  </a:lnTo>
                  <a:lnTo>
                    <a:pt x="486488" y="121685"/>
                  </a:lnTo>
                  <a:lnTo>
                    <a:pt x="487491" y="100158"/>
                  </a:lnTo>
                  <a:lnTo>
                    <a:pt x="488493" y="109169"/>
                  </a:lnTo>
                  <a:lnTo>
                    <a:pt x="489496" y="103162"/>
                  </a:lnTo>
                  <a:lnTo>
                    <a:pt x="491001" y="102161"/>
                  </a:lnTo>
                  <a:lnTo>
                    <a:pt x="492004" y="93149"/>
                  </a:lnTo>
                  <a:lnTo>
                    <a:pt x="493006" y="123187"/>
                  </a:lnTo>
                  <a:lnTo>
                    <a:pt x="494511" y="224333"/>
                  </a:lnTo>
                  <a:lnTo>
                    <a:pt x="495514" y="275411"/>
                  </a:lnTo>
                  <a:lnTo>
                    <a:pt x="496517" y="271406"/>
                  </a:lnTo>
                  <a:lnTo>
                    <a:pt x="498021" y="265398"/>
                  </a:lnTo>
                  <a:lnTo>
                    <a:pt x="499024" y="282419"/>
                  </a:lnTo>
                  <a:lnTo>
                    <a:pt x="500027" y="280917"/>
                  </a:lnTo>
                  <a:lnTo>
                    <a:pt x="501531" y="285924"/>
                  </a:lnTo>
                  <a:lnTo>
                    <a:pt x="502534" y="280917"/>
                  </a:lnTo>
                  <a:lnTo>
                    <a:pt x="503537" y="287926"/>
                  </a:lnTo>
                  <a:lnTo>
                    <a:pt x="504540" y="304948"/>
                  </a:lnTo>
                  <a:lnTo>
                    <a:pt x="506044" y="329498"/>
                  </a:lnTo>
                  <a:lnTo>
                    <a:pt x="507047" y="322990"/>
                  </a:lnTo>
                  <a:lnTo>
                    <a:pt x="508050" y="374054"/>
                  </a:lnTo>
                  <a:lnTo>
                    <a:pt x="509554" y="365043"/>
                  </a:lnTo>
                  <a:lnTo>
                    <a:pt x="510557" y="384066"/>
                  </a:lnTo>
                  <a:lnTo>
                    <a:pt x="511560" y="384567"/>
                  </a:lnTo>
                  <a:lnTo>
                    <a:pt x="513065" y="395080"/>
                  </a:lnTo>
                  <a:lnTo>
                    <a:pt x="514067" y="397583"/>
                  </a:lnTo>
                  <a:lnTo>
                    <a:pt x="515070" y="411614"/>
                  </a:lnTo>
                  <a:lnTo>
                    <a:pt x="516575" y="420125"/>
                  </a:lnTo>
                  <a:lnTo>
                    <a:pt x="517578" y="417121"/>
                  </a:lnTo>
                  <a:lnTo>
                    <a:pt x="518581" y="449662"/>
                  </a:lnTo>
                  <a:lnTo>
                    <a:pt x="519583" y="437146"/>
                  </a:lnTo>
                  <a:lnTo>
                    <a:pt x="521088" y="410613"/>
                  </a:lnTo>
                  <a:lnTo>
                    <a:pt x="522091" y="432641"/>
                  </a:lnTo>
                  <a:lnTo>
                    <a:pt x="523094" y="461176"/>
                  </a:lnTo>
                  <a:lnTo>
                    <a:pt x="524598" y="487229"/>
                  </a:lnTo>
                  <a:lnTo>
                    <a:pt x="525601" y="450663"/>
                  </a:lnTo>
                  <a:lnTo>
                    <a:pt x="526604" y="430137"/>
                  </a:lnTo>
                  <a:lnTo>
                    <a:pt x="528108" y="458673"/>
                  </a:lnTo>
                  <a:lnTo>
                    <a:pt x="529111" y="479699"/>
                  </a:lnTo>
                  <a:lnTo>
                    <a:pt x="530114" y="479699"/>
                  </a:lnTo>
                  <a:lnTo>
                    <a:pt x="531618" y="479699"/>
                  </a:lnTo>
                  <a:lnTo>
                    <a:pt x="532641" y="464180"/>
                  </a:lnTo>
                  <a:lnTo>
                    <a:pt x="533644" y="479699"/>
                  </a:lnTo>
                  <a:lnTo>
                    <a:pt x="534647" y="449662"/>
                  </a:lnTo>
                  <a:lnTo>
                    <a:pt x="536151" y="473692"/>
                  </a:lnTo>
                  <a:lnTo>
                    <a:pt x="537154" y="462678"/>
                  </a:lnTo>
                  <a:lnTo>
                    <a:pt x="538157" y="473692"/>
                  </a:lnTo>
                  <a:lnTo>
                    <a:pt x="539662" y="460175"/>
                  </a:lnTo>
                  <a:lnTo>
                    <a:pt x="540664" y="452165"/>
                  </a:lnTo>
                  <a:lnTo>
                    <a:pt x="541667" y="473692"/>
                  </a:lnTo>
                  <a:lnTo>
                    <a:pt x="543172" y="475194"/>
                  </a:lnTo>
                  <a:lnTo>
                    <a:pt x="544175" y="449662"/>
                  </a:lnTo>
                  <a:lnTo>
                    <a:pt x="545178" y="487229"/>
                  </a:lnTo>
                  <a:lnTo>
                    <a:pt x="546682" y="461176"/>
                  </a:lnTo>
                  <a:lnTo>
                    <a:pt x="547685" y="485727"/>
                  </a:lnTo>
                  <a:lnTo>
                    <a:pt x="548688" y="443154"/>
                  </a:lnTo>
                  <a:lnTo>
                    <a:pt x="550192" y="466683"/>
                  </a:lnTo>
                  <a:lnTo>
                    <a:pt x="551195" y="484225"/>
                  </a:lnTo>
                  <a:lnTo>
                    <a:pt x="552198" y="449662"/>
                  </a:lnTo>
                  <a:lnTo>
                    <a:pt x="553201" y="475194"/>
                  </a:lnTo>
                  <a:lnTo>
                    <a:pt x="554705" y="461176"/>
                  </a:lnTo>
                  <a:lnTo>
                    <a:pt x="555708" y="464180"/>
                  </a:lnTo>
                  <a:lnTo>
                    <a:pt x="556711" y="466683"/>
                  </a:lnTo>
                  <a:lnTo>
                    <a:pt x="558215" y="472190"/>
                  </a:lnTo>
                  <a:lnTo>
                    <a:pt x="559218" y="448160"/>
                  </a:lnTo>
                  <a:lnTo>
                    <a:pt x="560221" y="454668"/>
                  </a:lnTo>
                  <a:lnTo>
                    <a:pt x="561725" y="453166"/>
                  </a:lnTo>
                  <a:lnTo>
                    <a:pt x="562728" y="450663"/>
                  </a:lnTo>
                  <a:lnTo>
                    <a:pt x="563731" y="471189"/>
                  </a:lnTo>
                  <a:lnTo>
                    <a:pt x="565236" y="448160"/>
                  </a:lnTo>
                  <a:lnTo>
                    <a:pt x="566239" y="498243"/>
                  </a:lnTo>
                  <a:lnTo>
                    <a:pt x="567241" y="482723"/>
                  </a:lnTo>
                  <a:lnTo>
                    <a:pt x="568244" y="465181"/>
                  </a:lnTo>
                  <a:lnTo>
                    <a:pt x="569749" y="457171"/>
                  </a:lnTo>
                  <a:lnTo>
                    <a:pt x="570752" y="473692"/>
                  </a:lnTo>
                  <a:lnTo>
                    <a:pt x="571754" y="456170"/>
                  </a:lnTo>
                  <a:lnTo>
                    <a:pt x="573259" y="462678"/>
                  </a:lnTo>
                  <a:lnTo>
                    <a:pt x="574262" y="448160"/>
                  </a:lnTo>
                  <a:lnTo>
                    <a:pt x="575265" y="468185"/>
                  </a:lnTo>
                  <a:lnTo>
                    <a:pt x="576769" y="465181"/>
                  </a:lnTo>
                  <a:lnTo>
                    <a:pt x="577772" y="460175"/>
                  </a:lnTo>
                  <a:lnTo>
                    <a:pt x="578775" y="472190"/>
                  </a:lnTo>
                  <a:lnTo>
                    <a:pt x="580279" y="498243"/>
                  </a:lnTo>
                  <a:lnTo>
                    <a:pt x="581282" y="481201"/>
                  </a:lnTo>
                  <a:lnTo>
                    <a:pt x="582285" y="484225"/>
                  </a:lnTo>
                  <a:lnTo>
                    <a:pt x="583288" y="472190"/>
                  </a:lnTo>
                  <a:lnTo>
                    <a:pt x="584792" y="439649"/>
                  </a:lnTo>
                  <a:lnTo>
                    <a:pt x="585795" y="460175"/>
                  </a:lnTo>
                  <a:lnTo>
                    <a:pt x="586798" y="456170"/>
                  </a:lnTo>
                  <a:lnTo>
                    <a:pt x="588302" y="464180"/>
                  </a:lnTo>
                  <a:lnTo>
                    <a:pt x="589305" y="485727"/>
                  </a:lnTo>
                  <a:lnTo>
                    <a:pt x="590308" y="468185"/>
                  </a:lnTo>
                  <a:lnTo>
                    <a:pt x="591813" y="485727"/>
                  </a:lnTo>
                  <a:lnTo>
                    <a:pt x="592815" y="468185"/>
                  </a:lnTo>
                  <a:lnTo>
                    <a:pt x="593818" y="520771"/>
                  </a:lnTo>
                  <a:lnTo>
                    <a:pt x="595323" y="495239"/>
                  </a:lnTo>
                  <a:lnTo>
                    <a:pt x="596326" y="488731"/>
                  </a:lnTo>
                  <a:lnTo>
                    <a:pt x="597328" y="488731"/>
                  </a:lnTo>
                  <a:lnTo>
                    <a:pt x="598331" y="491734"/>
                  </a:lnTo>
                  <a:lnTo>
                    <a:pt x="599836" y="472190"/>
                  </a:lnTo>
                  <a:lnTo>
                    <a:pt x="600839" y="482723"/>
                  </a:lnTo>
                  <a:lnTo>
                    <a:pt x="601842" y="503249"/>
                  </a:lnTo>
                  <a:lnTo>
                    <a:pt x="603346" y="478197"/>
                  </a:lnTo>
                  <a:lnTo>
                    <a:pt x="604349" y="472190"/>
                  </a:lnTo>
                  <a:lnTo>
                    <a:pt x="605352" y="465181"/>
                  </a:lnTo>
                  <a:lnTo>
                    <a:pt x="606856" y="493236"/>
                  </a:lnTo>
                  <a:lnTo>
                    <a:pt x="607859" y="517266"/>
                  </a:lnTo>
                  <a:lnTo>
                    <a:pt x="608862" y="472190"/>
                  </a:lnTo>
                  <a:lnTo>
                    <a:pt x="610366" y="506753"/>
                  </a:lnTo>
                  <a:lnTo>
                    <a:pt x="611369" y="481201"/>
                  </a:lnTo>
                  <a:lnTo>
                    <a:pt x="612372" y="461176"/>
                  </a:lnTo>
                  <a:lnTo>
                    <a:pt x="613375" y="475194"/>
                  </a:lnTo>
                  <a:lnTo>
                    <a:pt x="614879" y="472190"/>
                  </a:lnTo>
                  <a:lnTo>
                    <a:pt x="615882" y="504751"/>
                  </a:lnTo>
                  <a:lnTo>
                    <a:pt x="616885" y="468185"/>
                  </a:lnTo>
                  <a:lnTo>
                    <a:pt x="618389" y="458673"/>
                  </a:lnTo>
                  <a:lnTo>
                    <a:pt x="619392" y="465181"/>
                  </a:lnTo>
                  <a:lnTo>
                    <a:pt x="620395" y="475194"/>
                  </a:lnTo>
                  <a:lnTo>
                    <a:pt x="621900" y="452165"/>
                  </a:lnTo>
                  <a:lnTo>
                    <a:pt x="622903" y="461176"/>
                  </a:lnTo>
                  <a:lnTo>
                    <a:pt x="623905" y="508255"/>
                  </a:lnTo>
                  <a:lnTo>
                    <a:pt x="625410" y="478197"/>
                  </a:lnTo>
                  <a:lnTo>
                    <a:pt x="626413" y="458673"/>
                  </a:lnTo>
                  <a:lnTo>
                    <a:pt x="627416" y="466683"/>
                  </a:lnTo>
                  <a:lnTo>
                    <a:pt x="628418" y="487229"/>
                  </a:lnTo>
                  <a:lnTo>
                    <a:pt x="629923" y="498243"/>
                  </a:lnTo>
                  <a:lnTo>
                    <a:pt x="630926" y="499744"/>
                  </a:lnTo>
                  <a:lnTo>
                    <a:pt x="631929" y="482723"/>
                  </a:lnTo>
                  <a:lnTo>
                    <a:pt x="633433" y="495239"/>
                  </a:lnTo>
                  <a:lnTo>
                    <a:pt x="634436" y="504751"/>
                  </a:lnTo>
                  <a:lnTo>
                    <a:pt x="635439" y="466683"/>
                  </a:lnTo>
                  <a:lnTo>
                    <a:pt x="636943" y="464180"/>
                  </a:lnTo>
                  <a:lnTo>
                    <a:pt x="637946" y="491734"/>
                  </a:lnTo>
                  <a:lnTo>
                    <a:pt x="638962" y="488731"/>
                  </a:lnTo>
                  <a:lnTo>
                    <a:pt x="640467" y="468185"/>
                  </a:lnTo>
                  <a:lnTo>
                    <a:pt x="641470" y="495239"/>
                  </a:lnTo>
                  <a:lnTo>
                    <a:pt x="642472" y="476696"/>
                  </a:lnTo>
                  <a:lnTo>
                    <a:pt x="643475" y="488731"/>
                  </a:lnTo>
                  <a:lnTo>
                    <a:pt x="644980" y="475194"/>
                  </a:lnTo>
                  <a:lnTo>
                    <a:pt x="645983" y="517266"/>
                  </a:lnTo>
                  <a:lnTo>
                    <a:pt x="646986" y="464180"/>
                  </a:lnTo>
                  <a:lnTo>
                    <a:pt x="648490" y="478197"/>
                  </a:lnTo>
                  <a:lnTo>
                    <a:pt x="649493" y="464180"/>
                  </a:lnTo>
                  <a:lnTo>
                    <a:pt x="650496" y="475194"/>
                  </a:lnTo>
                  <a:lnTo>
                    <a:pt x="652000" y="458673"/>
                  </a:lnTo>
                  <a:lnTo>
                    <a:pt x="653003" y="465181"/>
                  </a:lnTo>
                  <a:lnTo>
                    <a:pt x="654006" y="504751"/>
                  </a:lnTo>
                  <a:lnTo>
                    <a:pt x="655510" y="496741"/>
                  </a:lnTo>
                  <a:lnTo>
                    <a:pt x="656513" y="498243"/>
                  </a:lnTo>
                  <a:lnTo>
                    <a:pt x="657516" y="475194"/>
                  </a:lnTo>
                  <a:lnTo>
                    <a:pt x="658519" y="493236"/>
                  </a:lnTo>
                  <a:lnTo>
                    <a:pt x="660023" y="488731"/>
                  </a:lnTo>
                  <a:lnTo>
                    <a:pt x="661026" y="498243"/>
                  </a:lnTo>
                  <a:lnTo>
                    <a:pt x="662029" y="508255"/>
                  </a:lnTo>
                  <a:lnTo>
                    <a:pt x="663533" y="496741"/>
                  </a:lnTo>
                  <a:lnTo>
                    <a:pt x="664536" y="484225"/>
                  </a:lnTo>
                  <a:lnTo>
                    <a:pt x="665539" y="506753"/>
                  </a:lnTo>
                  <a:lnTo>
                    <a:pt x="667044" y="495239"/>
                  </a:lnTo>
                  <a:lnTo>
                    <a:pt x="668047" y="504751"/>
                  </a:lnTo>
                  <a:lnTo>
                    <a:pt x="669049" y="499744"/>
                  </a:lnTo>
                  <a:lnTo>
                    <a:pt x="670554" y="495239"/>
                  </a:lnTo>
                  <a:lnTo>
                    <a:pt x="671557" y="473692"/>
                  </a:lnTo>
                  <a:lnTo>
                    <a:pt x="672560" y="479699"/>
                  </a:lnTo>
                  <a:lnTo>
                    <a:pt x="674064" y="473692"/>
                  </a:lnTo>
                  <a:lnTo>
                    <a:pt x="675067" y="471189"/>
                  </a:lnTo>
                  <a:lnTo>
                    <a:pt x="676070" y="476696"/>
                  </a:lnTo>
                  <a:lnTo>
                    <a:pt x="677073" y="513261"/>
                  </a:lnTo>
                  <a:lnTo>
                    <a:pt x="678577" y="487229"/>
                  </a:lnTo>
                  <a:lnTo>
                    <a:pt x="679580" y="498243"/>
                  </a:lnTo>
                  <a:lnTo>
                    <a:pt x="680583" y="482723"/>
                  </a:lnTo>
                  <a:lnTo>
                    <a:pt x="682087" y="465181"/>
                  </a:lnTo>
                  <a:lnTo>
                    <a:pt x="683090" y="498243"/>
                  </a:lnTo>
                  <a:lnTo>
                    <a:pt x="684093" y="503249"/>
                  </a:lnTo>
                  <a:lnTo>
                    <a:pt x="685597" y="460175"/>
                  </a:lnTo>
                  <a:lnTo>
                    <a:pt x="686600" y="476696"/>
                  </a:lnTo>
                  <a:lnTo>
                    <a:pt x="687603" y="487229"/>
                  </a:lnTo>
                  <a:lnTo>
                    <a:pt x="689107" y="471189"/>
                  </a:lnTo>
                  <a:lnTo>
                    <a:pt x="690110" y="473692"/>
                  </a:lnTo>
                  <a:lnTo>
                    <a:pt x="691113" y="520771"/>
                  </a:lnTo>
                  <a:lnTo>
                    <a:pt x="692116" y="478197"/>
                  </a:lnTo>
                  <a:lnTo>
                    <a:pt x="693621" y="488731"/>
                  </a:lnTo>
                  <a:lnTo>
                    <a:pt x="694623" y="518768"/>
                  </a:lnTo>
                  <a:lnTo>
                    <a:pt x="695626" y="503249"/>
                  </a:lnTo>
                  <a:lnTo>
                    <a:pt x="697131" y="493236"/>
                  </a:lnTo>
                  <a:lnTo>
                    <a:pt x="698134" y="488731"/>
                  </a:lnTo>
                  <a:lnTo>
                    <a:pt x="699137" y="444656"/>
                  </a:lnTo>
                  <a:lnTo>
                    <a:pt x="700641" y="488731"/>
                  </a:lnTo>
                  <a:lnTo>
                    <a:pt x="701644" y="482723"/>
                  </a:lnTo>
                  <a:lnTo>
                    <a:pt x="702647" y="498243"/>
                  </a:lnTo>
                  <a:lnTo>
                    <a:pt x="704151" y="520771"/>
                  </a:lnTo>
                  <a:lnTo>
                    <a:pt x="705154" y="476696"/>
                  </a:lnTo>
                  <a:lnTo>
                    <a:pt x="706157" y="506753"/>
                  </a:lnTo>
                  <a:lnTo>
                    <a:pt x="707160" y="513261"/>
                  </a:lnTo>
                  <a:lnTo>
                    <a:pt x="708664" y="522273"/>
                  </a:lnTo>
                  <a:lnTo>
                    <a:pt x="709667" y="496741"/>
                  </a:lnTo>
                  <a:lnTo>
                    <a:pt x="710670" y="460175"/>
                  </a:lnTo>
                  <a:lnTo>
                    <a:pt x="712174" y="498243"/>
                  </a:lnTo>
                  <a:lnTo>
                    <a:pt x="713177" y="479699"/>
                  </a:lnTo>
                  <a:lnTo>
                    <a:pt x="714180" y="485727"/>
                  </a:lnTo>
                  <a:lnTo>
                    <a:pt x="715684" y="472190"/>
                  </a:lnTo>
                  <a:lnTo>
                    <a:pt x="716687" y="488731"/>
                  </a:lnTo>
                  <a:lnTo>
                    <a:pt x="717690" y="450663"/>
                  </a:lnTo>
                  <a:lnTo>
                    <a:pt x="719195" y="450663"/>
                  </a:lnTo>
                  <a:lnTo>
                    <a:pt x="720197" y="456170"/>
                  </a:lnTo>
                  <a:lnTo>
                    <a:pt x="721200" y="418122"/>
                  </a:lnTo>
                  <a:lnTo>
                    <a:pt x="722203" y="400587"/>
                  </a:lnTo>
                  <a:lnTo>
                    <a:pt x="723708" y="388572"/>
                  </a:lnTo>
                  <a:lnTo>
                    <a:pt x="724711" y="373553"/>
                  </a:lnTo>
                  <a:lnTo>
                    <a:pt x="725713" y="340011"/>
                  </a:lnTo>
                  <a:lnTo>
                    <a:pt x="727218" y="348021"/>
                  </a:lnTo>
                  <a:lnTo>
                    <a:pt x="728221" y="303446"/>
                  </a:lnTo>
                  <a:lnTo>
                    <a:pt x="729224" y="292432"/>
                  </a:lnTo>
                  <a:lnTo>
                    <a:pt x="730728" y="293934"/>
                  </a:lnTo>
                  <a:lnTo>
                    <a:pt x="731731" y="282419"/>
                  </a:lnTo>
                  <a:lnTo>
                    <a:pt x="732734" y="274910"/>
                  </a:lnTo>
                  <a:lnTo>
                    <a:pt x="734238" y="260892"/>
                  </a:lnTo>
                  <a:lnTo>
                    <a:pt x="735241" y="244872"/>
                  </a:lnTo>
                  <a:lnTo>
                    <a:pt x="736244" y="230341"/>
                  </a:lnTo>
                  <a:lnTo>
                    <a:pt x="737247" y="251881"/>
                  </a:lnTo>
                  <a:lnTo>
                    <a:pt x="738751" y="247876"/>
                  </a:lnTo>
                  <a:lnTo>
                    <a:pt x="739754" y="253884"/>
                  </a:lnTo>
                  <a:lnTo>
                    <a:pt x="740757" y="233345"/>
                  </a:lnTo>
                  <a:lnTo>
                    <a:pt x="742261" y="246374"/>
                  </a:lnTo>
                  <a:lnTo>
                    <a:pt x="743264" y="252882"/>
                  </a:lnTo>
                  <a:lnTo>
                    <a:pt x="744267" y="241869"/>
                  </a:lnTo>
                  <a:lnTo>
                    <a:pt x="745792" y="249879"/>
                  </a:lnTo>
                  <a:lnTo>
                    <a:pt x="746794" y="270404"/>
                  </a:lnTo>
                  <a:lnTo>
                    <a:pt x="747797" y="283921"/>
                  </a:lnTo>
                  <a:lnTo>
                    <a:pt x="749302" y="277413"/>
                  </a:lnTo>
                  <a:lnTo>
                    <a:pt x="750305" y="311956"/>
                  </a:lnTo>
                  <a:lnTo>
                    <a:pt x="751307" y="324993"/>
                  </a:lnTo>
                  <a:lnTo>
                    <a:pt x="752310" y="329498"/>
                  </a:lnTo>
                  <a:lnTo>
                    <a:pt x="753815" y="356532"/>
                  </a:lnTo>
                  <a:lnTo>
                    <a:pt x="754818" y="370049"/>
                  </a:lnTo>
                  <a:lnTo>
                    <a:pt x="755821" y="388572"/>
                  </a:lnTo>
                  <a:lnTo>
                    <a:pt x="757325" y="431639"/>
                  </a:lnTo>
                  <a:lnTo>
                    <a:pt x="758328" y="443154"/>
                  </a:lnTo>
                  <a:lnTo>
                    <a:pt x="759331" y="438648"/>
                  </a:lnTo>
                  <a:lnTo>
                    <a:pt x="760835" y="469687"/>
                  </a:lnTo>
                  <a:lnTo>
                    <a:pt x="761838" y="476696"/>
                  </a:lnTo>
                  <a:lnTo>
                    <a:pt x="762841" y="473692"/>
                  </a:lnTo>
                  <a:lnTo>
                    <a:pt x="764345" y="464180"/>
                  </a:lnTo>
                  <a:lnTo>
                    <a:pt x="765348" y="472190"/>
                  </a:lnTo>
                  <a:lnTo>
                    <a:pt x="766351" y="479699"/>
                  </a:lnTo>
                  <a:lnTo>
                    <a:pt x="767354" y="498243"/>
                  </a:lnTo>
                  <a:lnTo>
                    <a:pt x="768858" y="504751"/>
                  </a:lnTo>
                  <a:lnTo>
                    <a:pt x="769861" y="528280"/>
                  </a:lnTo>
                  <a:lnTo>
                    <a:pt x="770864" y="501747"/>
                  </a:lnTo>
                  <a:lnTo>
                    <a:pt x="772368" y="495239"/>
                  </a:lnTo>
                  <a:lnTo>
                    <a:pt x="773371" y="518768"/>
                  </a:lnTo>
                  <a:lnTo>
                    <a:pt x="774374" y="501747"/>
                  </a:lnTo>
                  <a:lnTo>
                    <a:pt x="775879" y="490233"/>
                  </a:lnTo>
                  <a:lnTo>
                    <a:pt x="776882" y="506753"/>
                  </a:lnTo>
                  <a:lnTo>
                    <a:pt x="777884" y="528280"/>
                  </a:lnTo>
                  <a:lnTo>
                    <a:pt x="779389" y="496741"/>
                  </a:lnTo>
                  <a:lnTo>
                    <a:pt x="780392" y="513261"/>
                  </a:lnTo>
                  <a:lnTo>
                    <a:pt x="781395" y="484225"/>
                  </a:lnTo>
                  <a:lnTo>
                    <a:pt x="782398" y="533787"/>
                  </a:lnTo>
                  <a:lnTo>
                    <a:pt x="783902" y="496741"/>
                  </a:lnTo>
                  <a:lnTo>
                    <a:pt x="784905" y="513261"/>
                  </a:lnTo>
                  <a:lnTo>
                    <a:pt x="785908" y="503249"/>
                  </a:lnTo>
                  <a:lnTo>
                    <a:pt x="787412" y="501747"/>
                  </a:lnTo>
                  <a:lnTo>
                    <a:pt x="788415" y="503249"/>
                  </a:lnTo>
                  <a:lnTo>
                    <a:pt x="789418" y="498243"/>
                  </a:lnTo>
                  <a:lnTo>
                    <a:pt x="790922" y="504751"/>
                  </a:lnTo>
                  <a:lnTo>
                    <a:pt x="791925" y="503249"/>
                  </a:lnTo>
                  <a:lnTo>
                    <a:pt x="792921" y="501747"/>
                  </a:lnTo>
                  <a:lnTo>
                    <a:pt x="794426" y="478197"/>
                  </a:lnTo>
                  <a:lnTo>
                    <a:pt x="795429" y="515264"/>
                  </a:lnTo>
                  <a:lnTo>
                    <a:pt x="796431" y="495239"/>
                  </a:lnTo>
                  <a:lnTo>
                    <a:pt x="797936" y="543800"/>
                  </a:lnTo>
                  <a:lnTo>
                    <a:pt x="798939" y="496741"/>
                  </a:lnTo>
                  <a:lnTo>
                    <a:pt x="799942" y="518768"/>
                  </a:lnTo>
                  <a:lnTo>
                    <a:pt x="800945" y="517266"/>
                  </a:lnTo>
                  <a:lnTo>
                    <a:pt x="802449" y="499744"/>
                  </a:lnTo>
                  <a:lnTo>
                    <a:pt x="803452" y="513261"/>
                  </a:lnTo>
                  <a:lnTo>
                    <a:pt x="804455" y="520771"/>
                  </a:lnTo>
                  <a:lnTo>
                    <a:pt x="805959" y="552310"/>
                  </a:lnTo>
                  <a:lnTo>
                    <a:pt x="806962" y="503249"/>
                  </a:lnTo>
                  <a:lnTo>
                    <a:pt x="807965" y="501747"/>
                  </a:lnTo>
                  <a:lnTo>
                    <a:pt x="809469" y="487229"/>
                  </a:lnTo>
                </a:path>
                <a:path w="2200275" h="675005">
                  <a:moveTo>
                    <a:pt x="809469" y="487229"/>
                  </a:moveTo>
                  <a:lnTo>
                    <a:pt x="810472" y="515264"/>
                  </a:lnTo>
                  <a:lnTo>
                    <a:pt x="811475" y="509757"/>
                  </a:lnTo>
                  <a:lnTo>
                    <a:pt x="812979" y="491734"/>
                  </a:lnTo>
                  <a:lnTo>
                    <a:pt x="813982" y="531784"/>
                  </a:lnTo>
                  <a:lnTo>
                    <a:pt x="814985" y="498243"/>
                  </a:lnTo>
                  <a:lnTo>
                    <a:pt x="815988" y="498243"/>
                  </a:lnTo>
                  <a:lnTo>
                    <a:pt x="817492" y="539795"/>
                  </a:lnTo>
                  <a:lnTo>
                    <a:pt x="818495" y="515264"/>
                  </a:lnTo>
                  <a:lnTo>
                    <a:pt x="819498" y="506753"/>
                  </a:lnTo>
                  <a:lnTo>
                    <a:pt x="821003" y="548305"/>
                  </a:lnTo>
                  <a:lnTo>
                    <a:pt x="822005" y="541797"/>
                  </a:lnTo>
                  <a:lnTo>
                    <a:pt x="823008" y="524275"/>
                  </a:lnTo>
                  <a:lnTo>
                    <a:pt x="824513" y="528280"/>
                  </a:lnTo>
                  <a:lnTo>
                    <a:pt x="825516" y="498243"/>
                  </a:lnTo>
                  <a:lnTo>
                    <a:pt x="826519" y="526278"/>
                  </a:lnTo>
                  <a:lnTo>
                    <a:pt x="828023" y="493236"/>
                  </a:lnTo>
                  <a:lnTo>
                    <a:pt x="829026" y="556816"/>
                  </a:lnTo>
                  <a:lnTo>
                    <a:pt x="830029" y="493236"/>
                  </a:lnTo>
                  <a:lnTo>
                    <a:pt x="831032" y="513261"/>
                  </a:lnTo>
                  <a:lnTo>
                    <a:pt x="832536" y="518768"/>
                  </a:lnTo>
                  <a:lnTo>
                    <a:pt x="833539" y="528280"/>
                  </a:lnTo>
                  <a:lnTo>
                    <a:pt x="834542" y="513261"/>
                  </a:lnTo>
                  <a:lnTo>
                    <a:pt x="836046" y="518768"/>
                  </a:lnTo>
                  <a:lnTo>
                    <a:pt x="837049" y="554813"/>
                  </a:lnTo>
                  <a:lnTo>
                    <a:pt x="838052" y="506753"/>
                  </a:lnTo>
                  <a:lnTo>
                    <a:pt x="839556" y="498243"/>
                  </a:lnTo>
                  <a:lnTo>
                    <a:pt x="840559" y="517266"/>
                  </a:lnTo>
                  <a:lnTo>
                    <a:pt x="841562" y="528280"/>
                  </a:lnTo>
                  <a:lnTo>
                    <a:pt x="843066" y="531784"/>
                  </a:lnTo>
                  <a:lnTo>
                    <a:pt x="844069" y="517266"/>
                  </a:lnTo>
                  <a:lnTo>
                    <a:pt x="845072" y="520771"/>
                  </a:lnTo>
                  <a:lnTo>
                    <a:pt x="846075" y="517266"/>
                  </a:lnTo>
                  <a:lnTo>
                    <a:pt x="847580" y="526278"/>
                  </a:lnTo>
                  <a:lnTo>
                    <a:pt x="848582" y="518768"/>
                  </a:lnTo>
                  <a:lnTo>
                    <a:pt x="849585" y="520771"/>
                  </a:lnTo>
                  <a:lnTo>
                    <a:pt x="851110" y="517266"/>
                  </a:lnTo>
                  <a:lnTo>
                    <a:pt x="852113" y="513261"/>
                  </a:lnTo>
                  <a:lnTo>
                    <a:pt x="853116" y="533787"/>
                  </a:lnTo>
                  <a:lnTo>
                    <a:pt x="854620" y="515264"/>
                  </a:lnTo>
                  <a:lnTo>
                    <a:pt x="855623" y="504751"/>
                  </a:lnTo>
                  <a:lnTo>
                    <a:pt x="856626" y="530283"/>
                  </a:lnTo>
                  <a:lnTo>
                    <a:pt x="858130" y="496741"/>
                  </a:lnTo>
                  <a:lnTo>
                    <a:pt x="859133" y="511759"/>
                  </a:lnTo>
                  <a:lnTo>
                    <a:pt x="860136" y="530283"/>
                  </a:lnTo>
                  <a:lnTo>
                    <a:pt x="861139" y="531784"/>
                  </a:lnTo>
                  <a:lnTo>
                    <a:pt x="862643" y="522273"/>
                  </a:lnTo>
                  <a:lnTo>
                    <a:pt x="863646" y="552310"/>
                  </a:lnTo>
                  <a:lnTo>
                    <a:pt x="864649" y="535790"/>
                  </a:lnTo>
                  <a:lnTo>
                    <a:pt x="866153" y="554813"/>
                  </a:lnTo>
                  <a:lnTo>
                    <a:pt x="867156" y="539795"/>
                  </a:lnTo>
                  <a:lnTo>
                    <a:pt x="868159" y="493236"/>
                  </a:lnTo>
                  <a:lnTo>
                    <a:pt x="869663" y="503249"/>
                  </a:lnTo>
                  <a:lnTo>
                    <a:pt x="870666" y="539795"/>
                  </a:lnTo>
                  <a:lnTo>
                    <a:pt x="871669" y="515264"/>
                  </a:lnTo>
                  <a:lnTo>
                    <a:pt x="873174" y="533787"/>
                  </a:lnTo>
                  <a:lnTo>
                    <a:pt x="874176" y="520771"/>
                  </a:lnTo>
                  <a:lnTo>
                    <a:pt x="875179" y="531784"/>
                  </a:lnTo>
                  <a:lnTo>
                    <a:pt x="876182" y="522273"/>
                  </a:lnTo>
                  <a:lnTo>
                    <a:pt x="877687" y="550308"/>
                  </a:lnTo>
                  <a:lnTo>
                    <a:pt x="878690" y="528280"/>
                  </a:lnTo>
                  <a:lnTo>
                    <a:pt x="879692" y="491734"/>
                  </a:lnTo>
                  <a:lnTo>
                    <a:pt x="881197" y="561321"/>
                  </a:lnTo>
                  <a:lnTo>
                    <a:pt x="882200" y="556816"/>
                  </a:lnTo>
                  <a:lnTo>
                    <a:pt x="883203" y="504751"/>
                  </a:lnTo>
                  <a:lnTo>
                    <a:pt x="884707" y="526278"/>
                  </a:lnTo>
                  <a:lnTo>
                    <a:pt x="885710" y="554813"/>
                  </a:lnTo>
                  <a:lnTo>
                    <a:pt x="886713" y="550308"/>
                  </a:lnTo>
                  <a:lnTo>
                    <a:pt x="888217" y="508255"/>
                  </a:lnTo>
                  <a:lnTo>
                    <a:pt x="889220" y="552310"/>
                  </a:lnTo>
                  <a:lnTo>
                    <a:pt x="890223" y="495239"/>
                  </a:lnTo>
                  <a:lnTo>
                    <a:pt x="891226" y="545802"/>
                  </a:lnTo>
                  <a:lnTo>
                    <a:pt x="892730" y="517266"/>
                  </a:lnTo>
                  <a:lnTo>
                    <a:pt x="893733" y="556816"/>
                  </a:lnTo>
                  <a:lnTo>
                    <a:pt x="894736" y="524275"/>
                  </a:lnTo>
                  <a:lnTo>
                    <a:pt x="896240" y="504751"/>
                  </a:lnTo>
                  <a:lnTo>
                    <a:pt x="897243" y="513261"/>
                  </a:lnTo>
                  <a:lnTo>
                    <a:pt x="898246" y="522273"/>
                  </a:lnTo>
                  <a:lnTo>
                    <a:pt x="899751" y="528280"/>
                  </a:lnTo>
                  <a:lnTo>
                    <a:pt x="900753" y="543800"/>
                  </a:lnTo>
                  <a:lnTo>
                    <a:pt x="901756" y="517266"/>
                  </a:lnTo>
                  <a:lnTo>
                    <a:pt x="903261" y="526278"/>
                  </a:lnTo>
                  <a:lnTo>
                    <a:pt x="904264" y="498243"/>
                  </a:lnTo>
                  <a:lnTo>
                    <a:pt x="905266" y="511759"/>
                  </a:lnTo>
                  <a:lnTo>
                    <a:pt x="906269" y="543800"/>
                  </a:lnTo>
                  <a:lnTo>
                    <a:pt x="907774" y="491734"/>
                  </a:lnTo>
                  <a:lnTo>
                    <a:pt x="908777" y="550308"/>
                  </a:lnTo>
                  <a:lnTo>
                    <a:pt x="909780" y="552310"/>
                  </a:lnTo>
                  <a:lnTo>
                    <a:pt x="911284" y="545802"/>
                  </a:lnTo>
                  <a:lnTo>
                    <a:pt x="912287" y="513261"/>
                  </a:lnTo>
                  <a:lnTo>
                    <a:pt x="913290" y="504751"/>
                  </a:lnTo>
                  <a:lnTo>
                    <a:pt x="914794" y="568344"/>
                  </a:lnTo>
                  <a:lnTo>
                    <a:pt x="915797" y="511759"/>
                  </a:lnTo>
                  <a:lnTo>
                    <a:pt x="916800" y="504751"/>
                  </a:lnTo>
                  <a:lnTo>
                    <a:pt x="918304" y="537792"/>
                  </a:lnTo>
                  <a:lnTo>
                    <a:pt x="919307" y="570346"/>
                  </a:lnTo>
                  <a:lnTo>
                    <a:pt x="920310" y="517266"/>
                  </a:lnTo>
                  <a:lnTo>
                    <a:pt x="921814" y="506753"/>
                  </a:lnTo>
                  <a:lnTo>
                    <a:pt x="922817" y="528280"/>
                  </a:lnTo>
                  <a:lnTo>
                    <a:pt x="923820" y="504751"/>
                  </a:lnTo>
                  <a:lnTo>
                    <a:pt x="924823" y="533787"/>
                  </a:lnTo>
                  <a:lnTo>
                    <a:pt x="926327" y="539795"/>
                  </a:lnTo>
                  <a:lnTo>
                    <a:pt x="927330" y="520771"/>
                  </a:lnTo>
                  <a:lnTo>
                    <a:pt x="928333" y="556816"/>
                  </a:lnTo>
                  <a:lnTo>
                    <a:pt x="929838" y="520771"/>
                  </a:lnTo>
                  <a:lnTo>
                    <a:pt x="930841" y="539795"/>
                  </a:lnTo>
                  <a:lnTo>
                    <a:pt x="931843" y="526278"/>
                  </a:lnTo>
                  <a:lnTo>
                    <a:pt x="933348" y="561321"/>
                  </a:lnTo>
                  <a:lnTo>
                    <a:pt x="934351" y="537792"/>
                  </a:lnTo>
                  <a:lnTo>
                    <a:pt x="935354" y="533787"/>
                  </a:lnTo>
                  <a:lnTo>
                    <a:pt x="936858" y="520771"/>
                  </a:lnTo>
                  <a:lnTo>
                    <a:pt x="937861" y="526278"/>
                  </a:lnTo>
                  <a:lnTo>
                    <a:pt x="938864" y="526278"/>
                  </a:lnTo>
                  <a:lnTo>
                    <a:pt x="939867" y="535790"/>
                  </a:lnTo>
                  <a:lnTo>
                    <a:pt x="941371" y="491734"/>
                  </a:lnTo>
                  <a:lnTo>
                    <a:pt x="942374" y="533787"/>
                  </a:lnTo>
                  <a:lnTo>
                    <a:pt x="943377" y="513261"/>
                  </a:lnTo>
                  <a:lnTo>
                    <a:pt x="944881" y="543800"/>
                  </a:lnTo>
                  <a:lnTo>
                    <a:pt x="945884" y="490233"/>
                  </a:lnTo>
                  <a:lnTo>
                    <a:pt x="946887" y="509757"/>
                  </a:lnTo>
                  <a:lnTo>
                    <a:pt x="948391" y="509757"/>
                  </a:lnTo>
                  <a:lnTo>
                    <a:pt x="949394" y="520771"/>
                  </a:lnTo>
                  <a:lnTo>
                    <a:pt x="950397" y="535790"/>
                  </a:lnTo>
                  <a:lnTo>
                    <a:pt x="951901" y="537792"/>
                  </a:lnTo>
                  <a:lnTo>
                    <a:pt x="952904" y="520771"/>
                  </a:lnTo>
                  <a:lnTo>
                    <a:pt x="953907" y="543800"/>
                  </a:lnTo>
                  <a:lnTo>
                    <a:pt x="954910" y="496741"/>
                  </a:lnTo>
                  <a:lnTo>
                    <a:pt x="956428" y="548305"/>
                  </a:lnTo>
                  <a:lnTo>
                    <a:pt x="957431" y="517266"/>
                  </a:lnTo>
                  <a:lnTo>
                    <a:pt x="958434" y="577855"/>
                  </a:lnTo>
                  <a:lnTo>
                    <a:pt x="959938" y="526278"/>
                  </a:lnTo>
                  <a:lnTo>
                    <a:pt x="960941" y="498243"/>
                  </a:lnTo>
                  <a:lnTo>
                    <a:pt x="961944" y="530283"/>
                  </a:lnTo>
                  <a:lnTo>
                    <a:pt x="963448" y="509757"/>
                  </a:lnTo>
                  <a:lnTo>
                    <a:pt x="964451" y="533787"/>
                  </a:lnTo>
                  <a:lnTo>
                    <a:pt x="965454" y="543800"/>
                  </a:lnTo>
                  <a:lnTo>
                    <a:pt x="966958" y="520771"/>
                  </a:lnTo>
                  <a:lnTo>
                    <a:pt x="967961" y="531784"/>
                  </a:lnTo>
                  <a:lnTo>
                    <a:pt x="968964" y="511759"/>
                  </a:lnTo>
                  <a:lnTo>
                    <a:pt x="969967" y="558818"/>
                  </a:lnTo>
                  <a:lnTo>
                    <a:pt x="971471" y="548305"/>
                  </a:lnTo>
                  <a:lnTo>
                    <a:pt x="972474" y="537792"/>
                  </a:lnTo>
                  <a:lnTo>
                    <a:pt x="973477" y="524275"/>
                  </a:lnTo>
                  <a:lnTo>
                    <a:pt x="974982" y="524275"/>
                  </a:lnTo>
                  <a:lnTo>
                    <a:pt x="975985" y="552310"/>
                  </a:lnTo>
                  <a:lnTo>
                    <a:pt x="976987" y="526278"/>
                  </a:lnTo>
                  <a:lnTo>
                    <a:pt x="978492" y="526278"/>
                  </a:lnTo>
                  <a:lnTo>
                    <a:pt x="979495" y="526278"/>
                  </a:lnTo>
                  <a:lnTo>
                    <a:pt x="980498" y="543800"/>
                  </a:lnTo>
                  <a:lnTo>
                    <a:pt x="982002" y="572849"/>
                  </a:lnTo>
                  <a:lnTo>
                    <a:pt x="983005" y="537792"/>
                  </a:lnTo>
                  <a:lnTo>
                    <a:pt x="984008" y="543800"/>
                  </a:lnTo>
                  <a:lnTo>
                    <a:pt x="985011" y="526278"/>
                  </a:lnTo>
                  <a:lnTo>
                    <a:pt x="986515" y="554813"/>
                  </a:lnTo>
                  <a:lnTo>
                    <a:pt x="987518" y="556816"/>
                  </a:lnTo>
                  <a:lnTo>
                    <a:pt x="988521" y="504751"/>
                  </a:lnTo>
                  <a:lnTo>
                    <a:pt x="990025" y="504751"/>
                  </a:lnTo>
                  <a:lnTo>
                    <a:pt x="991028" y="539795"/>
                  </a:lnTo>
                  <a:lnTo>
                    <a:pt x="992031" y="504751"/>
                  </a:lnTo>
                  <a:lnTo>
                    <a:pt x="993535" y="530283"/>
                  </a:lnTo>
                  <a:lnTo>
                    <a:pt x="994538" y="515264"/>
                  </a:lnTo>
                  <a:lnTo>
                    <a:pt x="995541" y="535790"/>
                  </a:lnTo>
                  <a:lnTo>
                    <a:pt x="997045" y="528280"/>
                  </a:lnTo>
                  <a:lnTo>
                    <a:pt x="998048" y="515264"/>
                  </a:lnTo>
                  <a:lnTo>
                    <a:pt x="999051" y="558818"/>
                  </a:lnTo>
                  <a:lnTo>
                    <a:pt x="1000054" y="550308"/>
                  </a:lnTo>
                  <a:lnTo>
                    <a:pt x="1001559" y="580359"/>
                  </a:lnTo>
                  <a:lnTo>
                    <a:pt x="1002561" y="561321"/>
                  </a:lnTo>
                  <a:lnTo>
                    <a:pt x="1003564" y="517266"/>
                  </a:lnTo>
                  <a:lnTo>
                    <a:pt x="1005069" y="531784"/>
                  </a:lnTo>
                  <a:lnTo>
                    <a:pt x="1006072" y="508255"/>
                  </a:lnTo>
                  <a:lnTo>
                    <a:pt x="1007075" y="522273"/>
                  </a:lnTo>
                  <a:lnTo>
                    <a:pt x="1008579" y="543800"/>
                  </a:lnTo>
                  <a:lnTo>
                    <a:pt x="1009582" y="493236"/>
                  </a:lnTo>
                  <a:lnTo>
                    <a:pt x="1010585" y="545802"/>
                  </a:lnTo>
                  <a:lnTo>
                    <a:pt x="1012089" y="495239"/>
                  </a:lnTo>
                  <a:lnTo>
                    <a:pt x="1013092" y="528280"/>
                  </a:lnTo>
                  <a:lnTo>
                    <a:pt x="1014095" y="524275"/>
                  </a:lnTo>
                  <a:lnTo>
                    <a:pt x="1015098" y="530283"/>
                  </a:lnTo>
                  <a:lnTo>
                    <a:pt x="1016602" y="520771"/>
                  </a:lnTo>
                  <a:lnTo>
                    <a:pt x="1017605" y="518768"/>
                  </a:lnTo>
                  <a:lnTo>
                    <a:pt x="1018608" y="533787"/>
                  </a:lnTo>
                  <a:lnTo>
                    <a:pt x="1020112" y="548305"/>
                  </a:lnTo>
                  <a:lnTo>
                    <a:pt x="1021115" y="501747"/>
                  </a:lnTo>
                  <a:lnTo>
                    <a:pt x="1022118" y="506753"/>
                  </a:lnTo>
                  <a:lnTo>
                    <a:pt x="1023622" y="471189"/>
                  </a:lnTo>
                  <a:lnTo>
                    <a:pt x="1024625" y="504751"/>
                  </a:lnTo>
                  <a:lnTo>
                    <a:pt x="1025628" y="488731"/>
                  </a:lnTo>
                  <a:lnTo>
                    <a:pt x="1027133" y="469687"/>
                  </a:lnTo>
                  <a:lnTo>
                    <a:pt x="1028135" y="450663"/>
                  </a:lnTo>
                  <a:lnTo>
                    <a:pt x="1029138" y="443154"/>
                  </a:lnTo>
                  <a:lnTo>
                    <a:pt x="1030141" y="464180"/>
                  </a:lnTo>
                  <a:lnTo>
                    <a:pt x="1031646" y="452165"/>
                  </a:lnTo>
                  <a:lnTo>
                    <a:pt x="1032649" y="414117"/>
                  </a:lnTo>
                  <a:lnTo>
                    <a:pt x="1033651" y="406608"/>
                  </a:lnTo>
                  <a:lnTo>
                    <a:pt x="1035156" y="387571"/>
                  </a:lnTo>
                  <a:lnTo>
                    <a:pt x="1036159" y="369048"/>
                  </a:lnTo>
                  <a:lnTo>
                    <a:pt x="1037162" y="335506"/>
                  </a:lnTo>
                  <a:lnTo>
                    <a:pt x="1038666" y="347020"/>
                  </a:lnTo>
                  <a:lnTo>
                    <a:pt x="1039669" y="341513"/>
                  </a:lnTo>
                  <a:lnTo>
                    <a:pt x="1040672" y="305949"/>
                  </a:lnTo>
                  <a:lnTo>
                    <a:pt x="1042176" y="303446"/>
                  </a:lnTo>
                  <a:lnTo>
                    <a:pt x="1043179" y="273408"/>
                  </a:lnTo>
                  <a:lnTo>
                    <a:pt x="1044182" y="281418"/>
                  </a:lnTo>
                  <a:lnTo>
                    <a:pt x="1045686" y="274409"/>
                  </a:lnTo>
                  <a:lnTo>
                    <a:pt x="1046689" y="252382"/>
                  </a:lnTo>
                  <a:lnTo>
                    <a:pt x="1047692" y="244872"/>
                  </a:lnTo>
                  <a:lnTo>
                    <a:pt x="1048695" y="253383"/>
                  </a:lnTo>
                  <a:lnTo>
                    <a:pt x="1050199" y="235848"/>
                  </a:lnTo>
                  <a:lnTo>
                    <a:pt x="1051202" y="219327"/>
                  </a:lnTo>
                  <a:lnTo>
                    <a:pt x="1052205" y="225335"/>
                  </a:lnTo>
                  <a:lnTo>
                    <a:pt x="1053709" y="226336"/>
                  </a:lnTo>
                  <a:lnTo>
                    <a:pt x="1054712" y="205810"/>
                  </a:lnTo>
                  <a:lnTo>
                    <a:pt x="1055715" y="223332"/>
                  </a:lnTo>
                  <a:lnTo>
                    <a:pt x="1057220" y="206811"/>
                  </a:lnTo>
                  <a:lnTo>
                    <a:pt x="1058223" y="223332"/>
                  </a:lnTo>
                  <a:lnTo>
                    <a:pt x="1059225" y="235347"/>
                  </a:lnTo>
                  <a:lnTo>
                    <a:pt x="1060730" y="215322"/>
                  </a:lnTo>
                  <a:lnTo>
                    <a:pt x="1061733" y="230842"/>
                  </a:lnTo>
                  <a:lnTo>
                    <a:pt x="1062756" y="247376"/>
                  </a:lnTo>
                  <a:lnTo>
                    <a:pt x="1063759" y="258890"/>
                  </a:lnTo>
                  <a:lnTo>
                    <a:pt x="1065263" y="251381"/>
                  </a:lnTo>
                  <a:lnTo>
                    <a:pt x="1066266" y="257388"/>
                  </a:lnTo>
                  <a:lnTo>
                    <a:pt x="1067269" y="259891"/>
                  </a:lnTo>
                  <a:lnTo>
                    <a:pt x="1068773" y="271906"/>
                  </a:lnTo>
                  <a:lnTo>
                    <a:pt x="1069776" y="270404"/>
                  </a:lnTo>
                  <a:lnTo>
                    <a:pt x="1070779" y="289428"/>
                  </a:lnTo>
                  <a:lnTo>
                    <a:pt x="1072283" y="298940"/>
                  </a:lnTo>
                  <a:lnTo>
                    <a:pt x="1073286" y="303446"/>
                  </a:lnTo>
                  <a:lnTo>
                    <a:pt x="1074289" y="313458"/>
                  </a:lnTo>
                  <a:lnTo>
                    <a:pt x="1075793" y="323491"/>
                  </a:lnTo>
                  <a:lnTo>
                    <a:pt x="1076796" y="359536"/>
                  </a:lnTo>
                  <a:lnTo>
                    <a:pt x="1077799" y="366044"/>
                  </a:lnTo>
                  <a:lnTo>
                    <a:pt x="1078802" y="384066"/>
                  </a:lnTo>
                  <a:lnTo>
                    <a:pt x="1080306" y="405607"/>
                  </a:lnTo>
                  <a:lnTo>
                    <a:pt x="1081309" y="439649"/>
                  </a:lnTo>
                  <a:lnTo>
                    <a:pt x="1082312" y="444656"/>
                  </a:lnTo>
                  <a:lnTo>
                    <a:pt x="1083817" y="468185"/>
                  </a:lnTo>
                  <a:lnTo>
                    <a:pt x="1084820" y="471189"/>
                  </a:lnTo>
                  <a:lnTo>
                    <a:pt x="1085822" y="501747"/>
                  </a:lnTo>
                  <a:lnTo>
                    <a:pt x="1087327" y="485727"/>
                  </a:lnTo>
                  <a:lnTo>
                    <a:pt x="1088330" y="495239"/>
                  </a:lnTo>
                  <a:lnTo>
                    <a:pt x="1089333" y="485727"/>
                  </a:lnTo>
                  <a:lnTo>
                    <a:pt x="1090837" y="504751"/>
                  </a:lnTo>
                  <a:lnTo>
                    <a:pt x="1091840" y="522273"/>
                  </a:lnTo>
                  <a:lnTo>
                    <a:pt x="1092843" y="499744"/>
                  </a:lnTo>
                  <a:lnTo>
                    <a:pt x="1093846" y="537792"/>
                  </a:lnTo>
                  <a:lnTo>
                    <a:pt x="1095350" y="548305"/>
                  </a:lnTo>
                  <a:lnTo>
                    <a:pt x="1096353" y="548305"/>
                  </a:lnTo>
                  <a:lnTo>
                    <a:pt x="1097356" y="541797"/>
                  </a:lnTo>
                  <a:lnTo>
                    <a:pt x="1098860" y="531784"/>
                  </a:lnTo>
                  <a:lnTo>
                    <a:pt x="1099863" y="570346"/>
                  </a:lnTo>
                  <a:lnTo>
                    <a:pt x="1100866" y="565840"/>
                  </a:lnTo>
                  <a:lnTo>
                    <a:pt x="1102370" y="541797"/>
                  </a:lnTo>
                  <a:lnTo>
                    <a:pt x="1103373" y="522273"/>
                  </a:lnTo>
                  <a:lnTo>
                    <a:pt x="1104376" y="520771"/>
                  </a:lnTo>
                  <a:lnTo>
                    <a:pt x="1105880" y="513261"/>
                  </a:lnTo>
                  <a:lnTo>
                    <a:pt x="1106883" y="545802"/>
                  </a:lnTo>
                  <a:lnTo>
                    <a:pt x="1107886" y="530283"/>
                  </a:lnTo>
                  <a:lnTo>
                    <a:pt x="1108889" y="628419"/>
                  </a:lnTo>
                  <a:lnTo>
                    <a:pt x="1110394" y="528280"/>
                  </a:lnTo>
                  <a:lnTo>
                    <a:pt x="1111396" y="550308"/>
                  </a:lnTo>
                  <a:lnTo>
                    <a:pt x="1112399" y="550308"/>
                  </a:lnTo>
                  <a:lnTo>
                    <a:pt x="1113904" y="552310"/>
                  </a:lnTo>
                  <a:lnTo>
                    <a:pt x="1114907" y="528280"/>
                  </a:lnTo>
                  <a:lnTo>
                    <a:pt x="1115910" y="554813"/>
                  </a:lnTo>
                  <a:lnTo>
                    <a:pt x="1117414" y="537792"/>
                  </a:lnTo>
                  <a:lnTo>
                    <a:pt x="1118417" y="587868"/>
                  </a:lnTo>
                  <a:lnTo>
                    <a:pt x="1119420" y="543800"/>
                  </a:lnTo>
                  <a:lnTo>
                    <a:pt x="1120924" y="556816"/>
                  </a:lnTo>
                  <a:lnTo>
                    <a:pt x="1121927" y="545802"/>
                  </a:lnTo>
                  <a:lnTo>
                    <a:pt x="1122930" y="550308"/>
                  </a:lnTo>
                  <a:lnTo>
                    <a:pt x="1123933" y="522273"/>
                  </a:lnTo>
                  <a:lnTo>
                    <a:pt x="1125437" y="539795"/>
                  </a:lnTo>
                  <a:lnTo>
                    <a:pt x="1126440" y="545802"/>
                  </a:lnTo>
                  <a:lnTo>
                    <a:pt x="1127443" y="548305"/>
                  </a:lnTo>
                  <a:lnTo>
                    <a:pt x="1128947" y="539795"/>
                  </a:lnTo>
                  <a:lnTo>
                    <a:pt x="1129950" y="537792"/>
                  </a:lnTo>
                  <a:lnTo>
                    <a:pt x="1130953" y="537792"/>
                  </a:lnTo>
                  <a:lnTo>
                    <a:pt x="1132457" y="499744"/>
                  </a:lnTo>
                  <a:lnTo>
                    <a:pt x="1133460" y="498243"/>
                  </a:lnTo>
                  <a:lnTo>
                    <a:pt x="1134463" y="481201"/>
                  </a:lnTo>
                  <a:lnTo>
                    <a:pt x="1135968" y="499744"/>
                  </a:lnTo>
                  <a:lnTo>
                    <a:pt x="1136970" y="464180"/>
                  </a:lnTo>
                  <a:lnTo>
                    <a:pt x="1137973" y="485727"/>
                  </a:lnTo>
                  <a:lnTo>
                    <a:pt x="1138976" y="462678"/>
                  </a:lnTo>
                  <a:lnTo>
                    <a:pt x="1140481" y="439649"/>
                  </a:lnTo>
                  <a:lnTo>
                    <a:pt x="1141484" y="416120"/>
                  </a:lnTo>
                  <a:lnTo>
                    <a:pt x="1142486" y="420125"/>
                  </a:lnTo>
                  <a:lnTo>
                    <a:pt x="1143991" y="408610"/>
                  </a:lnTo>
                  <a:lnTo>
                    <a:pt x="1144994" y="383065"/>
                  </a:lnTo>
                  <a:lnTo>
                    <a:pt x="1145997" y="364041"/>
                  </a:lnTo>
                  <a:lnTo>
                    <a:pt x="1147501" y="381063"/>
                  </a:lnTo>
                  <a:lnTo>
                    <a:pt x="1148504" y="358535"/>
                  </a:lnTo>
                  <a:lnTo>
                    <a:pt x="1149507" y="359536"/>
                  </a:lnTo>
                  <a:lnTo>
                    <a:pt x="1151011" y="345018"/>
                  </a:lnTo>
                  <a:lnTo>
                    <a:pt x="1152014" y="337008"/>
                  </a:lnTo>
                  <a:lnTo>
                    <a:pt x="1153017" y="322990"/>
                  </a:lnTo>
                  <a:lnTo>
                    <a:pt x="1154020" y="359536"/>
                  </a:lnTo>
                  <a:lnTo>
                    <a:pt x="1155524" y="338009"/>
                  </a:lnTo>
                  <a:lnTo>
                    <a:pt x="1156527" y="338009"/>
                  </a:lnTo>
                  <a:lnTo>
                    <a:pt x="1157530" y="337008"/>
                  </a:lnTo>
                  <a:lnTo>
                    <a:pt x="1159034" y="350024"/>
                  </a:lnTo>
                  <a:lnTo>
                    <a:pt x="1160037" y="356532"/>
                  </a:lnTo>
                  <a:lnTo>
                    <a:pt x="1161040" y="365043"/>
                  </a:lnTo>
                  <a:lnTo>
                    <a:pt x="1162544" y="360036"/>
                  </a:lnTo>
                  <a:lnTo>
                    <a:pt x="1163547" y="392076"/>
                  </a:lnTo>
                  <a:lnTo>
                    <a:pt x="1164550" y="384567"/>
                  </a:lnTo>
                  <a:lnTo>
                    <a:pt x="1166055" y="400587"/>
                  </a:lnTo>
                  <a:lnTo>
                    <a:pt x="1167058" y="441151"/>
                  </a:lnTo>
                  <a:lnTo>
                    <a:pt x="1168060" y="468185"/>
                  </a:lnTo>
                  <a:lnTo>
                    <a:pt x="1169578" y="465181"/>
                  </a:lnTo>
                  <a:lnTo>
                    <a:pt x="1170581" y="496741"/>
                  </a:lnTo>
                  <a:lnTo>
                    <a:pt x="1171584" y="487229"/>
                  </a:lnTo>
                  <a:lnTo>
                    <a:pt x="1172587" y="518768"/>
                  </a:lnTo>
                  <a:lnTo>
                    <a:pt x="1174091" y="518768"/>
                  </a:lnTo>
                  <a:lnTo>
                    <a:pt x="1175094" y="550308"/>
                  </a:lnTo>
                  <a:lnTo>
                    <a:pt x="1176097" y="530283"/>
                  </a:lnTo>
                  <a:lnTo>
                    <a:pt x="1177601" y="539795"/>
                  </a:lnTo>
                  <a:lnTo>
                    <a:pt x="1178604" y="533787"/>
                  </a:lnTo>
                  <a:lnTo>
                    <a:pt x="1179607" y="541797"/>
                  </a:lnTo>
                  <a:lnTo>
                    <a:pt x="1181112" y="570346"/>
                  </a:lnTo>
                  <a:lnTo>
                    <a:pt x="1182114" y="568344"/>
                  </a:lnTo>
                  <a:lnTo>
                    <a:pt x="1183117" y="561321"/>
                  </a:lnTo>
                  <a:lnTo>
                    <a:pt x="1184622" y="577855"/>
                  </a:lnTo>
                  <a:lnTo>
                    <a:pt x="1185625" y="590371"/>
                  </a:lnTo>
                  <a:lnTo>
                    <a:pt x="1186628" y="577855"/>
                  </a:lnTo>
                  <a:lnTo>
                    <a:pt x="1187630" y="585365"/>
                  </a:lnTo>
                  <a:lnTo>
                    <a:pt x="1189135" y="568344"/>
                  </a:lnTo>
                  <a:lnTo>
                    <a:pt x="1190138" y="570346"/>
                  </a:lnTo>
                  <a:lnTo>
                    <a:pt x="1191141" y="575352"/>
                  </a:lnTo>
                  <a:lnTo>
                    <a:pt x="1192645" y="561321"/>
                  </a:lnTo>
                  <a:lnTo>
                    <a:pt x="1193648" y="543800"/>
                  </a:lnTo>
                  <a:lnTo>
                    <a:pt x="1194651" y="598381"/>
                  </a:lnTo>
                  <a:lnTo>
                    <a:pt x="1196155" y="580359"/>
                  </a:lnTo>
                  <a:lnTo>
                    <a:pt x="1197158" y="593375"/>
                  </a:lnTo>
                  <a:lnTo>
                    <a:pt x="1198161" y="556816"/>
                  </a:lnTo>
                  <a:lnTo>
                    <a:pt x="1199665" y="606892"/>
                  </a:lnTo>
                  <a:lnTo>
                    <a:pt x="1200668" y="580359"/>
                  </a:lnTo>
                  <a:lnTo>
                    <a:pt x="1201671" y="558818"/>
                  </a:lnTo>
                  <a:lnTo>
                    <a:pt x="1202674" y="582862"/>
                  </a:lnTo>
                  <a:lnTo>
                    <a:pt x="1204178" y="570346"/>
                  </a:lnTo>
                  <a:lnTo>
                    <a:pt x="1205181" y="598381"/>
                  </a:lnTo>
                  <a:lnTo>
                    <a:pt x="1206184" y="603888"/>
                  </a:lnTo>
                  <a:lnTo>
                    <a:pt x="1207689" y="601385"/>
                  </a:lnTo>
                  <a:lnTo>
                    <a:pt x="1208691" y="582862"/>
                  </a:lnTo>
                  <a:lnTo>
                    <a:pt x="1209694" y="572849"/>
                  </a:lnTo>
                  <a:lnTo>
                    <a:pt x="1211199" y="580359"/>
                  </a:lnTo>
                  <a:lnTo>
                    <a:pt x="1212202" y="550308"/>
                  </a:lnTo>
                  <a:lnTo>
                    <a:pt x="1213204" y="621911"/>
                  </a:lnTo>
                  <a:lnTo>
                    <a:pt x="1214709" y="582862"/>
                  </a:lnTo>
                  <a:lnTo>
                    <a:pt x="1215712" y="580359"/>
                  </a:lnTo>
                  <a:lnTo>
                    <a:pt x="1216715" y="595878"/>
                  </a:lnTo>
                  <a:lnTo>
                    <a:pt x="1217718" y="593375"/>
                  </a:lnTo>
                  <a:lnTo>
                    <a:pt x="1219222" y="615903"/>
                  </a:lnTo>
                  <a:lnTo>
                    <a:pt x="1220225" y="585365"/>
                  </a:lnTo>
                  <a:lnTo>
                    <a:pt x="1221228" y="580359"/>
                  </a:lnTo>
                  <a:lnTo>
                    <a:pt x="1222732" y="612899"/>
                  </a:lnTo>
                  <a:lnTo>
                    <a:pt x="1223735" y="563337"/>
                  </a:lnTo>
                  <a:lnTo>
                    <a:pt x="1224738" y="577855"/>
                  </a:lnTo>
                  <a:lnTo>
                    <a:pt x="1226242" y="612899"/>
                  </a:lnTo>
                  <a:lnTo>
                    <a:pt x="1227245" y="634927"/>
                  </a:lnTo>
                  <a:lnTo>
                    <a:pt x="1228248" y="582862"/>
                  </a:lnTo>
                  <a:lnTo>
                    <a:pt x="1229752" y="568344"/>
                  </a:lnTo>
                  <a:lnTo>
                    <a:pt x="1230755" y="561321"/>
                  </a:lnTo>
                  <a:lnTo>
                    <a:pt x="1231758" y="641435"/>
                  </a:lnTo>
                  <a:lnTo>
                    <a:pt x="1232761" y="609896"/>
                  </a:lnTo>
                  <a:lnTo>
                    <a:pt x="1234265" y="634927"/>
                  </a:lnTo>
                  <a:lnTo>
                    <a:pt x="1235268" y="595878"/>
                  </a:lnTo>
                  <a:lnTo>
                    <a:pt x="1236271" y="568344"/>
                  </a:lnTo>
                  <a:lnTo>
                    <a:pt x="1237776" y="598381"/>
                  </a:lnTo>
                  <a:lnTo>
                    <a:pt x="1238779" y="587868"/>
                  </a:lnTo>
                  <a:lnTo>
                    <a:pt x="1239781" y="601385"/>
                  </a:lnTo>
                  <a:lnTo>
                    <a:pt x="1241286" y="570346"/>
                  </a:lnTo>
                  <a:lnTo>
                    <a:pt x="1242289" y="582862"/>
                  </a:lnTo>
                  <a:lnTo>
                    <a:pt x="1243292" y="615903"/>
                  </a:lnTo>
                  <a:lnTo>
                    <a:pt x="1244796" y="618907"/>
                  </a:lnTo>
                  <a:lnTo>
                    <a:pt x="1245799" y="585365"/>
                  </a:lnTo>
                  <a:lnTo>
                    <a:pt x="1246802" y="595878"/>
                  </a:lnTo>
                  <a:lnTo>
                    <a:pt x="1247805" y="621911"/>
                  </a:lnTo>
                  <a:lnTo>
                    <a:pt x="1249309" y="587868"/>
                  </a:lnTo>
                  <a:lnTo>
                    <a:pt x="1250312" y="575352"/>
                  </a:lnTo>
                  <a:lnTo>
                    <a:pt x="1251315" y="580359"/>
                  </a:lnTo>
                  <a:lnTo>
                    <a:pt x="1252819" y="634927"/>
                  </a:lnTo>
                  <a:lnTo>
                    <a:pt x="1253822" y="565840"/>
                  </a:lnTo>
                  <a:lnTo>
                    <a:pt x="1254825" y="582862"/>
                  </a:lnTo>
                  <a:lnTo>
                    <a:pt x="1256329" y="587868"/>
                  </a:lnTo>
                  <a:lnTo>
                    <a:pt x="1257332" y="670992"/>
                  </a:lnTo>
                  <a:lnTo>
                    <a:pt x="1258335" y="609896"/>
                  </a:lnTo>
                  <a:lnTo>
                    <a:pt x="1259839" y="590371"/>
                  </a:lnTo>
                  <a:lnTo>
                    <a:pt x="1260842" y="570346"/>
                  </a:lnTo>
                  <a:lnTo>
                    <a:pt x="1261845" y="612899"/>
                  </a:lnTo>
                  <a:lnTo>
                    <a:pt x="1262848" y="615903"/>
                  </a:lnTo>
                  <a:lnTo>
                    <a:pt x="1264353" y="601385"/>
                  </a:lnTo>
                  <a:lnTo>
                    <a:pt x="1265355" y="535790"/>
                  </a:lnTo>
                  <a:lnTo>
                    <a:pt x="1266358" y="561321"/>
                  </a:lnTo>
                  <a:lnTo>
                    <a:pt x="1267863" y="568344"/>
                  </a:lnTo>
                  <a:lnTo>
                    <a:pt x="1268866" y="615903"/>
                  </a:lnTo>
                  <a:lnTo>
                    <a:pt x="1269869" y="628419"/>
                  </a:lnTo>
                  <a:lnTo>
                    <a:pt x="1271373" y="585365"/>
                  </a:lnTo>
                  <a:lnTo>
                    <a:pt x="1272376" y="601385"/>
                  </a:lnTo>
                  <a:lnTo>
                    <a:pt x="1273379" y="577855"/>
                  </a:lnTo>
                  <a:lnTo>
                    <a:pt x="1274903" y="585365"/>
                  </a:lnTo>
                  <a:lnTo>
                    <a:pt x="1275906" y="659478"/>
                  </a:lnTo>
                  <a:lnTo>
                    <a:pt x="1276909" y="570346"/>
                  </a:lnTo>
                  <a:lnTo>
                    <a:pt x="1277912" y="556816"/>
                  </a:lnTo>
                  <a:lnTo>
                    <a:pt x="1279416" y="612899"/>
                  </a:lnTo>
                  <a:lnTo>
                    <a:pt x="1280419" y="603888"/>
                  </a:lnTo>
                  <a:lnTo>
                    <a:pt x="1281422" y="618907"/>
                  </a:lnTo>
                  <a:lnTo>
                    <a:pt x="1282926" y="572849"/>
                  </a:lnTo>
                  <a:lnTo>
                    <a:pt x="1283929" y="621911"/>
                  </a:lnTo>
                  <a:lnTo>
                    <a:pt x="1284932" y="590371"/>
                  </a:lnTo>
                  <a:lnTo>
                    <a:pt x="1286436" y="606892"/>
                  </a:lnTo>
                  <a:lnTo>
                    <a:pt x="1287439" y="568344"/>
                  </a:lnTo>
                  <a:lnTo>
                    <a:pt x="1288442" y="609896"/>
                  </a:lnTo>
                  <a:lnTo>
                    <a:pt x="1289947" y="531784"/>
                  </a:lnTo>
                  <a:lnTo>
                    <a:pt x="1290950" y="590371"/>
                  </a:lnTo>
                  <a:lnTo>
                    <a:pt x="1291952" y="615903"/>
                  </a:lnTo>
                  <a:lnTo>
                    <a:pt x="1293457" y="603888"/>
                  </a:lnTo>
                  <a:lnTo>
                    <a:pt x="1294460" y="577855"/>
                  </a:lnTo>
                  <a:lnTo>
                    <a:pt x="1295463" y="644959"/>
                  </a:lnTo>
                  <a:lnTo>
                    <a:pt x="1296465" y="603888"/>
                  </a:lnTo>
                  <a:lnTo>
                    <a:pt x="1297970" y="618907"/>
                  </a:lnTo>
                  <a:lnTo>
                    <a:pt x="1298973" y="609896"/>
                  </a:lnTo>
                  <a:lnTo>
                    <a:pt x="1299976" y="644959"/>
                  </a:lnTo>
                  <a:lnTo>
                    <a:pt x="1301480" y="628419"/>
                  </a:lnTo>
                  <a:lnTo>
                    <a:pt x="1302483" y="598381"/>
                  </a:lnTo>
                  <a:lnTo>
                    <a:pt x="1303486" y="621911"/>
                  </a:lnTo>
                  <a:lnTo>
                    <a:pt x="1304990" y="603888"/>
                  </a:lnTo>
                  <a:lnTo>
                    <a:pt x="1305993" y="577855"/>
                  </a:lnTo>
                  <a:lnTo>
                    <a:pt x="1306996" y="621911"/>
                  </a:lnTo>
                  <a:lnTo>
                    <a:pt x="1308500" y="552310"/>
                  </a:lnTo>
                  <a:lnTo>
                    <a:pt x="1309503" y="568344"/>
                  </a:lnTo>
                  <a:lnTo>
                    <a:pt x="1310506" y="572849"/>
                  </a:lnTo>
                  <a:lnTo>
                    <a:pt x="1311509" y="603888"/>
                  </a:lnTo>
                  <a:lnTo>
                    <a:pt x="1313013" y="590371"/>
                  </a:lnTo>
                  <a:lnTo>
                    <a:pt x="1314016" y="612899"/>
                  </a:lnTo>
                  <a:lnTo>
                    <a:pt x="1315019" y="609896"/>
                  </a:lnTo>
                  <a:lnTo>
                    <a:pt x="1316524" y="595878"/>
                  </a:lnTo>
                  <a:lnTo>
                    <a:pt x="1317526" y="637931"/>
                  </a:lnTo>
                  <a:lnTo>
                    <a:pt x="1318529" y="612899"/>
                  </a:lnTo>
                  <a:lnTo>
                    <a:pt x="1320034" y="590371"/>
                  </a:lnTo>
                  <a:lnTo>
                    <a:pt x="1321037" y="595878"/>
                  </a:lnTo>
                  <a:lnTo>
                    <a:pt x="1322040" y="628419"/>
                  </a:lnTo>
                  <a:lnTo>
                    <a:pt x="1323544" y="648464"/>
                  </a:lnTo>
                  <a:lnTo>
                    <a:pt x="1324547" y="609896"/>
                  </a:lnTo>
                  <a:lnTo>
                    <a:pt x="1325550" y="631422"/>
                  </a:lnTo>
                  <a:lnTo>
                    <a:pt x="1326553" y="595878"/>
                  </a:lnTo>
                  <a:lnTo>
                    <a:pt x="1328057" y="655473"/>
                  </a:lnTo>
                  <a:lnTo>
                    <a:pt x="1329060" y="637931"/>
                  </a:lnTo>
                  <a:lnTo>
                    <a:pt x="1330063" y="577855"/>
                  </a:lnTo>
                  <a:lnTo>
                    <a:pt x="1331567" y="582862"/>
                  </a:lnTo>
                  <a:lnTo>
                    <a:pt x="1332570" y="615903"/>
                  </a:lnTo>
                  <a:lnTo>
                    <a:pt x="1333573" y="580359"/>
                  </a:lnTo>
                  <a:lnTo>
                    <a:pt x="1335077" y="621911"/>
                  </a:lnTo>
                  <a:lnTo>
                    <a:pt x="1336080" y="590371"/>
                  </a:lnTo>
                  <a:lnTo>
                    <a:pt x="1337083" y="618907"/>
                  </a:lnTo>
                  <a:lnTo>
                    <a:pt x="1338587" y="587868"/>
                  </a:lnTo>
                  <a:lnTo>
                    <a:pt x="1339590" y="595878"/>
                  </a:lnTo>
                  <a:lnTo>
                    <a:pt x="1340593" y="618907"/>
                  </a:lnTo>
                  <a:lnTo>
                    <a:pt x="1341596" y="609896"/>
                  </a:lnTo>
                  <a:lnTo>
                    <a:pt x="1343100" y="624914"/>
                  </a:lnTo>
                  <a:lnTo>
                    <a:pt x="1344103" y="609896"/>
                  </a:lnTo>
                  <a:lnTo>
                    <a:pt x="1345106" y="582862"/>
                  </a:lnTo>
                  <a:lnTo>
                    <a:pt x="1346611" y="628419"/>
                  </a:lnTo>
                  <a:lnTo>
                    <a:pt x="1347614" y="609896"/>
                  </a:lnTo>
                  <a:lnTo>
                    <a:pt x="1348616" y="570346"/>
                  </a:lnTo>
                  <a:lnTo>
                    <a:pt x="1350121" y="572849"/>
                  </a:lnTo>
                  <a:lnTo>
                    <a:pt x="1351124" y="631422"/>
                  </a:lnTo>
                  <a:lnTo>
                    <a:pt x="1352127" y="648464"/>
                  </a:lnTo>
                  <a:lnTo>
                    <a:pt x="1353631" y="621911"/>
                  </a:lnTo>
                  <a:lnTo>
                    <a:pt x="1354634" y="655473"/>
                  </a:lnTo>
                  <a:lnTo>
                    <a:pt x="1355637" y="593375"/>
                  </a:lnTo>
                  <a:lnTo>
                    <a:pt x="1356640" y="587868"/>
                  </a:lnTo>
                  <a:lnTo>
                    <a:pt x="1358144" y="595878"/>
                  </a:lnTo>
                  <a:lnTo>
                    <a:pt x="1359147" y="595878"/>
                  </a:lnTo>
                  <a:lnTo>
                    <a:pt x="1360150" y="582862"/>
                  </a:lnTo>
                  <a:lnTo>
                    <a:pt x="1361654" y="621911"/>
                  </a:lnTo>
                  <a:lnTo>
                    <a:pt x="1362657" y="641435"/>
                  </a:lnTo>
                  <a:lnTo>
                    <a:pt x="1363660" y="641435"/>
                  </a:lnTo>
                  <a:lnTo>
                    <a:pt x="1365164" y="609896"/>
                  </a:lnTo>
                  <a:lnTo>
                    <a:pt x="1366167" y="580359"/>
                  </a:lnTo>
                  <a:lnTo>
                    <a:pt x="1367170" y="593375"/>
                  </a:lnTo>
                  <a:lnTo>
                    <a:pt x="1368674" y="606892"/>
                  </a:lnTo>
                  <a:lnTo>
                    <a:pt x="1369677" y="634927"/>
                  </a:lnTo>
                  <a:lnTo>
                    <a:pt x="1370680" y="612899"/>
                  </a:lnTo>
                  <a:lnTo>
                    <a:pt x="1371683" y="621911"/>
                  </a:lnTo>
                  <a:lnTo>
                    <a:pt x="1373188" y="582862"/>
                  </a:lnTo>
                  <a:lnTo>
                    <a:pt x="1374190" y="593375"/>
                  </a:lnTo>
                  <a:lnTo>
                    <a:pt x="1375193" y="603888"/>
                  </a:lnTo>
                  <a:lnTo>
                    <a:pt x="1376698" y="595878"/>
                  </a:lnTo>
                  <a:lnTo>
                    <a:pt x="1377701" y="644959"/>
                  </a:lnTo>
                  <a:lnTo>
                    <a:pt x="1378704" y="582862"/>
                  </a:lnTo>
                  <a:lnTo>
                    <a:pt x="1380208" y="601385"/>
                  </a:lnTo>
                  <a:lnTo>
                    <a:pt x="1381224" y="590371"/>
                  </a:lnTo>
                  <a:lnTo>
                    <a:pt x="1382227" y="587868"/>
                  </a:lnTo>
                  <a:lnTo>
                    <a:pt x="1383731" y="603888"/>
                  </a:lnTo>
                  <a:lnTo>
                    <a:pt x="1384734" y="595878"/>
                  </a:lnTo>
                  <a:lnTo>
                    <a:pt x="1385737" y="641435"/>
                  </a:lnTo>
                  <a:lnTo>
                    <a:pt x="1386740" y="580359"/>
                  </a:lnTo>
                  <a:lnTo>
                    <a:pt x="1388244" y="615903"/>
                  </a:lnTo>
                  <a:lnTo>
                    <a:pt x="1389247" y="603888"/>
                  </a:lnTo>
                  <a:lnTo>
                    <a:pt x="1390250" y="582862"/>
                  </a:lnTo>
                  <a:lnTo>
                    <a:pt x="1391755" y="615903"/>
                  </a:lnTo>
                  <a:lnTo>
                    <a:pt x="1392758" y="587868"/>
                  </a:lnTo>
                  <a:lnTo>
                    <a:pt x="1393760" y="587868"/>
                  </a:lnTo>
                  <a:lnTo>
                    <a:pt x="1395265" y="572849"/>
                  </a:lnTo>
                  <a:lnTo>
                    <a:pt x="1396268" y="603888"/>
                  </a:lnTo>
                  <a:lnTo>
                    <a:pt x="1397271" y="598381"/>
                  </a:lnTo>
                  <a:lnTo>
                    <a:pt x="1398775" y="615903"/>
                  </a:lnTo>
                  <a:lnTo>
                    <a:pt x="1399778" y="637931"/>
                  </a:lnTo>
                  <a:lnTo>
                    <a:pt x="1400781" y="609896"/>
                  </a:lnTo>
                  <a:lnTo>
                    <a:pt x="1401784" y="570346"/>
                  </a:lnTo>
                  <a:lnTo>
                    <a:pt x="1403288" y="612899"/>
                  </a:lnTo>
                  <a:lnTo>
                    <a:pt x="1404291" y="585365"/>
                  </a:lnTo>
                  <a:lnTo>
                    <a:pt x="1405294" y="575352"/>
                  </a:lnTo>
                  <a:lnTo>
                    <a:pt x="1406798" y="644959"/>
                  </a:lnTo>
                  <a:lnTo>
                    <a:pt x="1407801" y="587868"/>
                  </a:lnTo>
                  <a:lnTo>
                    <a:pt x="1408804" y="587868"/>
                  </a:lnTo>
                  <a:lnTo>
                    <a:pt x="1410308" y="593375"/>
                  </a:lnTo>
                  <a:lnTo>
                    <a:pt x="1411311" y="577855"/>
                  </a:lnTo>
                  <a:lnTo>
                    <a:pt x="1412314" y="577855"/>
                  </a:lnTo>
                  <a:lnTo>
                    <a:pt x="1413818" y="603888"/>
                  </a:lnTo>
                  <a:lnTo>
                    <a:pt x="1414821" y="606892"/>
                  </a:lnTo>
                  <a:lnTo>
                    <a:pt x="1415824" y="615903"/>
                  </a:lnTo>
                  <a:lnTo>
                    <a:pt x="1417329" y="563337"/>
                  </a:lnTo>
                  <a:lnTo>
                    <a:pt x="1418332" y="568344"/>
                  </a:lnTo>
                  <a:lnTo>
                    <a:pt x="1419334" y="637931"/>
                  </a:lnTo>
                  <a:lnTo>
                    <a:pt x="1420337" y="587868"/>
                  </a:lnTo>
                  <a:lnTo>
                    <a:pt x="1421842" y="587868"/>
                  </a:lnTo>
                  <a:lnTo>
                    <a:pt x="1422845" y="637931"/>
                  </a:lnTo>
                  <a:lnTo>
                    <a:pt x="1423848" y="590371"/>
                  </a:lnTo>
                  <a:lnTo>
                    <a:pt x="1425352" y="606892"/>
                  </a:lnTo>
                  <a:lnTo>
                    <a:pt x="1426355" y="606892"/>
                  </a:lnTo>
                  <a:lnTo>
                    <a:pt x="1427358" y="601385"/>
                  </a:lnTo>
                  <a:lnTo>
                    <a:pt x="1428862" y="601385"/>
                  </a:lnTo>
                  <a:lnTo>
                    <a:pt x="1429865" y="628419"/>
                  </a:lnTo>
                  <a:lnTo>
                    <a:pt x="1430868" y="615903"/>
                  </a:lnTo>
                  <a:lnTo>
                    <a:pt x="1432372" y="570346"/>
                  </a:lnTo>
                  <a:lnTo>
                    <a:pt x="1433375" y="628419"/>
                  </a:lnTo>
                  <a:lnTo>
                    <a:pt x="1434378" y="618907"/>
                  </a:lnTo>
                  <a:lnTo>
                    <a:pt x="1435381" y="609896"/>
                  </a:lnTo>
                  <a:lnTo>
                    <a:pt x="1436885" y="550308"/>
                  </a:lnTo>
                  <a:lnTo>
                    <a:pt x="1437888" y="595878"/>
                  </a:lnTo>
                  <a:lnTo>
                    <a:pt x="1438891" y="612899"/>
                  </a:lnTo>
                  <a:lnTo>
                    <a:pt x="1440395" y="641435"/>
                  </a:lnTo>
                  <a:lnTo>
                    <a:pt x="1441398" y="598381"/>
                  </a:lnTo>
                  <a:lnTo>
                    <a:pt x="1442401" y="606892"/>
                  </a:lnTo>
                  <a:lnTo>
                    <a:pt x="1443906" y="659478"/>
                  </a:lnTo>
                  <a:lnTo>
                    <a:pt x="1444908" y="609896"/>
                  </a:lnTo>
                  <a:lnTo>
                    <a:pt x="1445911" y="615903"/>
                  </a:lnTo>
                  <a:lnTo>
                    <a:pt x="1447416" y="618907"/>
                  </a:lnTo>
                  <a:lnTo>
                    <a:pt x="1448419" y="587868"/>
                  </a:lnTo>
                  <a:lnTo>
                    <a:pt x="1449422" y="587868"/>
                  </a:lnTo>
                  <a:lnTo>
                    <a:pt x="1450424" y="674997"/>
                  </a:lnTo>
                  <a:lnTo>
                    <a:pt x="1451929" y="644959"/>
                  </a:lnTo>
                  <a:lnTo>
                    <a:pt x="1452932" y="615903"/>
                  </a:lnTo>
                  <a:lnTo>
                    <a:pt x="1453935" y="590371"/>
                  </a:lnTo>
                  <a:lnTo>
                    <a:pt x="1455439" y="603888"/>
                  </a:lnTo>
                  <a:lnTo>
                    <a:pt x="1456442" y="615903"/>
                  </a:lnTo>
                  <a:lnTo>
                    <a:pt x="1457445" y="582862"/>
                  </a:lnTo>
                  <a:lnTo>
                    <a:pt x="1458949" y="590371"/>
                  </a:lnTo>
                  <a:lnTo>
                    <a:pt x="1459952" y="582862"/>
                  </a:lnTo>
                  <a:lnTo>
                    <a:pt x="1460955" y="624914"/>
                  </a:lnTo>
                  <a:lnTo>
                    <a:pt x="1462459" y="595878"/>
                  </a:lnTo>
                  <a:lnTo>
                    <a:pt x="1463462" y="624914"/>
                  </a:lnTo>
                  <a:lnTo>
                    <a:pt x="1464465" y="575352"/>
                  </a:lnTo>
                  <a:lnTo>
                    <a:pt x="1465468" y="577855"/>
                  </a:lnTo>
                  <a:lnTo>
                    <a:pt x="1466972" y="587868"/>
                  </a:lnTo>
                  <a:lnTo>
                    <a:pt x="1467975" y="577855"/>
                  </a:lnTo>
                  <a:lnTo>
                    <a:pt x="1468978" y="598381"/>
                  </a:lnTo>
                  <a:lnTo>
                    <a:pt x="1470483" y="603888"/>
                  </a:lnTo>
                  <a:lnTo>
                    <a:pt x="1471485" y="587868"/>
                  </a:lnTo>
                  <a:lnTo>
                    <a:pt x="1472488" y="590371"/>
                  </a:lnTo>
                  <a:lnTo>
                    <a:pt x="1473993" y="612899"/>
                  </a:lnTo>
                  <a:lnTo>
                    <a:pt x="1474996" y="606892"/>
                  </a:lnTo>
                  <a:lnTo>
                    <a:pt x="1475998" y="624914"/>
                  </a:lnTo>
                  <a:lnTo>
                    <a:pt x="1477503" y="582862"/>
                  </a:lnTo>
                  <a:lnTo>
                    <a:pt x="1478506" y="570346"/>
                  </a:lnTo>
                  <a:lnTo>
                    <a:pt x="1479509" y="568344"/>
                  </a:lnTo>
                  <a:lnTo>
                    <a:pt x="1480512" y="595878"/>
                  </a:lnTo>
                  <a:lnTo>
                    <a:pt x="1482016" y="558818"/>
                  </a:lnTo>
                  <a:lnTo>
                    <a:pt x="1483019" y="568344"/>
                  </a:lnTo>
                  <a:lnTo>
                    <a:pt x="1484022" y="587868"/>
                  </a:lnTo>
                  <a:lnTo>
                    <a:pt x="1485526" y="565840"/>
                  </a:lnTo>
                  <a:lnTo>
                    <a:pt x="1486549" y="552310"/>
                  </a:lnTo>
                  <a:lnTo>
                    <a:pt x="1487552" y="615903"/>
                  </a:lnTo>
                  <a:lnTo>
                    <a:pt x="1489056" y="575352"/>
                  </a:lnTo>
                  <a:lnTo>
                    <a:pt x="1490059" y="568344"/>
                  </a:lnTo>
                  <a:lnTo>
                    <a:pt x="1491062" y="615903"/>
                  </a:lnTo>
                  <a:lnTo>
                    <a:pt x="1492566" y="572849"/>
                  </a:lnTo>
                  <a:lnTo>
                    <a:pt x="1493569" y="575352"/>
                  </a:lnTo>
                  <a:lnTo>
                    <a:pt x="1494572" y="612899"/>
                  </a:lnTo>
                  <a:lnTo>
                    <a:pt x="1495575" y="568344"/>
                  </a:lnTo>
                  <a:lnTo>
                    <a:pt x="1497079" y="603888"/>
                  </a:lnTo>
                  <a:lnTo>
                    <a:pt x="1498082" y="585365"/>
                  </a:lnTo>
                  <a:lnTo>
                    <a:pt x="1499085" y="572849"/>
                  </a:lnTo>
                  <a:lnTo>
                    <a:pt x="1500590" y="615903"/>
                  </a:lnTo>
                  <a:lnTo>
                    <a:pt x="1501593" y="590371"/>
                  </a:lnTo>
                  <a:lnTo>
                    <a:pt x="1502595" y="558818"/>
                  </a:lnTo>
                  <a:lnTo>
                    <a:pt x="1504100" y="577855"/>
                  </a:lnTo>
                  <a:lnTo>
                    <a:pt x="1505103" y="624914"/>
                  </a:lnTo>
                  <a:lnTo>
                    <a:pt x="1506106" y="634927"/>
                  </a:lnTo>
                  <a:lnTo>
                    <a:pt x="1507610" y="593375"/>
                  </a:lnTo>
                  <a:lnTo>
                    <a:pt x="1508613" y="595878"/>
                  </a:lnTo>
                  <a:lnTo>
                    <a:pt x="1509616" y="582862"/>
                  </a:lnTo>
                  <a:lnTo>
                    <a:pt x="1510619" y="563337"/>
                  </a:lnTo>
                  <a:lnTo>
                    <a:pt x="1512123" y="575352"/>
                  </a:lnTo>
                  <a:lnTo>
                    <a:pt x="1513126" y="637931"/>
                  </a:lnTo>
                  <a:lnTo>
                    <a:pt x="1514129" y="554813"/>
                  </a:lnTo>
                  <a:lnTo>
                    <a:pt x="1515633" y="568344"/>
                  </a:lnTo>
                  <a:lnTo>
                    <a:pt x="1516636" y="628419"/>
                  </a:lnTo>
                  <a:lnTo>
                    <a:pt x="1517639" y="575352"/>
                  </a:lnTo>
                  <a:lnTo>
                    <a:pt x="1519143" y="541797"/>
                  </a:lnTo>
                  <a:lnTo>
                    <a:pt x="1520146" y="598381"/>
                  </a:lnTo>
                  <a:lnTo>
                    <a:pt x="1521149" y="565840"/>
                  </a:lnTo>
                  <a:lnTo>
                    <a:pt x="1522654" y="587868"/>
                  </a:lnTo>
                  <a:lnTo>
                    <a:pt x="1523656" y="568344"/>
                  </a:lnTo>
                  <a:lnTo>
                    <a:pt x="1524659" y="580359"/>
                  </a:lnTo>
                  <a:lnTo>
                    <a:pt x="1525662" y="554813"/>
                  </a:lnTo>
                  <a:lnTo>
                    <a:pt x="1527167" y="593375"/>
                  </a:lnTo>
                  <a:lnTo>
                    <a:pt x="1528169" y="575352"/>
                  </a:lnTo>
                  <a:lnTo>
                    <a:pt x="1529172" y="585365"/>
                  </a:lnTo>
                  <a:lnTo>
                    <a:pt x="1530677" y="572849"/>
                  </a:lnTo>
                  <a:lnTo>
                    <a:pt x="1531680" y="593375"/>
                  </a:lnTo>
                  <a:lnTo>
                    <a:pt x="1532683" y="545802"/>
                  </a:lnTo>
                  <a:lnTo>
                    <a:pt x="1534187" y="561321"/>
                  </a:lnTo>
                  <a:lnTo>
                    <a:pt x="1535190" y="488731"/>
                  </a:lnTo>
                  <a:lnTo>
                    <a:pt x="1536193" y="530283"/>
                  </a:lnTo>
                  <a:lnTo>
                    <a:pt x="1537697" y="556816"/>
                  </a:lnTo>
                  <a:lnTo>
                    <a:pt x="1538700" y="533787"/>
                  </a:lnTo>
                  <a:lnTo>
                    <a:pt x="1539703" y="513261"/>
                  </a:lnTo>
                  <a:lnTo>
                    <a:pt x="1541207" y="522273"/>
                  </a:lnTo>
                  <a:lnTo>
                    <a:pt x="1542210" y="511759"/>
                  </a:lnTo>
                  <a:lnTo>
                    <a:pt x="1543213" y="508255"/>
                  </a:lnTo>
                  <a:lnTo>
                    <a:pt x="1544216" y="488731"/>
                  </a:lnTo>
                  <a:lnTo>
                    <a:pt x="1545720" y="482723"/>
                  </a:lnTo>
                  <a:lnTo>
                    <a:pt x="1546723" y="518768"/>
                  </a:lnTo>
                  <a:lnTo>
                    <a:pt x="1547726" y="498243"/>
                  </a:lnTo>
                  <a:lnTo>
                    <a:pt x="1549230" y="471189"/>
                  </a:lnTo>
                  <a:lnTo>
                    <a:pt x="1550233" y="478197"/>
                  </a:lnTo>
                  <a:lnTo>
                    <a:pt x="1551236" y="520771"/>
                  </a:lnTo>
                  <a:lnTo>
                    <a:pt x="1552741" y="504751"/>
                  </a:lnTo>
                  <a:lnTo>
                    <a:pt x="1553743" y="450663"/>
                  </a:lnTo>
                  <a:lnTo>
                    <a:pt x="1554746" y="488731"/>
                  </a:lnTo>
                  <a:lnTo>
                    <a:pt x="1556251" y="460175"/>
                  </a:lnTo>
                  <a:lnTo>
                    <a:pt x="1557254" y="458673"/>
                  </a:lnTo>
                  <a:lnTo>
                    <a:pt x="1558257" y="473692"/>
                  </a:lnTo>
                  <a:lnTo>
                    <a:pt x="1559259" y="461176"/>
                  </a:lnTo>
                  <a:lnTo>
                    <a:pt x="1560764" y="515264"/>
                  </a:lnTo>
                  <a:lnTo>
                    <a:pt x="1561767" y="517266"/>
                  </a:lnTo>
                  <a:lnTo>
                    <a:pt x="1562770" y="462678"/>
                  </a:lnTo>
                  <a:lnTo>
                    <a:pt x="1564274" y="484225"/>
                  </a:lnTo>
                  <a:lnTo>
                    <a:pt x="1565277" y="503249"/>
                  </a:lnTo>
                  <a:lnTo>
                    <a:pt x="1566280" y="524275"/>
                  </a:lnTo>
                  <a:lnTo>
                    <a:pt x="1567784" y="526278"/>
                  </a:lnTo>
                  <a:lnTo>
                    <a:pt x="1568787" y="503249"/>
                  </a:lnTo>
                  <a:lnTo>
                    <a:pt x="1569790" y="509757"/>
                  </a:lnTo>
                  <a:lnTo>
                    <a:pt x="1571294" y="515264"/>
                  </a:lnTo>
                  <a:lnTo>
                    <a:pt x="1572297" y="528280"/>
                  </a:lnTo>
                  <a:lnTo>
                    <a:pt x="1573300" y="548305"/>
                  </a:lnTo>
                  <a:lnTo>
                    <a:pt x="1574303" y="554813"/>
                  </a:lnTo>
                  <a:lnTo>
                    <a:pt x="1575807" y="513261"/>
                  </a:lnTo>
                  <a:lnTo>
                    <a:pt x="1576810" y="531784"/>
                  </a:lnTo>
                  <a:lnTo>
                    <a:pt x="1577813" y="533787"/>
                  </a:lnTo>
                  <a:lnTo>
                    <a:pt x="1579318" y="570346"/>
                  </a:lnTo>
                  <a:lnTo>
                    <a:pt x="1580320" y="563337"/>
                  </a:lnTo>
                  <a:lnTo>
                    <a:pt x="1581323" y="558818"/>
                  </a:lnTo>
                  <a:lnTo>
                    <a:pt x="1582828" y="543800"/>
                  </a:lnTo>
                  <a:lnTo>
                    <a:pt x="1583831" y="568344"/>
                  </a:lnTo>
                  <a:lnTo>
                    <a:pt x="1584833" y="606892"/>
                  </a:lnTo>
                  <a:lnTo>
                    <a:pt x="1586338" y="575352"/>
                  </a:lnTo>
                  <a:lnTo>
                    <a:pt x="1587341" y="587868"/>
                  </a:lnTo>
                  <a:lnTo>
                    <a:pt x="1588344" y="572849"/>
                  </a:lnTo>
                  <a:lnTo>
                    <a:pt x="1589347" y="572849"/>
                  </a:lnTo>
                  <a:lnTo>
                    <a:pt x="1590851" y="570346"/>
                  </a:lnTo>
                  <a:lnTo>
                    <a:pt x="1591854" y="554813"/>
                  </a:lnTo>
                  <a:lnTo>
                    <a:pt x="1592877" y="556816"/>
                  </a:lnTo>
                  <a:lnTo>
                    <a:pt x="1594381" y="570346"/>
                  </a:lnTo>
                  <a:lnTo>
                    <a:pt x="1595384" y="570346"/>
                  </a:lnTo>
                  <a:lnTo>
                    <a:pt x="1596387" y="606892"/>
                  </a:lnTo>
                  <a:lnTo>
                    <a:pt x="1597891" y="558818"/>
                  </a:lnTo>
                  <a:lnTo>
                    <a:pt x="1598894" y="575352"/>
                  </a:lnTo>
                  <a:lnTo>
                    <a:pt x="1599897" y="568344"/>
                  </a:lnTo>
                  <a:lnTo>
                    <a:pt x="1601401" y="590371"/>
                  </a:lnTo>
                  <a:lnTo>
                    <a:pt x="1602404" y="572849"/>
                  </a:lnTo>
                  <a:lnTo>
                    <a:pt x="1603407" y="595878"/>
                  </a:lnTo>
                  <a:lnTo>
                    <a:pt x="1604410" y="556816"/>
                  </a:lnTo>
                  <a:lnTo>
                    <a:pt x="1605915" y="568344"/>
                  </a:lnTo>
                  <a:lnTo>
                    <a:pt x="1606917" y="585365"/>
                  </a:lnTo>
                  <a:lnTo>
                    <a:pt x="1607920" y="550308"/>
                  </a:lnTo>
                  <a:lnTo>
                    <a:pt x="1609425" y="552310"/>
                  </a:lnTo>
                  <a:lnTo>
                    <a:pt x="1610428" y="580359"/>
                  </a:lnTo>
                  <a:lnTo>
                    <a:pt x="1611430" y="531784"/>
                  </a:lnTo>
                  <a:lnTo>
                    <a:pt x="1612935" y="570346"/>
                  </a:lnTo>
                  <a:lnTo>
                    <a:pt x="1613938" y="595878"/>
                  </a:lnTo>
                  <a:lnTo>
                    <a:pt x="1614941" y="563337"/>
                  </a:lnTo>
                  <a:lnTo>
                    <a:pt x="1616445" y="587868"/>
                  </a:lnTo>
                  <a:lnTo>
                    <a:pt x="1617448" y="621911"/>
                  </a:lnTo>
                  <a:lnTo>
                    <a:pt x="1618451" y="558818"/>
                  </a:lnTo>
                </a:path>
                <a:path w="2200275" h="675005">
                  <a:moveTo>
                    <a:pt x="1618451" y="558818"/>
                  </a:moveTo>
                  <a:lnTo>
                    <a:pt x="1619454" y="585365"/>
                  </a:lnTo>
                  <a:lnTo>
                    <a:pt x="1620958" y="554813"/>
                  </a:lnTo>
                  <a:lnTo>
                    <a:pt x="1621961" y="575352"/>
                  </a:lnTo>
                  <a:lnTo>
                    <a:pt x="1622964" y="601385"/>
                  </a:lnTo>
                  <a:lnTo>
                    <a:pt x="1624468" y="618907"/>
                  </a:lnTo>
                  <a:lnTo>
                    <a:pt x="1625471" y="545802"/>
                  </a:lnTo>
                  <a:lnTo>
                    <a:pt x="1626474" y="563337"/>
                  </a:lnTo>
                  <a:lnTo>
                    <a:pt x="1627978" y="548305"/>
                  </a:lnTo>
                  <a:lnTo>
                    <a:pt x="1628981" y="545802"/>
                  </a:lnTo>
                  <a:lnTo>
                    <a:pt x="1629984" y="565840"/>
                  </a:lnTo>
                  <a:lnTo>
                    <a:pt x="1631489" y="580359"/>
                  </a:lnTo>
                  <a:lnTo>
                    <a:pt x="1632491" y="552310"/>
                  </a:lnTo>
                  <a:lnTo>
                    <a:pt x="1633494" y="612899"/>
                  </a:lnTo>
                  <a:lnTo>
                    <a:pt x="1634497" y="568344"/>
                  </a:lnTo>
                  <a:lnTo>
                    <a:pt x="1636002" y="572849"/>
                  </a:lnTo>
                  <a:lnTo>
                    <a:pt x="1637005" y="577855"/>
                  </a:lnTo>
                  <a:lnTo>
                    <a:pt x="1638007" y="585365"/>
                  </a:lnTo>
                  <a:lnTo>
                    <a:pt x="1639512" y="563337"/>
                  </a:lnTo>
                  <a:lnTo>
                    <a:pt x="1640515" y="561321"/>
                  </a:lnTo>
                  <a:lnTo>
                    <a:pt x="1641518" y="587868"/>
                  </a:lnTo>
                  <a:lnTo>
                    <a:pt x="1643022" y="598381"/>
                  </a:lnTo>
                  <a:lnTo>
                    <a:pt x="1644025" y="612899"/>
                  </a:lnTo>
                  <a:lnTo>
                    <a:pt x="1645028" y="543800"/>
                  </a:lnTo>
                  <a:lnTo>
                    <a:pt x="1646532" y="609896"/>
                  </a:lnTo>
                  <a:lnTo>
                    <a:pt x="1647535" y="558818"/>
                  </a:lnTo>
                  <a:lnTo>
                    <a:pt x="1648538" y="572849"/>
                  </a:lnTo>
                  <a:lnTo>
                    <a:pt x="1650042" y="568344"/>
                  </a:lnTo>
                  <a:lnTo>
                    <a:pt x="1651045" y="595878"/>
                  </a:lnTo>
                  <a:lnTo>
                    <a:pt x="1652048" y="556816"/>
                  </a:lnTo>
                  <a:lnTo>
                    <a:pt x="1653051" y="590371"/>
                  </a:lnTo>
                  <a:lnTo>
                    <a:pt x="1654555" y="554813"/>
                  </a:lnTo>
                  <a:lnTo>
                    <a:pt x="1655558" y="582862"/>
                  </a:lnTo>
                  <a:lnTo>
                    <a:pt x="1656561" y="601385"/>
                  </a:lnTo>
                  <a:lnTo>
                    <a:pt x="1658065" y="575352"/>
                  </a:lnTo>
                  <a:lnTo>
                    <a:pt x="1659068" y="580359"/>
                  </a:lnTo>
                  <a:lnTo>
                    <a:pt x="1660071" y="568344"/>
                  </a:lnTo>
                  <a:lnTo>
                    <a:pt x="1661576" y="577855"/>
                  </a:lnTo>
                  <a:lnTo>
                    <a:pt x="1662579" y="568344"/>
                  </a:lnTo>
                  <a:lnTo>
                    <a:pt x="1663581" y="552310"/>
                  </a:lnTo>
                  <a:lnTo>
                    <a:pt x="1665086" y="603888"/>
                  </a:lnTo>
                  <a:lnTo>
                    <a:pt x="1666089" y="593375"/>
                  </a:lnTo>
                  <a:lnTo>
                    <a:pt x="1667092" y="593375"/>
                  </a:lnTo>
                  <a:lnTo>
                    <a:pt x="1668094" y="575352"/>
                  </a:lnTo>
                  <a:lnTo>
                    <a:pt x="1669599" y="580359"/>
                  </a:lnTo>
                  <a:lnTo>
                    <a:pt x="1670602" y="580359"/>
                  </a:lnTo>
                  <a:lnTo>
                    <a:pt x="1671605" y="572849"/>
                  </a:lnTo>
                  <a:lnTo>
                    <a:pt x="1673109" y="575352"/>
                  </a:lnTo>
                  <a:lnTo>
                    <a:pt x="1674112" y="601385"/>
                  </a:lnTo>
                  <a:lnTo>
                    <a:pt x="1675115" y="561321"/>
                  </a:lnTo>
                  <a:lnTo>
                    <a:pt x="1676619" y="595878"/>
                  </a:lnTo>
                  <a:lnTo>
                    <a:pt x="1677622" y="615903"/>
                  </a:lnTo>
                  <a:lnTo>
                    <a:pt x="1678625" y="556816"/>
                  </a:lnTo>
                  <a:lnTo>
                    <a:pt x="1680129" y="568344"/>
                  </a:lnTo>
                  <a:lnTo>
                    <a:pt x="1681132" y="558818"/>
                  </a:lnTo>
                  <a:lnTo>
                    <a:pt x="1682135" y="558818"/>
                  </a:lnTo>
                  <a:lnTo>
                    <a:pt x="1683138" y="531784"/>
                  </a:lnTo>
                  <a:lnTo>
                    <a:pt x="1684642" y="570346"/>
                  </a:lnTo>
                  <a:lnTo>
                    <a:pt x="1685645" y="568344"/>
                  </a:lnTo>
                  <a:lnTo>
                    <a:pt x="1686648" y="582862"/>
                  </a:lnTo>
                  <a:lnTo>
                    <a:pt x="1688153" y="565840"/>
                  </a:lnTo>
                  <a:lnTo>
                    <a:pt x="1689155" y="580359"/>
                  </a:lnTo>
                  <a:lnTo>
                    <a:pt x="1690158" y="601385"/>
                  </a:lnTo>
                  <a:lnTo>
                    <a:pt x="1691663" y="545802"/>
                  </a:lnTo>
                  <a:lnTo>
                    <a:pt x="1692666" y="585365"/>
                  </a:lnTo>
                  <a:lnTo>
                    <a:pt x="1693669" y="572849"/>
                  </a:lnTo>
                  <a:lnTo>
                    <a:pt x="1695173" y="533787"/>
                  </a:lnTo>
                  <a:lnTo>
                    <a:pt x="1696176" y="590371"/>
                  </a:lnTo>
                  <a:lnTo>
                    <a:pt x="1697179" y="585365"/>
                  </a:lnTo>
                  <a:lnTo>
                    <a:pt x="1698195" y="587868"/>
                  </a:lnTo>
                  <a:lnTo>
                    <a:pt x="1699699" y="565840"/>
                  </a:lnTo>
                  <a:lnTo>
                    <a:pt x="1700702" y="575352"/>
                  </a:lnTo>
                  <a:lnTo>
                    <a:pt x="1701705" y="609896"/>
                  </a:lnTo>
                  <a:lnTo>
                    <a:pt x="1703209" y="554813"/>
                  </a:lnTo>
                  <a:lnTo>
                    <a:pt x="1704212" y="593375"/>
                  </a:lnTo>
                  <a:lnTo>
                    <a:pt x="1705215" y="606892"/>
                  </a:lnTo>
                  <a:lnTo>
                    <a:pt x="1706720" y="552310"/>
                  </a:lnTo>
                  <a:lnTo>
                    <a:pt x="1707723" y="603888"/>
                  </a:lnTo>
                  <a:lnTo>
                    <a:pt x="1708725" y="570346"/>
                  </a:lnTo>
                  <a:lnTo>
                    <a:pt x="1710230" y="550308"/>
                  </a:lnTo>
                  <a:lnTo>
                    <a:pt x="1711233" y="561321"/>
                  </a:lnTo>
                  <a:lnTo>
                    <a:pt x="1712236" y="580359"/>
                  </a:lnTo>
                  <a:lnTo>
                    <a:pt x="1713238" y="577855"/>
                  </a:lnTo>
                  <a:lnTo>
                    <a:pt x="1714743" y="554813"/>
                  </a:lnTo>
                  <a:lnTo>
                    <a:pt x="1715746" y="568344"/>
                  </a:lnTo>
                  <a:lnTo>
                    <a:pt x="1716749" y="606892"/>
                  </a:lnTo>
                  <a:lnTo>
                    <a:pt x="1718253" y="563337"/>
                  </a:lnTo>
                  <a:lnTo>
                    <a:pt x="1719256" y="558818"/>
                  </a:lnTo>
                  <a:lnTo>
                    <a:pt x="1720259" y="577855"/>
                  </a:lnTo>
                  <a:lnTo>
                    <a:pt x="1721763" y="517266"/>
                  </a:lnTo>
                  <a:lnTo>
                    <a:pt x="1722766" y="561321"/>
                  </a:lnTo>
                  <a:lnTo>
                    <a:pt x="1723769" y="575352"/>
                  </a:lnTo>
                  <a:lnTo>
                    <a:pt x="1725273" y="572849"/>
                  </a:lnTo>
                  <a:lnTo>
                    <a:pt x="1726276" y="568344"/>
                  </a:lnTo>
                  <a:lnTo>
                    <a:pt x="1727279" y="530283"/>
                  </a:lnTo>
                  <a:lnTo>
                    <a:pt x="1728282" y="556816"/>
                  </a:lnTo>
                  <a:lnTo>
                    <a:pt x="1729786" y="565840"/>
                  </a:lnTo>
                  <a:lnTo>
                    <a:pt x="1730789" y="541797"/>
                  </a:lnTo>
                  <a:lnTo>
                    <a:pt x="1731792" y="558818"/>
                  </a:lnTo>
                  <a:lnTo>
                    <a:pt x="1733297" y="554813"/>
                  </a:lnTo>
                  <a:lnTo>
                    <a:pt x="1734299" y="582862"/>
                  </a:lnTo>
                  <a:lnTo>
                    <a:pt x="1735302" y="593375"/>
                  </a:lnTo>
                  <a:lnTo>
                    <a:pt x="1736807" y="561321"/>
                  </a:lnTo>
                  <a:lnTo>
                    <a:pt x="1737810" y="552310"/>
                  </a:lnTo>
                  <a:lnTo>
                    <a:pt x="1738813" y="572849"/>
                  </a:lnTo>
                  <a:lnTo>
                    <a:pt x="1740317" y="522273"/>
                  </a:lnTo>
                  <a:lnTo>
                    <a:pt x="1741320" y="550308"/>
                  </a:lnTo>
                  <a:lnTo>
                    <a:pt x="1742323" y="556816"/>
                  </a:lnTo>
                  <a:lnTo>
                    <a:pt x="1743326" y="568344"/>
                  </a:lnTo>
                  <a:lnTo>
                    <a:pt x="1744830" y="541797"/>
                  </a:lnTo>
                  <a:lnTo>
                    <a:pt x="1745833" y="552310"/>
                  </a:lnTo>
                  <a:lnTo>
                    <a:pt x="1746836" y="558818"/>
                  </a:lnTo>
                  <a:lnTo>
                    <a:pt x="1748340" y="565840"/>
                  </a:lnTo>
                  <a:lnTo>
                    <a:pt x="1749343" y="548305"/>
                  </a:lnTo>
                  <a:lnTo>
                    <a:pt x="1750346" y="577855"/>
                  </a:lnTo>
                  <a:lnTo>
                    <a:pt x="1751850" y="541797"/>
                  </a:lnTo>
                  <a:lnTo>
                    <a:pt x="1752853" y="537792"/>
                  </a:lnTo>
                  <a:lnTo>
                    <a:pt x="1753856" y="570346"/>
                  </a:lnTo>
                  <a:lnTo>
                    <a:pt x="1755360" y="513261"/>
                  </a:lnTo>
                  <a:lnTo>
                    <a:pt x="1756363" y="558818"/>
                  </a:lnTo>
                  <a:lnTo>
                    <a:pt x="1757366" y="577855"/>
                  </a:lnTo>
                  <a:lnTo>
                    <a:pt x="1758369" y="520771"/>
                  </a:lnTo>
                  <a:lnTo>
                    <a:pt x="1759873" y="558818"/>
                  </a:lnTo>
                  <a:lnTo>
                    <a:pt x="1760876" y="561321"/>
                  </a:lnTo>
                  <a:lnTo>
                    <a:pt x="1761879" y="585365"/>
                  </a:lnTo>
                  <a:lnTo>
                    <a:pt x="1763384" y="575352"/>
                  </a:lnTo>
                  <a:lnTo>
                    <a:pt x="1764387" y="531784"/>
                  </a:lnTo>
                  <a:lnTo>
                    <a:pt x="1765389" y="548305"/>
                  </a:lnTo>
                  <a:lnTo>
                    <a:pt x="1766894" y="556816"/>
                  </a:lnTo>
                  <a:lnTo>
                    <a:pt x="1767897" y="545802"/>
                  </a:lnTo>
                  <a:lnTo>
                    <a:pt x="1768900" y="561321"/>
                  </a:lnTo>
                  <a:lnTo>
                    <a:pt x="1770404" y="552310"/>
                  </a:lnTo>
                  <a:lnTo>
                    <a:pt x="1771407" y="590371"/>
                  </a:lnTo>
                  <a:lnTo>
                    <a:pt x="1772410" y="531784"/>
                  </a:lnTo>
                  <a:lnTo>
                    <a:pt x="1773914" y="590371"/>
                  </a:lnTo>
                  <a:lnTo>
                    <a:pt x="1774917" y="522273"/>
                  </a:lnTo>
                  <a:lnTo>
                    <a:pt x="1775920" y="552310"/>
                  </a:lnTo>
                  <a:lnTo>
                    <a:pt x="1776923" y="524275"/>
                  </a:lnTo>
                  <a:lnTo>
                    <a:pt x="1778427" y="572849"/>
                  </a:lnTo>
                  <a:lnTo>
                    <a:pt x="1779430" y="515264"/>
                  </a:lnTo>
                  <a:lnTo>
                    <a:pt x="1780433" y="543800"/>
                  </a:lnTo>
                  <a:lnTo>
                    <a:pt x="1781937" y="575352"/>
                  </a:lnTo>
                  <a:lnTo>
                    <a:pt x="1782940" y="533787"/>
                  </a:lnTo>
                  <a:lnTo>
                    <a:pt x="1783943" y="548305"/>
                  </a:lnTo>
                  <a:lnTo>
                    <a:pt x="1785447" y="530283"/>
                  </a:lnTo>
                  <a:lnTo>
                    <a:pt x="1786450" y="558818"/>
                  </a:lnTo>
                  <a:lnTo>
                    <a:pt x="1787453" y="606892"/>
                  </a:lnTo>
                  <a:lnTo>
                    <a:pt x="1788958" y="572849"/>
                  </a:lnTo>
                  <a:lnTo>
                    <a:pt x="1789961" y="570346"/>
                  </a:lnTo>
                  <a:lnTo>
                    <a:pt x="1790963" y="520771"/>
                  </a:lnTo>
                  <a:lnTo>
                    <a:pt x="1791966" y="556816"/>
                  </a:lnTo>
                  <a:lnTo>
                    <a:pt x="1793471" y="524275"/>
                  </a:lnTo>
                  <a:lnTo>
                    <a:pt x="1794474" y="535790"/>
                  </a:lnTo>
                  <a:lnTo>
                    <a:pt x="1795477" y="570346"/>
                  </a:lnTo>
                  <a:lnTo>
                    <a:pt x="1796981" y="537792"/>
                  </a:lnTo>
                  <a:lnTo>
                    <a:pt x="1797984" y="572849"/>
                  </a:lnTo>
                  <a:lnTo>
                    <a:pt x="1798987" y="533787"/>
                  </a:lnTo>
                  <a:lnTo>
                    <a:pt x="1800491" y="565840"/>
                  </a:lnTo>
                  <a:lnTo>
                    <a:pt x="1801494" y="545802"/>
                  </a:lnTo>
                  <a:lnTo>
                    <a:pt x="1802497" y="539795"/>
                  </a:lnTo>
                  <a:lnTo>
                    <a:pt x="1804001" y="541797"/>
                  </a:lnTo>
                  <a:lnTo>
                    <a:pt x="1805017" y="552310"/>
                  </a:lnTo>
                  <a:lnTo>
                    <a:pt x="1806020" y="561321"/>
                  </a:lnTo>
                  <a:lnTo>
                    <a:pt x="1807023" y="561321"/>
                  </a:lnTo>
                  <a:lnTo>
                    <a:pt x="1808528" y="548305"/>
                  </a:lnTo>
                  <a:lnTo>
                    <a:pt x="1809531" y="537792"/>
                  </a:lnTo>
                  <a:lnTo>
                    <a:pt x="1810533" y="568344"/>
                  </a:lnTo>
                  <a:lnTo>
                    <a:pt x="1812038" y="556816"/>
                  </a:lnTo>
                  <a:lnTo>
                    <a:pt x="1813041" y="575352"/>
                  </a:lnTo>
                  <a:lnTo>
                    <a:pt x="1814044" y="561321"/>
                  </a:lnTo>
                  <a:lnTo>
                    <a:pt x="1815548" y="575352"/>
                  </a:lnTo>
                  <a:lnTo>
                    <a:pt x="1816551" y="496741"/>
                  </a:lnTo>
                  <a:lnTo>
                    <a:pt x="1817554" y="530283"/>
                  </a:lnTo>
                  <a:lnTo>
                    <a:pt x="1819058" y="533787"/>
                  </a:lnTo>
                  <a:lnTo>
                    <a:pt x="1820061" y="522273"/>
                  </a:lnTo>
                  <a:lnTo>
                    <a:pt x="1821064" y="531784"/>
                  </a:lnTo>
                  <a:lnTo>
                    <a:pt x="1822067" y="537792"/>
                  </a:lnTo>
                  <a:lnTo>
                    <a:pt x="1823571" y="558818"/>
                  </a:lnTo>
                  <a:lnTo>
                    <a:pt x="1824574" y="590371"/>
                  </a:lnTo>
                  <a:lnTo>
                    <a:pt x="1825577" y="508255"/>
                  </a:lnTo>
                  <a:lnTo>
                    <a:pt x="1827081" y="528280"/>
                  </a:lnTo>
                  <a:lnTo>
                    <a:pt x="1828084" y="513261"/>
                  </a:lnTo>
                  <a:lnTo>
                    <a:pt x="1829087" y="533787"/>
                  </a:lnTo>
                  <a:lnTo>
                    <a:pt x="1830591" y="498243"/>
                  </a:lnTo>
                  <a:lnTo>
                    <a:pt x="1831594" y="533787"/>
                  </a:lnTo>
                  <a:lnTo>
                    <a:pt x="1832597" y="558818"/>
                  </a:lnTo>
                  <a:lnTo>
                    <a:pt x="1834102" y="491734"/>
                  </a:lnTo>
                  <a:lnTo>
                    <a:pt x="1835105" y="472190"/>
                  </a:lnTo>
                  <a:lnTo>
                    <a:pt x="1836107" y="495239"/>
                  </a:lnTo>
                  <a:lnTo>
                    <a:pt x="1837110" y="496741"/>
                  </a:lnTo>
                  <a:lnTo>
                    <a:pt x="1838615" y="466683"/>
                  </a:lnTo>
                  <a:lnTo>
                    <a:pt x="1839618" y="484225"/>
                  </a:lnTo>
                  <a:lnTo>
                    <a:pt x="1840621" y="475194"/>
                  </a:lnTo>
                  <a:lnTo>
                    <a:pt x="1842125" y="462678"/>
                  </a:lnTo>
                  <a:lnTo>
                    <a:pt x="1843128" y="441151"/>
                  </a:lnTo>
                  <a:lnTo>
                    <a:pt x="1844131" y="444656"/>
                  </a:lnTo>
                  <a:lnTo>
                    <a:pt x="1845635" y="427134"/>
                  </a:lnTo>
                  <a:lnTo>
                    <a:pt x="1846638" y="421627"/>
                  </a:lnTo>
                  <a:lnTo>
                    <a:pt x="1847641" y="391075"/>
                  </a:lnTo>
                  <a:lnTo>
                    <a:pt x="1849145" y="427134"/>
                  </a:lnTo>
                  <a:lnTo>
                    <a:pt x="1850148" y="387571"/>
                  </a:lnTo>
                  <a:lnTo>
                    <a:pt x="1851151" y="394079"/>
                  </a:lnTo>
                  <a:lnTo>
                    <a:pt x="1852154" y="398585"/>
                  </a:lnTo>
                  <a:lnTo>
                    <a:pt x="1853658" y="358535"/>
                  </a:lnTo>
                  <a:lnTo>
                    <a:pt x="1854661" y="361038"/>
                  </a:lnTo>
                  <a:lnTo>
                    <a:pt x="1855664" y="375055"/>
                  </a:lnTo>
                  <a:lnTo>
                    <a:pt x="1857168" y="338509"/>
                  </a:lnTo>
                  <a:lnTo>
                    <a:pt x="1858171" y="360036"/>
                  </a:lnTo>
                  <a:lnTo>
                    <a:pt x="1859174" y="352527"/>
                  </a:lnTo>
                  <a:lnTo>
                    <a:pt x="1860679" y="333003"/>
                  </a:lnTo>
                  <a:lnTo>
                    <a:pt x="1861681" y="331000"/>
                  </a:lnTo>
                  <a:lnTo>
                    <a:pt x="1862684" y="313959"/>
                  </a:lnTo>
                  <a:lnTo>
                    <a:pt x="1864189" y="322990"/>
                  </a:lnTo>
                  <a:lnTo>
                    <a:pt x="1865192" y="317463"/>
                  </a:lnTo>
                  <a:lnTo>
                    <a:pt x="1866195" y="317463"/>
                  </a:lnTo>
                  <a:lnTo>
                    <a:pt x="1867197" y="328998"/>
                  </a:lnTo>
                  <a:lnTo>
                    <a:pt x="1868702" y="312457"/>
                  </a:lnTo>
                  <a:lnTo>
                    <a:pt x="1869705" y="343015"/>
                  </a:lnTo>
                  <a:lnTo>
                    <a:pt x="1870708" y="314960"/>
                  </a:lnTo>
                  <a:lnTo>
                    <a:pt x="1872212" y="305949"/>
                  </a:lnTo>
                  <a:lnTo>
                    <a:pt x="1873215" y="325493"/>
                  </a:lnTo>
                  <a:lnTo>
                    <a:pt x="1874218" y="328998"/>
                  </a:lnTo>
                  <a:lnTo>
                    <a:pt x="1875722" y="314960"/>
                  </a:lnTo>
                  <a:lnTo>
                    <a:pt x="1876725" y="357033"/>
                  </a:lnTo>
                  <a:lnTo>
                    <a:pt x="1877728" y="355531"/>
                  </a:lnTo>
                  <a:lnTo>
                    <a:pt x="1879232" y="358034"/>
                  </a:lnTo>
                  <a:lnTo>
                    <a:pt x="1880235" y="343015"/>
                  </a:lnTo>
                  <a:lnTo>
                    <a:pt x="1881238" y="362039"/>
                  </a:lnTo>
                  <a:lnTo>
                    <a:pt x="1882241" y="345518"/>
                  </a:lnTo>
                  <a:lnTo>
                    <a:pt x="1883745" y="378560"/>
                  </a:lnTo>
                  <a:lnTo>
                    <a:pt x="1884748" y="371551"/>
                  </a:lnTo>
                  <a:lnTo>
                    <a:pt x="1885751" y="414117"/>
                  </a:lnTo>
                  <a:lnTo>
                    <a:pt x="1887255" y="417121"/>
                  </a:lnTo>
                  <a:lnTo>
                    <a:pt x="1888258" y="388572"/>
                  </a:lnTo>
                  <a:lnTo>
                    <a:pt x="1889261" y="405607"/>
                  </a:lnTo>
                  <a:lnTo>
                    <a:pt x="1890766" y="443154"/>
                  </a:lnTo>
                  <a:lnTo>
                    <a:pt x="1891769" y="458673"/>
                  </a:lnTo>
                  <a:lnTo>
                    <a:pt x="1892771" y="448160"/>
                  </a:lnTo>
                  <a:lnTo>
                    <a:pt x="1894276" y="425632"/>
                  </a:lnTo>
                  <a:lnTo>
                    <a:pt x="1895279" y="442152"/>
                  </a:lnTo>
                  <a:lnTo>
                    <a:pt x="1896282" y="506753"/>
                  </a:lnTo>
                  <a:lnTo>
                    <a:pt x="1897786" y="499744"/>
                  </a:lnTo>
                  <a:lnTo>
                    <a:pt x="1898789" y="473692"/>
                  </a:lnTo>
                  <a:lnTo>
                    <a:pt x="1899792" y="473692"/>
                  </a:lnTo>
                  <a:lnTo>
                    <a:pt x="1900795" y="452165"/>
                  </a:lnTo>
                  <a:lnTo>
                    <a:pt x="1902299" y="460175"/>
                  </a:lnTo>
                  <a:lnTo>
                    <a:pt x="1903302" y="506753"/>
                  </a:lnTo>
                  <a:lnTo>
                    <a:pt x="1904305" y="498243"/>
                  </a:lnTo>
                  <a:lnTo>
                    <a:pt x="1905809" y="498243"/>
                  </a:lnTo>
                  <a:lnTo>
                    <a:pt x="1906812" y="503249"/>
                  </a:lnTo>
                  <a:lnTo>
                    <a:pt x="1907815" y="526278"/>
                  </a:lnTo>
                  <a:lnTo>
                    <a:pt x="1909319" y="495239"/>
                  </a:lnTo>
                  <a:lnTo>
                    <a:pt x="1910342" y="511759"/>
                  </a:lnTo>
                  <a:lnTo>
                    <a:pt x="1911345" y="531784"/>
                  </a:lnTo>
                  <a:lnTo>
                    <a:pt x="1912850" y="539795"/>
                  </a:lnTo>
                  <a:lnTo>
                    <a:pt x="1913852" y="524275"/>
                  </a:lnTo>
                  <a:lnTo>
                    <a:pt x="1914855" y="524275"/>
                  </a:lnTo>
                  <a:lnTo>
                    <a:pt x="1915858" y="501747"/>
                  </a:lnTo>
                  <a:lnTo>
                    <a:pt x="1917363" y="522273"/>
                  </a:lnTo>
                  <a:lnTo>
                    <a:pt x="1918366" y="491734"/>
                  </a:lnTo>
                  <a:lnTo>
                    <a:pt x="1919368" y="520771"/>
                  </a:lnTo>
                  <a:lnTo>
                    <a:pt x="1920873" y="508255"/>
                  </a:lnTo>
                  <a:lnTo>
                    <a:pt x="1921876" y="533787"/>
                  </a:lnTo>
                  <a:lnTo>
                    <a:pt x="1922879" y="515264"/>
                  </a:lnTo>
                  <a:lnTo>
                    <a:pt x="1924383" y="541797"/>
                  </a:lnTo>
                  <a:lnTo>
                    <a:pt x="1925386" y="491734"/>
                  </a:lnTo>
                  <a:lnTo>
                    <a:pt x="1926389" y="513261"/>
                  </a:lnTo>
                  <a:lnTo>
                    <a:pt x="1927893" y="491734"/>
                  </a:lnTo>
                  <a:lnTo>
                    <a:pt x="1928896" y="482723"/>
                  </a:lnTo>
                  <a:lnTo>
                    <a:pt x="1929899" y="511759"/>
                  </a:lnTo>
                  <a:lnTo>
                    <a:pt x="1930902" y="495239"/>
                  </a:lnTo>
                  <a:lnTo>
                    <a:pt x="1932406" y="517266"/>
                  </a:lnTo>
                  <a:lnTo>
                    <a:pt x="1933409" y="509757"/>
                  </a:lnTo>
                  <a:lnTo>
                    <a:pt x="1934412" y="515264"/>
                  </a:lnTo>
                  <a:lnTo>
                    <a:pt x="1935916" y="508255"/>
                  </a:lnTo>
                  <a:lnTo>
                    <a:pt x="1936919" y="533787"/>
                  </a:lnTo>
                  <a:lnTo>
                    <a:pt x="1937922" y="518768"/>
                  </a:lnTo>
                  <a:lnTo>
                    <a:pt x="1939427" y="493236"/>
                  </a:lnTo>
                  <a:lnTo>
                    <a:pt x="1940429" y="524275"/>
                  </a:lnTo>
                  <a:lnTo>
                    <a:pt x="1941432" y="522273"/>
                  </a:lnTo>
                  <a:lnTo>
                    <a:pt x="1942937" y="513261"/>
                  </a:lnTo>
                  <a:lnTo>
                    <a:pt x="1943940" y="484225"/>
                  </a:lnTo>
                  <a:lnTo>
                    <a:pt x="1944942" y="488731"/>
                  </a:lnTo>
                  <a:lnTo>
                    <a:pt x="1945945" y="488731"/>
                  </a:lnTo>
                  <a:lnTo>
                    <a:pt x="1947450" y="481201"/>
                  </a:lnTo>
                  <a:lnTo>
                    <a:pt x="1948453" y="484225"/>
                  </a:lnTo>
                  <a:lnTo>
                    <a:pt x="1949456" y="491734"/>
                  </a:lnTo>
                  <a:lnTo>
                    <a:pt x="1950960" y="487229"/>
                  </a:lnTo>
                  <a:lnTo>
                    <a:pt x="1951963" y="475194"/>
                  </a:lnTo>
                  <a:lnTo>
                    <a:pt x="1952966" y="478197"/>
                  </a:lnTo>
                  <a:lnTo>
                    <a:pt x="1954470" y="449662"/>
                  </a:lnTo>
                  <a:lnTo>
                    <a:pt x="1955473" y="460175"/>
                  </a:lnTo>
                  <a:lnTo>
                    <a:pt x="1956476" y="478197"/>
                  </a:lnTo>
                  <a:lnTo>
                    <a:pt x="1957980" y="429136"/>
                  </a:lnTo>
                  <a:lnTo>
                    <a:pt x="1958983" y="432641"/>
                  </a:lnTo>
                  <a:lnTo>
                    <a:pt x="1959986" y="444656"/>
                  </a:lnTo>
                  <a:lnTo>
                    <a:pt x="1960989" y="413116"/>
                  </a:lnTo>
                  <a:lnTo>
                    <a:pt x="1962493" y="422628"/>
                  </a:lnTo>
                  <a:lnTo>
                    <a:pt x="1963496" y="391075"/>
                  </a:lnTo>
                  <a:lnTo>
                    <a:pt x="1964499" y="401588"/>
                  </a:lnTo>
                  <a:lnTo>
                    <a:pt x="1966003" y="377558"/>
                  </a:lnTo>
                  <a:lnTo>
                    <a:pt x="1967006" y="381063"/>
                  </a:lnTo>
                  <a:lnTo>
                    <a:pt x="1968009" y="374054"/>
                  </a:lnTo>
                  <a:lnTo>
                    <a:pt x="1969514" y="350024"/>
                  </a:lnTo>
                  <a:lnTo>
                    <a:pt x="1970516" y="365043"/>
                  </a:lnTo>
                  <a:lnTo>
                    <a:pt x="1971519" y="348021"/>
                  </a:lnTo>
                  <a:lnTo>
                    <a:pt x="1973024" y="367546"/>
                  </a:lnTo>
                  <a:lnTo>
                    <a:pt x="1974027" y="348522"/>
                  </a:lnTo>
                  <a:lnTo>
                    <a:pt x="1975030" y="384066"/>
                  </a:lnTo>
                  <a:lnTo>
                    <a:pt x="1976032" y="353028"/>
                  </a:lnTo>
                  <a:lnTo>
                    <a:pt x="1977537" y="340512"/>
                  </a:lnTo>
                  <a:lnTo>
                    <a:pt x="1978540" y="362540"/>
                  </a:lnTo>
                  <a:lnTo>
                    <a:pt x="1979543" y="346519"/>
                  </a:lnTo>
                  <a:lnTo>
                    <a:pt x="1981047" y="346519"/>
                  </a:lnTo>
                  <a:lnTo>
                    <a:pt x="1982050" y="354530"/>
                  </a:lnTo>
                  <a:lnTo>
                    <a:pt x="1983053" y="364041"/>
                  </a:lnTo>
                  <a:lnTo>
                    <a:pt x="1984557" y="376056"/>
                  </a:lnTo>
                  <a:lnTo>
                    <a:pt x="1985560" y="352527"/>
                  </a:lnTo>
                  <a:lnTo>
                    <a:pt x="1986563" y="358535"/>
                  </a:lnTo>
                  <a:lnTo>
                    <a:pt x="1988067" y="351025"/>
                  </a:lnTo>
                  <a:lnTo>
                    <a:pt x="1989070" y="332001"/>
                  </a:lnTo>
                  <a:lnTo>
                    <a:pt x="1990073" y="387571"/>
                  </a:lnTo>
                  <a:lnTo>
                    <a:pt x="1991076" y="384066"/>
                  </a:lnTo>
                  <a:lnTo>
                    <a:pt x="1992580" y="405607"/>
                  </a:lnTo>
                  <a:lnTo>
                    <a:pt x="1993583" y="388572"/>
                  </a:lnTo>
                  <a:lnTo>
                    <a:pt x="1994586" y="387571"/>
                  </a:lnTo>
                  <a:lnTo>
                    <a:pt x="1996091" y="400587"/>
                  </a:lnTo>
                  <a:lnTo>
                    <a:pt x="1997093" y="414117"/>
                  </a:lnTo>
                  <a:lnTo>
                    <a:pt x="1998096" y="406608"/>
                  </a:lnTo>
                  <a:lnTo>
                    <a:pt x="1999601" y="418122"/>
                  </a:lnTo>
                  <a:lnTo>
                    <a:pt x="2000604" y="402603"/>
                  </a:lnTo>
                  <a:lnTo>
                    <a:pt x="2001606" y="458673"/>
                  </a:lnTo>
                  <a:lnTo>
                    <a:pt x="2003111" y="439649"/>
                  </a:lnTo>
                  <a:lnTo>
                    <a:pt x="2004114" y="427134"/>
                  </a:lnTo>
                  <a:lnTo>
                    <a:pt x="2005117" y="448160"/>
                  </a:lnTo>
                  <a:lnTo>
                    <a:pt x="2006120" y="454668"/>
                  </a:lnTo>
                  <a:lnTo>
                    <a:pt x="2007624" y="443154"/>
                  </a:lnTo>
                  <a:lnTo>
                    <a:pt x="2008627" y="444656"/>
                  </a:lnTo>
                  <a:lnTo>
                    <a:pt x="2009630" y="472190"/>
                  </a:lnTo>
                  <a:lnTo>
                    <a:pt x="2011134" y="488731"/>
                  </a:lnTo>
                  <a:lnTo>
                    <a:pt x="2012137" y="490233"/>
                  </a:lnTo>
                  <a:lnTo>
                    <a:pt x="2013140" y="487229"/>
                  </a:lnTo>
                  <a:lnTo>
                    <a:pt x="2014644" y="484225"/>
                  </a:lnTo>
                  <a:lnTo>
                    <a:pt x="2015647" y="484225"/>
                  </a:lnTo>
                  <a:lnTo>
                    <a:pt x="2016663" y="495239"/>
                  </a:lnTo>
                  <a:lnTo>
                    <a:pt x="2018168" y="485727"/>
                  </a:lnTo>
                  <a:lnTo>
                    <a:pt x="2019171" y="478197"/>
                  </a:lnTo>
                  <a:lnTo>
                    <a:pt x="2020174" y="487229"/>
                  </a:lnTo>
                  <a:lnTo>
                    <a:pt x="2021678" y="513261"/>
                  </a:lnTo>
                  <a:lnTo>
                    <a:pt x="2022681" y="503249"/>
                  </a:lnTo>
                  <a:lnTo>
                    <a:pt x="2023684" y="499744"/>
                  </a:lnTo>
                  <a:lnTo>
                    <a:pt x="2024687" y="522273"/>
                  </a:lnTo>
                  <a:lnTo>
                    <a:pt x="2026191" y="528280"/>
                  </a:lnTo>
                  <a:lnTo>
                    <a:pt x="2027194" y="499744"/>
                  </a:lnTo>
                  <a:lnTo>
                    <a:pt x="2028197" y="531784"/>
                  </a:lnTo>
                  <a:lnTo>
                    <a:pt x="2029701" y="509757"/>
                  </a:lnTo>
                  <a:lnTo>
                    <a:pt x="2030704" y="531784"/>
                  </a:lnTo>
                  <a:lnTo>
                    <a:pt x="2031707" y="539795"/>
                  </a:lnTo>
                  <a:lnTo>
                    <a:pt x="2033211" y="526278"/>
                  </a:lnTo>
                  <a:lnTo>
                    <a:pt x="2034214" y="533787"/>
                  </a:lnTo>
                  <a:lnTo>
                    <a:pt x="2035217" y="498243"/>
                  </a:lnTo>
                  <a:lnTo>
                    <a:pt x="2036721" y="501747"/>
                  </a:lnTo>
                  <a:lnTo>
                    <a:pt x="2037724" y="506753"/>
                  </a:lnTo>
                  <a:lnTo>
                    <a:pt x="2038727" y="531784"/>
                  </a:lnTo>
                  <a:lnTo>
                    <a:pt x="2039730" y="515264"/>
                  </a:lnTo>
                  <a:lnTo>
                    <a:pt x="2041235" y="526278"/>
                  </a:lnTo>
                  <a:lnTo>
                    <a:pt x="2042237" y="537792"/>
                  </a:lnTo>
                  <a:lnTo>
                    <a:pt x="2043240" y="526278"/>
                  </a:lnTo>
                  <a:lnTo>
                    <a:pt x="2044745" y="528280"/>
                  </a:lnTo>
                  <a:lnTo>
                    <a:pt x="2045748" y="552310"/>
                  </a:lnTo>
                  <a:lnTo>
                    <a:pt x="2046750" y="499744"/>
                  </a:lnTo>
                  <a:lnTo>
                    <a:pt x="2048255" y="498243"/>
                  </a:lnTo>
                  <a:lnTo>
                    <a:pt x="2049258" y="522273"/>
                  </a:lnTo>
                  <a:lnTo>
                    <a:pt x="2050261" y="508255"/>
                  </a:lnTo>
                  <a:lnTo>
                    <a:pt x="2051765" y="539795"/>
                  </a:lnTo>
                  <a:lnTo>
                    <a:pt x="2052768" y="504751"/>
                  </a:lnTo>
                  <a:lnTo>
                    <a:pt x="2053771" y="524275"/>
                  </a:lnTo>
                  <a:lnTo>
                    <a:pt x="2054774" y="504751"/>
                  </a:lnTo>
                  <a:lnTo>
                    <a:pt x="2056278" y="531784"/>
                  </a:lnTo>
                  <a:lnTo>
                    <a:pt x="2057281" y="499744"/>
                  </a:lnTo>
                  <a:lnTo>
                    <a:pt x="2058284" y="517266"/>
                  </a:lnTo>
                  <a:lnTo>
                    <a:pt x="2059788" y="490233"/>
                  </a:lnTo>
                  <a:lnTo>
                    <a:pt x="2060791" y="587868"/>
                  </a:lnTo>
                  <a:lnTo>
                    <a:pt x="2061794" y="515264"/>
                  </a:lnTo>
                  <a:lnTo>
                    <a:pt x="2063298" y="537792"/>
                  </a:lnTo>
                  <a:lnTo>
                    <a:pt x="2064301" y="533787"/>
                  </a:lnTo>
                  <a:lnTo>
                    <a:pt x="2065304" y="531784"/>
                  </a:lnTo>
                  <a:lnTo>
                    <a:pt x="2066809" y="533787"/>
                  </a:lnTo>
                  <a:lnTo>
                    <a:pt x="2067811" y="495239"/>
                  </a:lnTo>
                  <a:lnTo>
                    <a:pt x="2068814" y="522273"/>
                  </a:lnTo>
                  <a:lnTo>
                    <a:pt x="2069817" y="522273"/>
                  </a:lnTo>
                  <a:lnTo>
                    <a:pt x="2071322" y="493236"/>
                  </a:lnTo>
                  <a:lnTo>
                    <a:pt x="2072325" y="518768"/>
                  </a:lnTo>
                  <a:lnTo>
                    <a:pt x="2073327" y="522273"/>
                  </a:lnTo>
                  <a:lnTo>
                    <a:pt x="2074832" y="537792"/>
                  </a:lnTo>
                  <a:lnTo>
                    <a:pt x="2075835" y="518768"/>
                  </a:lnTo>
                  <a:lnTo>
                    <a:pt x="2076838" y="503249"/>
                  </a:lnTo>
                  <a:lnTo>
                    <a:pt x="2078342" y="491734"/>
                  </a:lnTo>
                  <a:lnTo>
                    <a:pt x="2079345" y="511759"/>
                  </a:lnTo>
                  <a:lnTo>
                    <a:pt x="2080348" y="488731"/>
                  </a:lnTo>
                  <a:lnTo>
                    <a:pt x="2081852" y="535790"/>
                  </a:lnTo>
                  <a:lnTo>
                    <a:pt x="2082855" y="509757"/>
                  </a:lnTo>
                  <a:lnTo>
                    <a:pt x="2083858" y="501747"/>
                  </a:lnTo>
                  <a:lnTo>
                    <a:pt x="2084861" y="552310"/>
                  </a:lnTo>
                  <a:lnTo>
                    <a:pt x="2086365" y="504751"/>
                  </a:lnTo>
                  <a:lnTo>
                    <a:pt x="2087368" y="563337"/>
                  </a:lnTo>
                  <a:lnTo>
                    <a:pt x="2088371" y="524275"/>
                  </a:lnTo>
                  <a:lnTo>
                    <a:pt x="2089875" y="520771"/>
                  </a:lnTo>
                  <a:lnTo>
                    <a:pt x="2090878" y="528280"/>
                  </a:lnTo>
                  <a:lnTo>
                    <a:pt x="2091881" y="503249"/>
                  </a:lnTo>
                  <a:lnTo>
                    <a:pt x="2093385" y="511759"/>
                  </a:lnTo>
                  <a:lnTo>
                    <a:pt x="2094388" y="535790"/>
                  </a:lnTo>
                  <a:lnTo>
                    <a:pt x="2095391" y="501747"/>
                  </a:lnTo>
                  <a:lnTo>
                    <a:pt x="2096896" y="528280"/>
                  </a:lnTo>
                  <a:lnTo>
                    <a:pt x="2097899" y="526278"/>
                  </a:lnTo>
                  <a:lnTo>
                    <a:pt x="2098901" y="501747"/>
                  </a:lnTo>
                  <a:lnTo>
                    <a:pt x="2099904" y="498243"/>
                  </a:lnTo>
                  <a:lnTo>
                    <a:pt x="2101409" y="509757"/>
                  </a:lnTo>
                  <a:lnTo>
                    <a:pt x="2102412" y="518768"/>
                  </a:lnTo>
                  <a:lnTo>
                    <a:pt x="2103415" y="537792"/>
                  </a:lnTo>
                  <a:lnTo>
                    <a:pt x="2104919" y="561321"/>
                  </a:lnTo>
                  <a:lnTo>
                    <a:pt x="2105922" y="543800"/>
                  </a:lnTo>
                  <a:lnTo>
                    <a:pt x="2106925" y="528280"/>
                  </a:lnTo>
                  <a:lnTo>
                    <a:pt x="2108429" y="522273"/>
                  </a:lnTo>
                  <a:lnTo>
                    <a:pt x="2109432" y="482723"/>
                  </a:lnTo>
                  <a:lnTo>
                    <a:pt x="2110435" y="548305"/>
                  </a:lnTo>
                  <a:lnTo>
                    <a:pt x="2111939" y="499744"/>
                  </a:lnTo>
                  <a:lnTo>
                    <a:pt x="2112942" y="545802"/>
                  </a:lnTo>
                  <a:lnTo>
                    <a:pt x="2113945" y="515264"/>
                  </a:lnTo>
                  <a:lnTo>
                    <a:pt x="2114948" y="543800"/>
                  </a:lnTo>
                  <a:lnTo>
                    <a:pt x="2116452" y="524275"/>
                  </a:lnTo>
                  <a:lnTo>
                    <a:pt x="2117455" y="533787"/>
                  </a:lnTo>
                  <a:lnTo>
                    <a:pt x="2118458" y="498243"/>
                  </a:lnTo>
                  <a:lnTo>
                    <a:pt x="2119962" y="518768"/>
                  </a:lnTo>
                  <a:lnTo>
                    <a:pt x="2120965" y="513261"/>
                  </a:lnTo>
                  <a:lnTo>
                    <a:pt x="2121968" y="528280"/>
                  </a:lnTo>
                  <a:lnTo>
                    <a:pt x="2123493" y="556816"/>
                  </a:lnTo>
                  <a:lnTo>
                    <a:pt x="2124496" y="539795"/>
                  </a:lnTo>
                  <a:lnTo>
                    <a:pt x="2125498" y="504751"/>
                  </a:lnTo>
                  <a:lnTo>
                    <a:pt x="2127003" y="520771"/>
                  </a:lnTo>
                  <a:lnTo>
                    <a:pt x="2128006" y="524275"/>
                  </a:lnTo>
                  <a:lnTo>
                    <a:pt x="2129009" y="518768"/>
                  </a:lnTo>
                  <a:lnTo>
                    <a:pt x="2130011" y="499744"/>
                  </a:lnTo>
                  <a:lnTo>
                    <a:pt x="2131516" y="501747"/>
                  </a:lnTo>
                  <a:lnTo>
                    <a:pt x="2132519" y="517266"/>
                  </a:lnTo>
                  <a:lnTo>
                    <a:pt x="2133522" y="513261"/>
                  </a:lnTo>
                  <a:lnTo>
                    <a:pt x="2135026" y="517266"/>
                  </a:lnTo>
                  <a:lnTo>
                    <a:pt x="2136029" y="506753"/>
                  </a:lnTo>
                  <a:lnTo>
                    <a:pt x="2137032" y="478197"/>
                  </a:lnTo>
                  <a:lnTo>
                    <a:pt x="2138536" y="509757"/>
                  </a:lnTo>
                  <a:lnTo>
                    <a:pt x="2139539" y="520771"/>
                  </a:lnTo>
                  <a:lnTo>
                    <a:pt x="2140542" y="520771"/>
                  </a:lnTo>
                  <a:lnTo>
                    <a:pt x="2142046" y="508255"/>
                  </a:lnTo>
                  <a:lnTo>
                    <a:pt x="2143049" y="518768"/>
                  </a:lnTo>
                  <a:lnTo>
                    <a:pt x="2144052" y="522273"/>
                  </a:lnTo>
                  <a:lnTo>
                    <a:pt x="2145556" y="517266"/>
                  </a:lnTo>
                  <a:lnTo>
                    <a:pt x="2146559" y="487229"/>
                  </a:lnTo>
                  <a:lnTo>
                    <a:pt x="2147562" y="520771"/>
                  </a:lnTo>
                  <a:lnTo>
                    <a:pt x="2148565" y="499744"/>
                  </a:lnTo>
                  <a:lnTo>
                    <a:pt x="2150070" y="503249"/>
                  </a:lnTo>
                  <a:lnTo>
                    <a:pt x="2151072" y="533787"/>
                  </a:lnTo>
                  <a:lnTo>
                    <a:pt x="2152075" y="487229"/>
                  </a:lnTo>
                  <a:lnTo>
                    <a:pt x="2153580" y="517266"/>
                  </a:lnTo>
                  <a:lnTo>
                    <a:pt x="2154583" y="499744"/>
                  </a:lnTo>
                  <a:lnTo>
                    <a:pt x="2155586" y="577855"/>
                  </a:lnTo>
                  <a:lnTo>
                    <a:pt x="2157090" y="501747"/>
                  </a:lnTo>
                  <a:lnTo>
                    <a:pt x="2158093" y="513261"/>
                  </a:lnTo>
                  <a:lnTo>
                    <a:pt x="2159096" y="499744"/>
                  </a:lnTo>
                  <a:lnTo>
                    <a:pt x="2160600" y="545802"/>
                  </a:lnTo>
                  <a:lnTo>
                    <a:pt x="2161603" y="511759"/>
                  </a:lnTo>
                  <a:lnTo>
                    <a:pt x="2162606" y="545802"/>
                  </a:lnTo>
                  <a:lnTo>
                    <a:pt x="2163609" y="493236"/>
                  </a:lnTo>
                  <a:lnTo>
                    <a:pt x="2165113" y="537792"/>
                  </a:lnTo>
                  <a:lnTo>
                    <a:pt x="2166116" y="487229"/>
                  </a:lnTo>
                  <a:lnTo>
                    <a:pt x="2167119" y="552310"/>
                  </a:lnTo>
                  <a:lnTo>
                    <a:pt x="2168623" y="475194"/>
                  </a:lnTo>
                  <a:lnTo>
                    <a:pt x="2169626" y="517266"/>
                  </a:lnTo>
                  <a:lnTo>
                    <a:pt x="2170629" y="501747"/>
                  </a:lnTo>
                  <a:lnTo>
                    <a:pt x="2172133" y="548305"/>
                  </a:lnTo>
                  <a:lnTo>
                    <a:pt x="2173136" y="504751"/>
                  </a:lnTo>
                  <a:lnTo>
                    <a:pt x="2174139" y="511759"/>
                  </a:lnTo>
                  <a:lnTo>
                    <a:pt x="2175644" y="511759"/>
                  </a:lnTo>
                  <a:lnTo>
                    <a:pt x="2176646" y="511759"/>
                  </a:lnTo>
                  <a:lnTo>
                    <a:pt x="2177649" y="509757"/>
                  </a:lnTo>
                  <a:lnTo>
                    <a:pt x="2178652" y="517266"/>
                  </a:lnTo>
                  <a:lnTo>
                    <a:pt x="2180157" y="509757"/>
                  </a:lnTo>
                  <a:lnTo>
                    <a:pt x="2181160" y="517266"/>
                  </a:lnTo>
                  <a:lnTo>
                    <a:pt x="2182162" y="490233"/>
                  </a:lnTo>
                  <a:lnTo>
                    <a:pt x="2183667" y="509757"/>
                  </a:lnTo>
                  <a:lnTo>
                    <a:pt x="2184670" y="506753"/>
                  </a:lnTo>
                  <a:lnTo>
                    <a:pt x="2185673" y="468185"/>
                  </a:lnTo>
                  <a:lnTo>
                    <a:pt x="2187177" y="539795"/>
                  </a:lnTo>
                  <a:lnTo>
                    <a:pt x="2188180" y="503249"/>
                  </a:lnTo>
                  <a:lnTo>
                    <a:pt x="2189183" y="515264"/>
                  </a:lnTo>
                  <a:lnTo>
                    <a:pt x="2190687" y="520771"/>
                  </a:lnTo>
                  <a:lnTo>
                    <a:pt x="2191690" y="515264"/>
                  </a:lnTo>
                  <a:lnTo>
                    <a:pt x="2192693" y="508255"/>
                  </a:lnTo>
                  <a:lnTo>
                    <a:pt x="2193696" y="493236"/>
                  </a:lnTo>
                  <a:lnTo>
                    <a:pt x="2195200" y="535790"/>
                  </a:lnTo>
                  <a:lnTo>
                    <a:pt x="2196203" y="482723"/>
                  </a:lnTo>
                  <a:lnTo>
                    <a:pt x="2197206" y="511759"/>
                  </a:lnTo>
                  <a:lnTo>
                    <a:pt x="2198710" y="490233"/>
                  </a:lnTo>
                  <a:lnTo>
                    <a:pt x="2199713" y="518768"/>
                  </a:lnTo>
                </a:path>
              </a:pathLst>
            </a:custGeom>
            <a:ln w="3175">
              <a:solidFill>
                <a:srgbClr val="54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635925" y="1904871"/>
              <a:ext cx="2200275" cy="895350"/>
            </a:xfrm>
            <a:custGeom>
              <a:avLst/>
              <a:gdLst/>
              <a:ahLst/>
              <a:cxnLst/>
              <a:rect l="l" t="t" r="r" b="b"/>
              <a:pathLst>
                <a:path w="2200275" h="895350">
                  <a:moveTo>
                    <a:pt x="0" y="543793"/>
                  </a:moveTo>
                  <a:lnTo>
                    <a:pt x="1002" y="528260"/>
                  </a:lnTo>
                  <a:lnTo>
                    <a:pt x="2520" y="549800"/>
                  </a:lnTo>
                  <a:lnTo>
                    <a:pt x="3523" y="536771"/>
                  </a:lnTo>
                  <a:lnTo>
                    <a:pt x="4526" y="552303"/>
                  </a:lnTo>
                  <a:lnTo>
                    <a:pt x="6030" y="527759"/>
                  </a:lnTo>
                  <a:lnTo>
                    <a:pt x="7033" y="534768"/>
                  </a:lnTo>
                  <a:lnTo>
                    <a:pt x="8036" y="551803"/>
                  </a:lnTo>
                  <a:lnTo>
                    <a:pt x="9039" y="544293"/>
                  </a:lnTo>
                  <a:lnTo>
                    <a:pt x="10543" y="555808"/>
                  </a:lnTo>
                  <a:lnTo>
                    <a:pt x="11546" y="536771"/>
                  </a:lnTo>
                  <a:lnTo>
                    <a:pt x="12549" y="575833"/>
                  </a:lnTo>
                  <a:lnTo>
                    <a:pt x="14054" y="563818"/>
                  </a:lnTo>
                  <a:lnTo>
                    <a:pt x="15056" y="553305"/>
                  </a:lnTo>
                  <a:lnTo>
                    <a:pt x="16059" y="547297"/>
                  </a:lnTo>
                  <a:lnTo>
                    <a:pt x="17564" y="564819"/>
                  </a:lnTo>
                  <a:lnTo>
                    <a:pt x="18567" y="532766"/>
                  </a:lnTo>
                  <a:lnTo>
                    <a:pt x="19569" y="544794"/>
                  </a:lnTo>
                  <a:lnTo>
                    <a:pt x="21074" y="562817"/>
                  </a:lnTo>
                  <a:lnTo>
                    <a:pt x="22077" y="575332"/>
                  </a:lnTo>
                  <a:lnTo>
                    <a:pt x="23080" y="560814"/>
                  </a:lnTo>
                  <a:lnTo>
                    <a:pt x="24083" y="566822"/>
                  </a:lnTo>
                  <a:lnTo>
                    <a:pt x="25587" y="564819"/>
                  </a:lnTo>
                  <a:lnTo>
                    <a:pt x="26590" y="577335"/>
                  </a:lnTo>
                  <a:lnTo>
                    <a:pt x="27593" y="552804"/>
                  </a:lnTo>
                  <a:lnTo>
                    <a:pt x="29097" y="558812"/>
                  </a:lnTo>
                  <a:lnTo>
                    <a:pt x="30100" y="562817"/>
                  </a:lnTo>
                  <a:lnTo>
                    <a:pt x="31103" y="567823"/>
                  </a:lnTo>
                  <a:lnTo>
                    <a:pt x="32607" y="550802"/>
                  </a:lnTo>
                  <a:lnTo>
                    <a:pt x="33610" y="564819"/>
                  </a:lnTo>
                  <a:lnTo>
                    <a:pt x="34613" y="575833"/>
                  </a:lnTo>
                  <a:lnTo>
                    <a:pt x="36117" y="566822"/>
                  </a:lnTo>
                  <a:lnTo>
                    <a:pt x="37120" y="553805"/>
                  </a:lnTo>
                  <a:lnTo>
                    <a:pt x="38123" y="565820"/>
                  </a:lnTo>
                  <a:lnTo>
                    <a:pt x="39126" y="581340"/>
                  </a:lnTo>
                  <a:lnTo>
                    <a:pt x="40630" y="567322"/>
                  </a:lnTo>
                  <a:lnTo>
                    <a:pt x="41633" y="563818"/>
                  </a:lnTo>
                  <a:lnTo>
                    <a:pt x="42636" y="569825"/>
                  </a:lnTo>
                  <a:lnTo>
                    <a:pt x="44141" y="561315"/>
                  </a:lnTo>
                  <a:lnTo>
                    <a:pt x="45144" y="573830"/>
                  </a:lnTo>
                  <a:lnTo>
                    <a:pt x="46146" y="570326"/>
                  </a:lnTo>
                  <a:lnTo>
                    <a:pt x="47651" y="550802"/>
                  </a:lnTo>
                  <a:lnTo>
                    <a:pt x="48654" y="569825"/>
                  </a:lnTo>
                  <a:lnTo>
                    <a:pt x="49657" y="572329"/>
                  </a:lnTo>
                  <a:lnTo>
                    <a:pt x="51161" y="579337"/>
                  </a:lnTo>
                  <a:lnTo>
                    <a:pt x="52164" y="578336"/>
                  </a:lnTo>
                  <a:lnTo>
                    <a:pt x="53167" y="571828"/>
                  </a:lnTo>
                  <a:lnTo>
                    <a:pt x="54170" y="586847"/>
                  </a:lnTo>
                  <a:lnTo>
                    <a:pt x="55674" y="571828"/>
                  </a:lnTo>
                  <a:lnTo>
                    <a:pt x="56677" y="575833"/>
                  </a:lnTo>
                  <a:lnTo>
                    <a:pt x="57680" y="576834"/>
                  </a:lnTo>
                  <a:lnTo>
                    <a:pt x="59184" y="581340"/>
                  </a:lnTo>
                  <a:lnTo>
                    <a:pt x="60187" y="607873"/>
                  </a:lnTo>
                  <a:lnTo>
                    <a:pt x="61190" y="569325"/>
                  </a:lnTo>
                  <a:lnTo>
                    <a:pt x="62694" y="567322"/>
                  </a:lnTo>
                  <a:lnTo>
                    <a:pt x="63697" y="590852"/>
                  </a:lnTo>
                  <a:lnTo>
                    <a:pt x="64700" y="584344"/>
                  </a:lnTo>
                  <a:lnTo>
                    <a:pt x="66204" y="583843"/>
                  </a:lnTo>
                  <a:lnTo>
                    <a:pt x="67207" y="577335"/>
                  </a:lnTo>
                  <a:lnTo>
                    <a:pt x="68210" y="574331"/>
                  </a:lnTo>
                  <a:lnTo>
                    <a:pt x="69715" y="589350"/>
                  </a:lnTo>
                  <a:lnTo>
                    <a:pt x="70718" y="558812"/>
                  </a:lnTo>
                  <a:lnTo>
                    <a:pt x="71720" y="569825"/>
                  </a:lnTo>
                  <a:lnTo>
                    <a:pt x="72723" y="576334"/>
                  </a:lnTo>
                  <a:lnTo>
                    <a:pt x="74228" y="570326"/>
                  </a:lnTo>
                  <a:lnTo>
                    <a:pt x="75231" y="580839"/>
                  </a:lnTo>
                  <a:lnTo>
                    <a:pt x="76233" y="557810"/>
                  </a:lnTo>
                  <a:lnTo>
                    <a:pt x="77738" y="573830"/>
                  </a:lnTo>
                  <a:lnTo>
                    <a:pt x="78741" y="576334"/>
                  </a:lnTo>
                  <a:lnTo>
                    <a:pt x="79744" y="577335"/>
                  </a:lnTo>
                  <a:lnTo>
                    <a:pt x="81248" y="562817"/>
                  </a:lnTo>
                  <a:lnTo>
                    <a:pt x="82251" y="570827"/>
                  </a:lnTo>
                  <a:lnTo>
                    <a:pt x="83254" y="565820"/>
                  </a:lnTo>
                  <a:lnTo>
                    <a:pt x="84758" y="567823"/>
                  </a:lnTo>
                  <a:lnTo>
                    <a:pt x="85761" y="557810"/>
                  </a:lnTo>
                  <a:lnTo>
                    <a:pt x="86764" y="525256"/>
                  </a:lnTo>
                  <a:lnTo>
                    <a:pt x="87767" y="480701"/>
                  </a:lnTo>
                  <a:lnTo>
                    <a:pt x="89271" y="440130"/>
                  </a:lnTo>
                  <a:lnTo>
                    <a:pt x="90274" y="400080"/>
                  </a:lnTo>
                  <a:lnTo>
                    <a:pt x="91277" y="372031"/>
                  </a:lnTo>
                  <a:lnTo>
                    <a:pt x="92781" y="339491"/>
                  </a:lnTo>
                  <a:lnTo>
                    <a:pt x="93784" y="325473"/>
                  </a:lnTo>
                  <a:lnTo>
                    <a:pt x="94787" y="304447"/>
                  </a:lnTo>
                  <a:lnTo>
                    <a:pt x="96292" y="281398"/>
                  </a:lnTo>
                  <a:lnTo>
                    <a:pt x="97294" y="274890"/>
                  </a:lnTo>
                  <a:lnTo>
                    <a:pt x="98297" y="270885"/>
                  </a:lnTo>
                  <a:lnTo>
                    <a:pt x="99802" y="259871"/>
                  </a:lnTo>
                  <a:lnTo>
                    <a:pt x="100805" y="263876"/>
                  </a:lnTo>
                  <a:lnTo>
                    <a:pt x="101807" y="258369"/>
                  </a:lnTo>
                  <a:lnTo>
                    <a:pt x="102810" y="261874"/>
                  </a:lnTo>
                  <a:lnTo>
                    <a:pt x="104315" y="253864"/>
                  </a:lnTo>
                  <a:lnTo>
                    <a:pt x="105318" y="260372"/>
                  </a:lnTo>
                  <a:lnTo>
                    <a:pt x="106321" y="257368"/>
                  </a:lnTo>
                  <a:lnTo>
                    <a:pt x="107825" y="261373"/>
                  </a:lnTo>
                  <a:lnTo>
                    <a:pt x="108848" y="260872"/>
                  </a:lnTo>
                  <a:lnTo>
                    <a:pt x="109851" y="269383"/>
                  </a:lnTo>
                  <a:lnTo>
                    <a:pt x="113361" y="326975"/>
                  </a:lnTo>
                  <a:lnTo>
                    <a:pt x="115868" y="402082"/>
                  </a:lnTo>
                  <a:lnTo>
                    <a:pt x="116871" y="431119"/>
                  </a:lnTo>
                  <a:lnTo>
                    <a:pt x="117874" y="476195"/>
                  </a:lnTo>
                  <a:lnTo>
                    <a:pt x="119378" y="494218"/>
                  </a:lnTo>
                  <a:lnTo>
                    <a:pt x="120381" y="532265"/>
                  </a:lnTo>
                  <a:lnTo>
                    <a:pt x="121384" y="554306"/>
                  </a:lnTo>
                  <a:lnTo>
                    <a:pt x="122889" y="546797"/>
                  </a:lnTo>
                  <a:lnTo>
                    <a:pt x="123891" y="579337"/>
                  </a:lnTo>
                  <a:lnTo>
                    <a:pt x="124894" y="594857"/>
                  </a:lnTo>
                  <a:lnTo>
                    <a:pt x="126399" y="583342"/>
                  </a:lnTo>
                  <a:lnTo>
                    <a:pt x="127402" y="586346"/>
                  </a:lnTo>
                  <a:lnTo>
                    <a:pt x="128405" y="573330"/>
                  </a:lnTo>
                  <a:lnTo>
                    <a:pt x="129909" y="599863"/>
                  </a:lnTo>
                  <a:lnTo>
                    <a:pt x="130912" y="608374"/>
                  </a:lnTo>
                  <a:lnTo>
                    <a:pt x="131915" y="587347"/>
                  </a:lnTo>
                  <a:lnTo>
                    <a:pt x="132918" y="584344"/>
                  </a:lnTo>
                  <a:lnTo>
                    <a:pt x="134422" y="593855"/>
                  </a:lnTo>
                  <a:lnTo>
                    <a:pt x="135425" y="585345"/>
                  </a:lnTo>
                  <a:lnTo>
                    <a:pt x="136428" y="589350"/>
                  </a:lnTo>
                  <a:lnTo>
                    <a:pt x="137932" y="593355"/>
                  </a:lnTo>
                  <a:lnTo>
                    <a:pt x="138935" y="600364"/>
                  </a:lnTo>
                  <a:lnTo>
                    <a:pt x="139938" y="606872"/>
                  </a:lnTo>
                  <a:lnTo>
                    <a:pt x="141442" y="609875"/>
                  </a:lnTo>
                  <a:lnTo>
                    <a:pt x="142445" y="587848"/>
                  </a:lnTo>
                  <a:lnTo>
                    <a:pt x="143448" y="605370"/>
                  </a:lnTo>
                  <a:lnTo>
                    <a:pt x="144952" y="601365"/>
                  </a:lnTo>
                  <a:lnTo>
                    <a:pt x="145955" y="609875"/>
                  </a:lnTo>
                  <a:lnTo>
                    <a:pt x="146958" y="597360"/>
                  </a:lnTo>
                  <a:lnTo>
                    <a:pt x="147961" y="600864"/>
                  </a:lnTo>
                  <a:lnTo>
                    <a:pt x="149465" y="610376"/>
                  </a:lnTo>
                  <a:lnTo>
                    <a:pt x="150468" y="602867"/>
                  </a:lnTo>
                  <a:lnTo>
                    <a:pt x="151471" y="609375"/>
                  </a:lnTo>
                  <a:lnTo>
                    <a:pt x="152976" y="622892"/>
                  </a:lnTo>
                  <a:lnTo>
                    <a:pt x="153979" y="616384"/>
                  </a:lnTo>
                  <a:lnTo>
                    <a:pt x="154981" y="608374"/>
                  </a:lnTo>
                  <a:lnTo>
                    <a:pt x="156486" y="615883"/>
                  </a:lnTo>
                  <a:lnTo>
                    <a:pt x="157489" y="589850"/>
                  </a:lnTo>
                  <a:lnTo>
                    <a:pt x="158492" y="612379"/>
                  </a:lnTo>
                  <a:lnTo>
                    <a:pt x="159996" y="608374"/>
                  </a:lnTo>
                  <a:lnTo>
                    <a:pt x="160999" y="608374"/>
                  </a:lnTo>
                  <a:lnTo>
                    <a:pt x="162002" y="620389"/>
                  </a:lnTo>
                  <a:lnTo>
                    <a:pt x="163005" y="620389"/>
                  </a:lnTo>
                  <a:lnTo>
                    <a:pt x="164509" y="610376"/>
                  </a:lnTo>
                  <a:lnTo>
                    <a:pt x="165512" y="606371"/>
                  </a:lnTo>
                  <a:lnTo>
                    <a:pt x="166515" y="597860"/>
                  </a:lnTo>
                  <a:lnTo>
                    <a:pt x="168019" y="606371"/>
                  </a:lnTo>
                  <a:lnTo>
                    <a:pt x="169022" y="618386"/>
                  </a:lnTo>
                  <a:lnTo>
                    <a:pt x="170025" y="627417"/>
                  </a:lnTo>
                  <a:lnTo>
                    <a:pt x="171529" y="615382"/>
                  </a:lnTo>
                  <a:lnTo>
                    <a:pt x="172532" y="624414"/>
                  </a:lnTo>
                  <a:lnTo>
                    <a:pt x="173535" y="621891"/>
                  </a:lnTo>
                  <a:lnTo>
                    <a:pt x="175039" y="616384"/>
                  </a:lnTo>
                  <a:lnTo>
                    <a:pt x="176042" y="623412"/>
                  </a:lnTo>
                  <a:lnTo>
                    <a:pt x="177045" y="593355"/>
                  </a:lnTo>
                  <a:lnTo>
                    <a:pt x="178048" y="617385"/>
                  </a:lnTo>
                  <a:lnTo>
                    <a:pt x="179553" y="607873"/>
                  </a:lnTo>
                  <a:lnTo>
                    <a:pt x="180555" y="622391"/>
                  </a:lnTo>
                  <a:lnTo>
                    <a:pt x="181558" y="627417"/>
                  </a:lnTo>
                  <a:lnTo>
                    <a:pt x="183063" y="599863"/>
                  </a:lnTo>
                  <a:lnTo>
                    <a:pt x="184066" y="606872"/>
                  </a:lnTo>
                  <a:lnTo>
                    <a:pt x="185069" y="625415"/>
                  </a:lnTo>
                  <a:lnTo>
                    <a:pt x="186573" y="636429"/>
                  </a:lnTo>
                  <a:lnTo>
                    <a:pt x="187576" y="600364"/>
                  </a:lnTo>
                  <a:lnTo>
                    <a:pt x="188579" y="616384"/>
                  </a:lnTo>
                  <a:lnTo>
                    <a:pt x="190083" y="624914"/>
                  </a:lnTo>
                  <a:lnTo>
                    <a:pt x="191086" y="601865"/>
                  </a:lnTo>
                  <a:lnTo>
                    <a:pt x="192089" y="624914"/>
                  </a:lnTo>
                  <a:lnTo>
                    <a:pt x="193593" y="615382"/>
                  </a:lnTo>
                  <a:lnTo>
                    <a:pt x="194596" y="618386"/>
                  </a:lnTo>
                  <a:lnTo>
                    <a:pt x="195599" y="618386"/>
                  </a:lnTo>
                  <a:lnTo>
                    <a:pt x="196602" y="634426"/>
                  </a:lnTo>
                  <a:lnTo>
                    <a:pt x="198106" y="635928"/>
                  </a:lnTo>
                  <a:lnTo>
                    <a:pt x="199109" y="615382"/>
                  </a:lnTo>
                  <a:lnTo>
                    <a:pt x="200112" y="626917"/>
                  </a:lnTo>
                  <a:lnTo>
                    <a:pt x="201616" y="624414"/>
                  </a:lnTo>
                  <a:lnTo>
                    <a:pt x="202619" y="627417"/>
                  </a:lnTo>
                  <a:lnTo>
                    <a:pt x="203622" y="615883"/>
                  </a:lnTo>
                  <a:lnTo>
                    <a:pt x="205127" y="620389"/>
                  </a:lnTo>
                  <a:lnTo>
                    <a:pt x="206129" y="610376"/>
                  </a:lnTo>
                  <a:lnTo>
                    <a:pt x="207132" y="623412"/>
                  </a:lnTo>
                  <a:lnTo>
                    <a:pt x="208637" y="634426"/>
                  </a:lnTo>
                  <a:lnTo>
                    <a:pt x="209640" y="614882"/>
                  </a:lnTo>
                  <a:lnTo>
                    <a:pt x="210643" y="614882"/>
                  </a:lnTo>
                  <a:lnTo>
                    <a:pt x="211645" y="639933"/>
                  </a:lnTo>
                  <a:lnTo>
                    <a:pt x="213150" y="620389"/>
                  </a:lnTo>
                  <a:lnTo>
                    <a:pt x="214153" y="628919"/>
                  </a:lnTo>
                  <a:lnTo>
                    <a:pt x="215169" y="603868"/>
                  </a:lnTo>
                  <a:lnTo>
                    <a:pt x="216673" y="612379"/>
                  </a:lnTo>
                  <a:lnTo>
                    <a:pt x="217676" y="626917"/>
                  </a:lnTo>
                  <a:lnTo>
                    <a:pt x="218679" y="616384"/>
                  </a:lnTo>
                  <a:lnTo>
                    <a:pt x="220183" y="624414"/>
                  </a:lnTo>
                  <a:lnTo>
                    <a:pt x="221186" y="649946"/>
                  </a:lnTo>
                  <a:lnTo>
                    <a:pt x="222189" y="638431"/>
                  </a:lnTo>
                  <a:lnTo>
                    <a:pt x="223694" y="632924"/>
                  </a:lnTo>
                  <a:lnTo>
                    <a:pt x="224697" y="629420"/>
                  </a:lnTo>
                  <a:lnTo>
                    <a:pt x="225699" y="607873"/>
                  </a:lnTo>
                  <a:lnTo>
                    <a:pt x="226702" y="626416"/>
                  </a:lnTo>
                  <a:lnTo>
                    <a:pt x="228207" y="611377"/>
                  </a:lnTo>
                  <a:lnTo>
                    <a:pt x="229210" y="649946"/>
                  </a:lnTo>
                  <a:lnTo>
                    <a:pt x="230213" y="620889"/>
                  </a:lnTo>
                  <a:lnTo>
                    <a:pt x="231717" y="625415"/>
                  </a:lnTo>
                  <a:lnTo>
                    <a:pt x="232720" y="646441"/>
                  </a:lnTo>
                  <a:lnTo>
                    <a:pt x="233723" y="641435"/>
                  </a:lnTo>
                  <a:lnTo>
                    <a:pt x="235227" y="613880"/>
                  </a:lnTo>
                  <a:lnTo>
                    <a:pt x="236230" y="607873"/>
                  </a:lnTo>
                  <a:lnTo>
                    <a:pt x="237233" y="608374"/>
                  </a:lnTo>
                  <a:lnTo>
                    <a:pt x="238737" y="591352"/>
                  </a:lnTo>
                  <a:lnTo>
                    <a:pt x="239740" y="585845"/>
                  </a:lnTo>
                  <a:lnTo>
                    <a:pt x="240743" y="589850"/>
                  </a:lnTo>
                  <a:lnTo>
                    <a:pt x="241746" y="553805"/>
                  </a:lnTo>
                  <a:lnTo>
                    <a:pt x="243250" y="544293"/>
                  </a:lnTo>
                  <a:lnTo>
                    <a:pt x="244253" y="516746"/>
                  </a:lnTo>
                  <a:lnTo>
                    <a:pt x="245256" y="467184"/>
                  </a:lnTo>
                  <a:lnTo>
                    <a:pt x="246760" y="442633"/>
                  </a:lnTo>
                  <a:lnTo>
                    <a:pt x="247763" y="424110"/>
                  </a:lnTo>
                  <a:lnTo>
                    <a:pt x="248766" y="390067"/>
                  </a:lnTo>
                  <a:lnTo>
                    <a:pt x="250271" y="363521"/>
                  </a:lnTo>
                  <a:lnTo>
                    <a:pt x="251273" y="331981"/>
                  </a:lnTo>
                  <a:lnTo>
                    <a:pt x="252276" y="319966"/>
                  </a:lnTo>
                  <a:lnTo>
                    <a:pt x="253781" y="296417"/>
                  </a:lnTo>
                  <a:lnTo>
                    <a:pt x="254784" y="293914"/>
                  </a:lnTo>
                  <a:lnTo>
                    <a:pt x="255787" y="270885"/>
                  </a:lnTo>
                  <a:lnTo>
                    <a:pt x="256789" y="277894"/>
                  </a:lnTo>
                  <a:lnTo>
                    <a:pt x="258294" y="265378"/>
                  </a:lnTo>
                  <a:lnTo>
                    <a:pt x="259297" y="263376"/>
                  </a:lnTo>
                  <a:lnTo>
                    <a:pt x="260300" y="262374"/>
                  </a:lnTo>
                  <a:lnTo>
                    <a:pt x="261804" y="253363"/>
                  </a:lnTo>
                  <a:lnTo>
                    <a:pt x="262807" y="265378"/>
                  </a:lnTo>
                  <a:lnTo>
                    <a:pt x="263810" y="264877"/>
                  </a:lnTo>
                  <a:lnTo>
                    <a:pt x="265314" y="265378"/>
                  </a:lnTo>
                  <a:lnTo>
                    <a:pt x="266317" y="275891"/>
                  </a:lnTo>
                  <a:lnTo>
                    <a:pt x="267320" y="282399"/>
                  </a:lnTo>
                  <a:lnTo>
                    <a:pt x="268824" y="295916"/>
                  </a:lnTo>
                  <a:lnTo>
                    <a:pt x="269827" y="300922"/>
                  </a:lnTo>
                  <a:lnTo>
                    <a:pt x="270830" y="316462"/>
                  </a:lnTo>
                  <a:lnTo>
                    <a:pt x="271833" y="353508"/>
                  </a:lnTo>
                  <a:lnTo>
                    <a:pt x="273337" y="372532"/>
                  </a:lnTo>
                  <a:lnTo>
                    <a:pt x="274340" y="410593"/>
                  </a:lnTo>
                  <a:lnTo>
                    <a:pt x="275343" y="453647"/>
                  </a:lnTo>
                  <a:lnTo>
                    <a:pt x="276847" y="473692"/>
                  </a:lnTo>
                  <a:lnTo>
                    <a:pt x="277850" y="517747"/>
                  </a:lnTo>
                  <a:lnTo>
                    <a:pt x="278853" y="539774"/>
                  </a:lnTo>
                  <a:lnTo>
                    <a:pt x="280358" y="575833"/>
                  </a:lnTo>
                  <a:lnTo>
                    <a:pt x="281361" y="590351"/>
                  </a:lnTo>
                  <a:lnTo>
                    <a:pt x="282363" y="596859"/>
                  </a:lnTo>
                  <a:lnTo>
                    <a:pt x="283868" y="607372"/>
                  </a:lnTo>
                  <a:lnTo>
                    <a:pt x="284871" y="624414"/>
                  </a:lnTo>
                  <a:lnTo>
                    <a:pt x="285874" y="644939"/>
                  </a:lnTo>
                  <a:lnTo>
                    <a:pt x="286877" y="626917"/>
                  </a:lnTo>
                  <a:lnTo>
                    <a:pt x="288381" y="660959"/>
                  </a:lnTo>
                  <a:lnTo>
                    <a:pt x="289384" y="636429"/>
                  </a:lnTo>
                  <a:lnTo>
                    <a:pt x="290387" y="646441"/>
                  </a:lnTo>
                  <a:lnTo>
                    <a:pt x="291891" y="657956"/>
                  </a:lnTo>
                  <a:lnTo>
                    <a:pt x="292894" y="630421"/>
                  </a:lnTo>
                  <a:lnTo>
                    <a:pt x="293897" y="639933"/>
                  </a:lnTo>
                  <a:lnTo>
                    <a:pt x="295401" y="653951"/>
                  </a:lnTo>
                  <a:lnTo>
                    <a:pt x="296404" y="644939"/>
                  </a:lnTo>
                  <a:lnTo>
                    <a:pt x="297407" y="657956"/>
                  </a:lnTo>
                  <a:lnTo>
                    <a:pt x="298911" y="651447"/>
                  </a:lnTo>
                  <a:lnTo>
                    <a:pt x="299914" y="665465"/>
                  </a:lnTo>
                  <a:lnTo>
                    <a:pt x="300917" y="663963"/>
                  </a:lnTo>
                  <a:lnTo>
                    <a:pt x="301920" y="680984"/>
                  </a:lnTo>
                  <a:lnTo>
                    <a:pt x="303424" y="663963"/>
                  </a:lnTo>
                  <a:lnTo>
                    <a:pt x="304427" y="648444"/>
                  </a:lnTo>
                  <a:lnTo>
                    <a:pt x="305430" y="656954"/>
                  </a:lnTo>
                  <a:lnTo>
                    <a:pt x="306935" y="647943"/>
                  </a:lnTo>
                  <a:lnTo>
                    <a:pt x="307938" y="669971"/>
                  </a:lnTo>
                  <a:lnTo>
                    <a:pt x="308940" y="659958"/>
                  </a:lnTo>
                  <a:lnTo>
                    <a:pt x="310445" y="685991"/>
                  </a:lnTo>
                  <a:lnTo>
                    <a:pt x="311448" y="668969"/>
                  </a:lnTo>
                  <a:lnTo>
                    <a:pt x="312451" y="663462"/>
                  </a:lnTo>
                  <a:lnTo>
                    <a:pt x="313955" y="663462"/>
                  </a:lnTo>
                  <a:lnTo>
                    <a:pt x="314958" y="632424"/>
                  </a:lnTo>
                  <a:lnTo>
                    <a:pt x="315961" y="677480"/>
                  </a:lnTo>
                  <a:lnTo>
                    <a:pt x="317465" y="656954"/>
                  </a:lnTo>
                  <a:lnTo>
                    <a:pt x="318468" y="655953"/>
                  </a:lnTo>
                  <a:lnTo>
                    <a:pt x="319471" y="663462"/>
                  </a:lnTo>
                  <a:lnTo>
                    <a:pt x="320487" y="648444"/>
                  </a:lnTo>
                  <a:lnTo>
                    <a:pt x="321992" y="689996"/>
                  </a:lnTo>
                  <a:lnTo>
                    <a:pt x="322994" y="662461"/>
                  </a:lnTo>
                  <a:lnTo>
                    <a:pt x="323997" y="667968"/>
                  </a:lnTo>
                  <a:lnTo>
                    <a:pt x="325502" y="649445"/>
                  </a:lnTo>
                  <a:lnTo>
                    <a:pt x="326505" y="662461"/>
                  </a:lnTo>
                  <a:lnTo>
                    <a:pt x="327507" y="695503"/>
                  </a:lnTo>
                  <a:lnTo>
                    <a:pt x="329012" y="666466"/>
                  </a:lnTo>
                  <a:lnTo>
                    <a:pt x="330015" y="642937"/>
                  </a:lnTo>
                  <a:lnTo>
                    <a:pt x="331018" y="664964"/>
                  </a:lnTo>
                  <a:lnTo>
                    <a:pt x="332522" y="657956"/>
                  </a:lnTo>
                  <a:lnTo>
                    <a:pt x="333525" y="677480"/>
                  </a:lnTo>
                  <a:lnTo>
                    <a:pt x="334528" y="695503"/>
                  </a:lnTo>
                  <a:lnTo>
                    <a:pt x="335531" y="664964"/>
                  </a:lnTo>
                  <a:lnTo>
                    <a:pt x="337035" y="697505"/>
                  </a:lnTo>
                  <a:lnTo>
                    <a:pt x="338038" y="674977"/>
                  </a:lnTo>
                  <a:lnTo>
                    <a:pt x="339041" y="663963"/>
                  </a:lnTo>
                  <a:lnTo>
                    <a:pt x="340545" y="665465"/>
                  </a:lnTo>
                  <a:lnTo>
                    <a:pt x="341548" y="686992"/>
                  </a:lnTo>
                  <a:lnTo>
                    <a:pt x="342551" y="661460"/>
                  </a:lnTo>
                  <a:lnTo>
                    <a:pt x="344055" y="676479"/>
                  </a:lnTo>
                  <a:lnTo>
                    <a:pt x="345058" y="656954"/>
                  </a:lnTo>
                  <a:lnTo>
                    <a:pt x="346061" y="676479"/>
                  </a:lnTo>
                  <a:lnTo>
                    <a:pt x="347566" y="646942"/>
                  </a:lnTo>
                  <a:lnTo>
                    <a:pt x="348568" y="677480"/>
                  </a:lnTo>
                  <a:lnTo>
                    <a:pt x="349571" y="699007"/>
                  </a:lnTo>
                  <a:lnTo>
                    <a:pt x="350574" y="676479"/>
                  </a:lnTo>
                  <a:lnTo>
                    <a:pt x="352079" y="668969"/>
                  </a:lnTo>
                  <a:lnTo>
                    <a:pt x="353082" y="670471"/>
                  </a:lnTo>
                  <a:lnTo>
                    <a:pt x="354084" y="686992"/>
                  </a:lnTo>
                  <a:lnTo>
                    <a:pt x="355589" y="685490"/>
                  </a:lnTo>
                  <a:lnTo>
                    <a:pt x="356592" y="688994"/>
                  </a:lnTo>
                  <a:lnTo>
                    <a:pt x="357595" y="667968"/>
                  </a:lnTo>
                  <a:lnTo>
                    <a:pt x="359099" y="662461"/>
                  </a:lnTo>
                  <a:lnTo>
                    <a:pt x="360102" y="677480"/>
                  </a:lnTo>
                  <a:lnTo>
                    <a:pt x="361105" y="677981"/>
                  </a:lnTo>
                  <a:lnTo>
                    <a:pt x="362609" y="669971"/>
                  </a:lnTo>
                  <a:lnTo>
                    <a:pt x="363612" y="689996"/>
                  </a:lnTo>
                  <a:lnTo>
                    <a:pt x="364615" y="665465"/>
                  </a:lnTo>
                  <a:lnTo>
                    <a:pt x="365618" y="687993"/>
                  </a:lnTo>
                  <a:lnTo>
                    <a:pt x="367122" y="684489"/>
                  </a:lnTo>
                  <a:lnTo>
                    <a:pt x="368125" y="691498"/>
                  </a:lnTo>
                  <a:lnTo>
                    <a:pt x="369128" y="660959"/>
                  </a:lnTo>
                  <a:lnTo>
                    <a:pt x="370632" y="659457"/>
                  </a:lnTo>
                  <a:lnTo>
                    <a:pt x="371635" y="668969"/>
                  </a:lnTo>
                  <a:lnTo>
                    <a:pt x="372638" y="693500"/>
                  </a:lnTo>
                  <a:lnTo>
                    <a:pt x="374142" y="662461"/>
                  </a:lnTo>
                  <a:lnTo>
                    <a:pt x="375145" y="673976"/>
                  </a:lnTo>
                  <a:lnTo>
                    <a:pt x="376148" y="674977"/>
                  </a:lnTo>
                  <a:lnTo>
                    <a:pt x="377653" y="689996"/>
                  </a:lnTo>
                  <a:lnTo>
                    <a:pt x="378656" y="690496"/>
                  </a:lnTo>
                  <a:lnTo>
                    <a:pt x="379658" y="670471"/>
                  </a:lnTo>
                  <a:lnTo>
                    <a:pt x="380661" y="669971"/>
                  </a:lnTo>
                  <a:lnTo>
                    <a:pt x="382166" y="708032"/>
                  </a:lnTo>
                  <a:lnTo>
                    <a:pt x="383169" y="659958"/>
                  </a:lnTo>
                  <a:lnTo>
                    <a:pt x="384171" y="654451"/>
                  </a:lnTo>
                  <a:lnTo>
                    <a:pt x="385676" y="661460"/>
                  </a:lnTo>
                  <a:lnTo>
                    <a:pt x="386679" y="687993"/>
                  </a:lnTo>
                  <a:lnTo>
                    <a:pt x="387682" y="680984"/>
                  </a:lnTo>
                  <a:lnTo>
                    <a:pt x="389186" y="697505"/>
                  </a:lnTo>
                  <a:lnTo>
                    <a:pt x="390189" y="670471"/>
                  </a:lnTo>
                  <a:lnTo>
                    <a:pt x="391192" y="656954"/>
                  </a:lnTo>
                  <a:lnTo>
                    <a:pt x="392696" y="687993"/>
                  </a:lnTo>
                  <a:lnTo>
                    <a:pt x="393699" y="682486"/>
                  </a:lnTo>
                  <a:lnTo>
                    <a:pt x="394702" y="694501"/>
                  </a:lnTo>
                  <a:lnTo>
                    <a:pt x="395705" y="693500"/>
                  </a:lnTo>
                  <a:lnTo>
                    <a:pt x="397209" y="684489"/>
                  </a:lnTo>
                  <a:lnTo>
                    <a:pt x="398212" y="681485"/>
                  </a:lnTo>
                  <a:lnTo>
                    <a:pt x="399215" y="693500"/>
                  </a:lnTo>
                  <a:lnTo>
                    <a:pt x="400719" y="720547"/>
                  </a:lnTo>
                  <a:lnTo>
                    <a:pt x="401722" y="696504"/>
                  </a:lnTo>
                  <a:lnTo>
                    <a:pt x="402725" y="689996"/>
                  </a:lnTo>
                  <a:lnTo>
                    <a:pt x="404230" y="691498"/>
                  </a:lnTo>
                  <a:lnTo>
                    <a:pt x="405232" y="691498"/>
                  </a:lnTo>
                  <a:lnTo>
                    <a:pt x="406235" y="672974"/>
                  </a:lnTo>
                  <a:lnTo>
                    <a:pt x="407740" y="704027"/>
                  </a:lnTo>
                  <a:lnTo>
                    <a:pt x="408743" y="700008"/>
                  </a:lnTo>
                  <a:lnTo>
                    <a:pt x="409746" y="691498"/>
                  </a:lnTo>
                  <a:lnTo>
                    <a:pt x="410748" y="681485"/>
                  </a:lnTo>
                  <a:lnTo>
                    <a:pt x="412253" y="696504"/>
                  </a:lnTo>
                  <a:lnTo>
                    <a:pt x="413256" y="673976"/>
                  </a:lnTo>
                  <a:lnTo>
                    <a:pt x="414259" y="663963"/>
                  </a:lnTo>
                  <a:lnTo>
                    <a:pt x="415763" y="701009"/>
                  </a:lnTo>
                  <a:lnTo>
                    <a:pt x="416766" y="688994"/>
                  </a:lnTo>
                  <a:lnTo>
                    <a:pt x="417769" y="694501"/>
                  </a:lnTo>
                  <a:lnTo>
                    <a:pt x="419273" y="674977"/>
                  </a:lnTo>
                  <a:lnTo>
                    <a:pt x="420276" y="668969"/>
                  </a:lnTo>
                  <a:lnTo>
                    <a:pt x="421279" y="702011"/>
                  </a:lnTo>
                  <a:lnTo>
                    <a:pt x="422783" y="682486"/>
                  </a:lnTo>
                  <a:lnTo>
                    <a:pt x="423786" y="690496"/>
                  </a:lnTo>
                  <a:lnTo>
                    <a:pt x="424789" y="682486"/>
                  </a:lnTo>
                  <a:lnTo>
                    <a:pt x="425792" y="684489"/>
                  </a:lnTo>
                  <a:lnTo>
                    <a:pt x="427316" y="676479"/>
                  </a:lnTo>
                  <a:lnTo>
                    <a:pt x="428319" y="681485"/>
                  </a:lnTo>
                  <a:lnTo>
                    <a:pt x="429322" y="694501"/>
                  </a:lnTo>
                  <a:lnTo>
                    <a:pt x="430827" y="675478"/>
                  </a:lnTo>
                  <a:lnTo>
                    <a:pt x="431829" y="698506"/>
                  </a:lnTo>
                  <a:lnTo>
                    <a:pt x="432832" y="682486"/>
                  </a:lnTo>
                  <a:lnTo>
                    <a:pt x="434337" y="693500"/>
                  </a:lnTo>
                  <a:lnTo>
                    <a:pt x="435340" y="696504"/>
                  </a:lnTo>
                  <a:lnTo>
                    <a:pt x="436343" y="697505"/>
                  </a:lnTo>
                  <a:lnTo>
                    <a:pt x="437847" y="677981"/>
                  </a:lnTo>
                  <a:lnTo>
                    <a:pt x="438850" y="685490"/>
                  </a:lnTo>
                  <a:lnTo>
                    <a:pt x="439853" y="700008"/>
                  </a:lnTo>
                  <a:lnTo>
                    <a:pt x="441357" y="673976"/>
                  </a:lnTo>
                  <a:lnTo>
                    <a:pt x="442360" y="680984"/>
                  </a:lnTo>
                  <a:lnTo>
                    <a:pt x="443363" y="702011"/>
                  </a:lnTo>
                  <a:lnTo>
                    <a:pt x="444366" y="668969"/>
                  </a:lnTo>
                  <a:lnTo>
                    <a:pt x="445870" y="663963"/>
                  </a:lnTo>
                  <a:lnTo>
                    <a:pt x="446873" y="675478"/>
                  </a:lnTo>
                  <a:lnTo>
                    <a:pt x="447876" y="677480"/>
                  </a:lnTo>
                  <a:lnTo>
                    <a:pt x="449380" y="703012"/>
                  </a:lnTo>
                  <a:lnTo>
                    <a:pt x="450383" y="669971"/>
                  </a:lnTo>
                  <a:lnTo>
                    <a:pt x="451386" y="671473"/>
                  </a:lnTo>
                  <a:lnTo>
                    <a:pt x="452890" y="699007"/>
                  </a:lnTo>
                  <a:lnTo>
                    <a:pt x="453893" y="672974"/>
                  </a:lnTo>
                  <a:lnTo>
                    <a:pt x="454896" y="668969"/>
                  </a:lnTo>
                  <a:lnTo>
                    <a:pt x="456401" y="699007"/>
                  </a:lnTo>
                  <a:lnTo>
                    <a:pt x="457403" y="687993"/>
                  </a:lnTo>
                  <a:lnTo>
                    <a:pt x="458406" y="683488"/>
                  </a:lnTo>
                  <a:lnTo>
                    <a:pt x="459409" y="681485"/>
                  </a:lnTo>
                  <a:lnTo>
                    <a:pt x="460914" y="708032"/>
                  </a:lnTo>
                  <a:lnTo>
                    <a:pt x="461917" y="670471"/>
                  </a:lnTo>
                  <a:lnTo>
                    <a:pt x="462919" y="691498"/>
                  </a:lnTo>
                  <a:lnTo>
                    <a:pt x="464424" y="676479"/>
                  </a:lnTo>
                  <a:lnTo>
                    <a:pt x="465427" y="670471"/>
                  </a:lnTo>
                  <a:lnTo>
                    <a:pt x="466430" y="677981"/>
                  </a:lnTo>
                  <a:lnTo>
                    <a:pt x="467934" y="690496"/>
                  </a:lnTo>
                  <a:lnTo>
                    <a:pt x="468937" y="717543"/>
                  </a:lnTo>
                  <a:lnTo>
                    <a:pt x="469940" y="665465"/>
                  </a:lnTo>
                  <a:lnTo>
                    <a:pt x="471444" y="652449"/>
                  </a:lnTo>
                  <a:lnTo>
                    <a:pt x="472447" y="644939"/>
                  </a:lnTo>
                  <a:lnTo>
                    <a:pt x="473450" y="616384"/>
                  </a:lnTo>
                  <a:lnTo>
                    <a:pt x="474453" y="564819"/>
                  </a:lnTo>
                  <a:lnTo>
                    <a:pt x="475957" y="517246"/>
                  </a:lnTo>
                  <a:lnTo>
                    <a:pt x="476960" y="449141"/>
                  </a:lnTo>
                  <a:lnTo>
                    <a:pt x="477963" y="428115"/>
                  </a:lnTo>
                  <a:lnTo>
                    <a:pt x="479467" y="400580"/>
                  </a:lnTo>
                  <a:lnTo>
                    <a:pt x="480470" y="365023"/>
                  </a:lnTo>
                  <a:lnTo>
                    <a:pt x="481473" y="340993"/>
                  </a:lnTo>
                  <a:lnTo>
                    <a:pt x="482977" y="309453"/>
                  </a:lnTo>
                  <a:lnTo>
                    <a:pt x="483980" y="279896"/>
                  </a:lnTo>
                  <a:lnTo>
                    <a:pt x="484983" y="254865"/>
                  </a:lnTo>
                  <a:lnTo>
                    <a:pt x="486488" y="219307"/>
                  </a:lnTo>
                  <a:lnTo>
                    <a:pt x="487490" y="194776"/>
                  </a:lnTo>
                  <a:lnTo>
                    <a:pt x="489496" y="144714"/>
                  </a:lnTo>
                  <a:lnTo>
                    <a:pt x="492004" y="100639"/>
                  </a:lnTo>
                  <a:lnTo>
                    <a:pt x="493006" y="98136"/>
                  </a:lnTo>
                  <a:lnTo>
                    <a:pt x="494511" y="34543"/>
                  </a:lnTo>
                  <a:lnTo>
                    <a:pt x="495514" y="2503"/>
                  </a:lnTo>
                  <a:lnTo>
                    <a:pt x="496517" y="0"/>
                  </a:lnTo>
                  <a:lnTo>
                    <a:pt x="498021" y="3003"/>
                  </a:lnTo>
                  <a:lnTo>
                    <a:pt x="499024" y="5006"/>
                  </a:lnTo>
                  <a:lnTo>
                    <a:pt x="500027" y="8010"/>
                  </a:lnTo>
                  <a:lnTo>
                    <a:pt x="501531" y="8010"/>
                  </a:lnTo>
                  <a:lnTo>
                    <a:pt x="502534" y="12015"/>
                  </a:lnTo>
                  <a:lnTo>
                    <a:pt x="503537" y="17521"/>
                  </a:lnTo>
                  <a:lnTo>
                    <a:pt x="504540" y="23529"/>
                  </a:lnTo>
                  <a:lnTo>
                    <a:pt x="506044" y="25531"/>
                  </a:lnTo>
                  <a:lnTo>
                    <a:pt x="507047" y="34042"/>
                  </a:lnTo>
                  <a:lnTo>
                    <a:pt x="508050" y="40550"/>
                  </a:lnTo>
                  <a:lnTo>
                    <a:pt x="509554" y="54067"/>
                  </a:lnTo>
                  <a:lnTo>
                    <a:pt x="510557" y="72103"/>
                  </a:lnTo>
                  <a:lnTo>
                    <a:pt x="511560" y="79612"/>
                  </a:lnTo>
                  <a:lnTo>
                    <a:pt x="513065" y="108148"/>
                  </a:lnTo>
                  <a:lnTo>
                    <a:pt x="514067" y="120664"/>
                  </a:lnTo>
                  <a:lnTo>
                    <a:pt x="515070" y="139187"/>
                  </a:lnTo>
                  <a:lnTo>
                    <a:pt x="516575" y="185265"/>
                  </a:lnTo>
                  <a:lnTo>
                    <a:pt x="517578" y="445637"/>
                  </a:lnTo>
                  <a:lnTo>
                    <a:pt x="518581" y="606872"/>
                  </a:lnTo>
                  <a:lnTo>
                    <a:pt x="519583" y="653951"/>
                  </a:lnTo>
                  <a:lnTo>
                    <a:pt x="521088" y="655452"/>
                  </a:lnTo>
                  <a:lnTo>
                    <a:pt x="522091" y="663462"/>
                  </a:lnTo>
                  <a:lnTo>
                    <a:pt x="523094" y="667468"/>
                  </a:lnTo>
                  <a:lnTo>
                    <a:pt x="524598" y="670471"/>
                  </a:lnTo>
                  <a:lnTo>
                    <a:pt x="525601" y="691498"/>
                  </a:lnTo>
                  <a:lnTo>
                    <a:pt x="526604" y="675478"/>
                  </a:lnTo>
                  <a:lnTo>
                    <a:pt x="528108" y="691498"/>
                  </a:lnTo>
                  <a:lnTo>
                    <a:pt x="529111" y="684489"/>
                  </a:lnTo>
                  <a:lnTo>
                    <a:pt x="530114" y="689996"/>
                  </a:lnTo>
                  <a:lnTo>
                    <a:pt x="531618" y="693500"/>
                  </a:lnTo>
                  <a:lnTo>
                    <a:pt x="532641" y="685490"/>
                  </a:lnTo>
                  <a:lnTo>
                    <a:pt x="533644" y="715541"/>
                  </a:lnTo>
                  <a:lnTo>
                    <a:pt x="534647" y="666466"/>
                  </a:lnTo>
                  <a:lnTo>
                    <a:pt x="536151" y="688994"/>
                  </a:lnTo>
                  <a:lnTo>
                    <a:pt x="537154" y="681485"/>
                  </a:lnTo>
                  <a:lnTo>
                    <a:pt x="538157" y="696504"/>
                  </a:lnTo>
                  <a:lnTo>
                    <a:pt x="539662" y="673976"/>
                  </a:lnTo>
                  <a:lnTo>
                    <a:pt x="540664" y="705028"/>
                  </a:lnTo>
                  <a:lnTo>
                    <a:pt x="541667" y="702011"/>
                  </a:lnTo>
                  <a:lnTo>
                    <a:pt x="543172" y="683488"/>
                  </a:lnTo>
                  <a:lnTo>
                    <a:pt x="544175" y="693500"/>
                  </a:lnTo>
                  <a:lnTo>
                    <a:pt x="545178" y="684489"/>
                  </a:lnTo>
                  <a:lnTo>
                    <a:pt x="546682" y="691498"/>
                  </a:lnTo>
                  <a:lnTo>
                    <a:pt x="547685" y="700008"/>
                  </a:lnTo>
                  <a:lnTo>
                    <a:pt x="548688" y="716542"/>
                  </a:lnTo>
                  <a:lnTo>
                    <a:pt x="550192" y="679983"/>
                  </a:lnTo>
                  <a:lnTo>
                    <a:pt x="551195" y="702011"/>
                  </a:lnTo>
                  <a:lnTo>
                    <a:pt x="552198" y="687993"/>
                  </a:lnTo>
                  <a:lnTo>
                    <a:pt x="553201" y="679983"/>
                  </a:lnTo>
                  <a:lnTo>
                    <a:pt x="554705" y="697505"/>
                  </a:lnTo>
                  <a:lnTo>
                    <a:pt x="555708" y="670471"/>
                  </a:lnTo>
                  <a:lnTo>
                    <a:pt x="556711" y="687993"/>
                  </a:lnTo>
                  <a:lnTo>
                    <a:pt x="558215" y="710034"/>
                  </a:lnTo>
                  <a:lnTo>
                    <a:pt x="559218" y="705028"/>
                  </a:lnTo>
                  <a:lnTo>
                    <a:pt x="560221" y="711035"/>
                  </a:lnTo>
                  <a:lnTo>
                    <a:pt x="561725" y="676479"/>
                  </a:lnTo>
                  <a:lnTo>
                    <a:pt x="562728" y="662461"/>
                  </a:lnTo>
                  <a:lnTo>
                    <a:pt x="563731" y="683488"/>
                  </a:lnTo>
                  <a:lnTo>
                    <a:pt x="565236" y="703012"/>
                  </a:lnTo>
                  <a:lnTo>
                    <a:pt x="566238" y="705028"/>
                  </a:lnTo>
                  <a:lnTo>
                    <a:pt x="567241" y="681485"/>
                  </a:lnTo>
                  <a:lnTo>
                    <a:pt x="568244" y="731561"/>
                  </a:lnTo>
                  <a:lnTo>
                    <a:pt x="569749" y="727055"/>
                  </a:lnTo>
                  <a:lnTo>
                    <a:pt x="570752" y="718545"/>
                  </a:lnTo>
                  <a:lnTo>
                    <a:pt x="571754" y="682486"/>
                  </a:lnTo>
                  <a:lnTo>
                    <a:pt x="573259" y="711035"/>
                  </a:lnTo>
                  <a:lnTo>
                    <a:pt x="574262" y="730560"/>
                  </a:lnTo>
                  <a:lnTo>
                    <a:pt x="575265" y="702011"/>
                  </a:lnTo>
                  <a:lnTo>
                    <a:pt x="576769" y="710034"/>
                  </a:lnTo>
                  <a:lnTo>
                    <a:pt x="577772" y="721548"/>
                  </a:lnTo>
                  <a:lnTo>
                    <a:pt x="578775" y="682486"/>
                  </a:lnTo>
                  <a:lnTo>
                    <a:pt x="580279" y="729558"/>
                  </a:lnTo>
                  <a:lnTo>
                    <a:pt x="581282" y="700008"/>
                  </a:lnTo>
                  <a:lnTo>
                    <a:pt x="582285" y="699007"/>
                  </a:lnTo>
                  <a:lnTo>
                    <a:pt x="583288" y="716542"/>
                  </a:lnTo>
                  <a:lnTo>
                    <a:pt x="584792" y="679983"/>
                  </a:lnTo>
                  <a:lnTo>
                    <a:pt x="585795" y="719546"/>
                  </a:lnTo>
                  <a:lnTo>
                    <a:pt x="586798" y="711035"/>
                  </a:lnTo>
                  <a:lnTo>
                    <a:pt x="588302" y="726054"/>
                  </a:lnTo>
                  <a:lnTo>
                    <a:pt x="589305" y="702011"/>
                  </a:lnTo>
                  <a:lnTo>
                    <a:pt x="590308" y="684489"/>
                  </a:lnTo>
                  <a:lnTo>
                    <a:pt x="591813" y="706029"/>
                  </a:lnTo>
                  <a:lnTo>
                    <a:pt x="592815" y="741073"/>
                  </a:lnTo>
                  <a:lnTo>
                    <a:pt x="593818" y="695503"/>
                  </a:lnTo>
                  <a:lnTo>
                    <a:pt x="595323" y="715541"/>
                  </a:lnTo>
                  <a:lnTo>
                    <a:pt x="596326" y="710034"/>
                  </a:lnTo>
                  <a:lnTo>
                    <a:pt x="597328" y="692499"/>
                  </a:lnTo>
                  <a:lnTo>
                    <a:pt x="598331" y="736567"/>
                  </a:lnTo>
                  <a:lnTo>
                    <a:pt x="599836" y="705028"/>
                  </a:lnTo>
                  <a:lnTo>
                    <a:pt x="600839" y="696504"/>
                  </a:lnTo>
                  <a:lnTo>
                    <a:pt x="601842" y="726054"/>
                  </a:lnTo>
                  <a:lnTo>
                    <a:pt x="603346" y="695503"/>
                  </a:lnTo>
                  <a:lnTo>
                    <a:pt x="604349" y="721548"/>
                  </a:lnTo>
                  <a:lnTo>
                    <a:pt x="605352" y="741073"/>
                  </a:lnTo>
                  <a:lnTo>
                    <a:pt x="606856" y="708032"/>
                  </a:lnTo>
                  <a:lnTo>
                    <a:pt x="607859" y="700008"/>
                  </a:lnTo>
                  <a:lnTo>
                    <a:pt x="608862" y="711035"/>
                  </a:lnTo>
                  <a:lnTo>
                    <a:pt x="610366" y="705028"/>
                  </a:lnTo>
                  <a:lnTo>
                    <a:pt x="611369" y="748582"/>
                  </a:lnTo>
                  <a:lnTo>
                    <a:pt x="612372" y="733063"/>
                  </a:lnTo>
                  <a:lnTo>
                    <a:pt x="613375" y="723050"/>
                  </a:lnTo>
                  <a:lnTo>
                    <a:pt x="614879" y="698506"/>
                  </a:lnTo>
                  <a:lnTo>
                    <a:pt x="615882" y="717543"/>
                  </a:lnTo>
                  <a:lnTo>
                    <a:pt x="616885" y="721548"/>
                  </a:lnTo>
                  <a:lnTo>
                    <a:pt x="618389" y="717543"/>
                  </a:lnTo>
                  <a:lnTo>
                    <a:pt x="619392" y="702011"/>
                  </a:lnTo>
                  <a:lnTo>
                    <a:pt x="620395" y="736567"/>
                  </a:lnTo>
                  <a:lnTo>
                    <a:pt x="621900" y="728557"/>
                  </a:lnTo>
                  <a:lnTo>
                    <a:pt x="622903" y="725053"/>
                  </a:lnTo>
                  <a:lnTo>
                    <a:pt x="623905" y="729558"/>
                  </a:lnTo>
                  <a:lnTo>
                    <a:pt x="625410" y="731561"/>
                  </a:lnTo>
                  <a:lnTo>
                    <a:pt x="626413" y="672474"/>
                  </a:lnTo>
                  <a:lnTo>
                    <a:pt x="627416" y="699007"/>
                  </a:lnTo>
                  <a:lnTo>
                    <a:pt x="628418" y="728557"/>
                  </a:lnTo>
                  <a:lnTo>
                    <a:pt x="629923" y="718545"/>
                  </a:lnTo>
                  <a:lnTo>
                    <a:pt x="630926" y="707030"/>
                  </a:lnTo>
                  <a:lnTo>
                    <a:pt x="631929" y="692499"/>
                  </a:lnTo>
                  <a:lnTo>
                    <a:pt x="633433" y="730560"/>
                  </a:lnTo>
                  <a:lnTo>
                    <a:pt x="634436" y="735065"/>
                  </a:lnTo>
                  <a:lnTo>
                    <a:pt x="635439" y="694501"/>
                  </a:lnTo>
                  <a:lnTo>
                    <a:pt x="636943" y="725053"/>
                  </a:lnTo>
                  <a:lnTo>
                    <a:pt x="637946" y="697505"/>
                  </a:lnTo>
                  <a:lnTo>
                    <a:pt x="638962" y="704027"/>
                  </a:lnTo>
                  <a:lnTo>
                    <a:pt x="640467" y="714540"/>
                  </a:lnTo>
                  <a:lnTo>
                    <a:pt x="641470" y="690496"/>
                  </a:lnTo>
                  <a:lnTo>
                    <a:pt x="642472" y="734064"/>
                  </a:lnTo>
                  <a:lnTo>
                    <a:pt x="643475" y="713038"/>
                  </a:lnTo>
                  <a:lnTo>
                    <a:pt x="644980" y="707030"/>
                  </a:lnTo>
                  <a:lnTo>
                    <a:pt x="645983" y="736567"/>
                  </a:lnTo>
                  <a:lnTo>
                    <a:pt x="646986" y="706029"/>
                  </a:lnTo>
                  <a:lnTo>
                    <a:pt x="648490" y="709033"/>
                  </a:lnTo>
                  <a:lnTo>
                    <a:pt x="649493" y="714540"/>
                  </a:lnTo>
                  <a:lnTo>
                    <a:pt x="650496" y="708032"/>
                  </a:lnTo>
                  <a:lnTo>
                    <a:pt x="652000" y="727055"/>
                  </a:lnTo>
                  <a:lnTo>
                    <a:pt x="653003" y="708032"/>
                  </a:lnTo>
                  <a:lnTo>
                    <a:pt x="654006" y="724052"/>
                  </a:lnTo>
                  <a:lnTo>
                    <a:pt x="655510" y="726054"/>
                  </a:lnTo>
                  <a:lnTo>
                    <a:pt x="656513" y="726054"/>
                  </a:lnTo>
                  <a:lnTo>
                    <a:pt x="657516" y="715541"/>
                  </a:lnTo>
                  <a:lnTo>
                    <a:pt x="658519" y="727055"/>
                  </a:lnTo>
                  <a:lnTo>
                    <a:pt x="660023" y="695503"/>
                  </a:lnTo>
                  <a:lnTo>
                    <a:pt x="661026" y="730560"/>
                  </a:lnTo>
                  <a:lnTo>
                    <a:pt x="662029" y="712037"/>
                  </a:lnTo>
                  <a:lnTo>
                    <a:pt x="663533" y="700008"/>
                  </a:lnTo>
                  <a:lnTo>
                    <a:pt x="664536" y="741073"/>
                  </a:lnTo>
                  <a:lnTo>
                    <a:pt x="665539" y="740072"/>
                  </a:lnTo>
                  <a:lnTo>
                    <a:pt x="667044" y="733063"/>
                  </a:lnTo>
                  <a:lnTo>
                    <a:pt x="668047" y="718545"/>
                  </a:lnTo>
                  <a:lnTo>
                    <a:pt x="669049" y="725053"/>
                  </a:lnTo>
                  <a:lnTo>
                    <a:pt x="670554" y="735065"/>
                  </a:lnTo>
                  <a:lnTo>
                    <a:pt x="671557" y="720547"/>
                  </a:lnTo>
                  <a:lnTo>
                    <a:pt x="672560" y="708032"/>
                  </a:lnTo>
                  <a:lnTo>
                    <a:pt x="674064" y="712037"/>
                  </a:lnTo>
                  <a:lnTo>
                    <a:pt x="675067" y="705028"/>
                  </a:lnTo>
                  <a:lnTo>
                    <a:pt x="676070" y="751085"/>
                  </a:lnTo>
                  <a:lnTo>
                    <a:pt x="677073" y="723050"/>
                  </a:lnTo>
                  <a:lnTo>
                    <a:pt x="678577" y="730560"/>
                  </a:lnTo>
                  <a:lnTo>
                    <a:pt x="679580" y="706029"/>
                  </a:lnTo>
                  <a:lnTo>
                    <a:pt x="680583" y="713038"/>
                  </a:lnTo>
                  <a:lnTo>
                    <a:pt x="682087" y="716542"/>
                  </a:lnTo>
                  <a:lnTo>
                    <a:pt x="683090" y="692499"/>
                  </a:lnTo>
                  <a:lnTo>
                    <a:pt x="684093" y="734064"/>
                  </a:lnTo>
                  <a:lnTo>
                    <a:pt x="685597" y="712037"/>
                  </a:lnTo>
                  <a:lnTo>
                    <a:pt x="686600" y="695503"/>
                  </a:lnTo>
                  <a:lnTo>
                    <a:pt x="687603" y="735065"/>
                  </a:lnTo>
                  <a:lnTo>
                    <a:pt x="689107" y="726054"/>
                  </a:lnTo>
                  <a:lnTo>
                    <a:pt x="690110" y="711035"/>
                  </a:lnTo>
                  <a:lnTo>
                    <a:pt x="691113" y="705028"/>
                  </a:lnTo>
                  <a:lnTo>
                    <a:pt x="692116" y="729558"/>
                  </a:lnTo>
                  <a:lnTo>
                    <a:pt x="693621" y="729558"/>
                  </a:lnTo>
                  <a:lnTo>
                    <a:pt x="694623" y="707030"/>
                  </a:lnTo>
                  <a:lnTo>
                    <a:pt x="695626" y="709033"/>
                  </a:lnTo>
                  <a:lnTo>
                    <a:pt x="697131" y="699007"/>
                  </a:lnTo>
                  <a:lnTo>
                    <a:pt x="698134" y="718545"/>
                  </a:lnTo>
                  <a:lnTo>
                    <a:pt x="699136" y="699007"/>
                  </a:lnTo>
                  <a:lnTo>
                    <a:pt x="700641" y="710034"/>
                  </a:lnTo>
                  <a:lnTo>
                    <a:pt x="701644" y="717543"/>
                  </a:lnTo>
                  <a:lnTo>
                    <a:pt x="702647" y="733063"/>
                  </a:lnTo>
                  <a:lnTo>
                    <a:pt x="704151" y="743576"/>
                  </a:lnTo>
                  <a:lnTo>
                    <a:pt x="705154" y="730560"/>
                  </a:lnTo>
                  <a:lnTo>
                    <a:pt x="706157" y="742575"/>
                  </a:lnTo>
                  <a:lnTo>
                    <a:pt x="707160" y="720547"/>
                  </a:lnTo>
                  <a:lnTo>
                    <a:pt x="708664" y="698506"/>
                  </a:lnTo>
                  <a:lnTo>
                    <a:pt x="709667" y="726054"/>
                  </a:lnTo>
                  <a:lnTo>
                    <a:pt x="710670" y="726054"/>
                  </a:lnTo>
                  <a:lnTo>
                    <a:pt x="712174" y="730560"/>
                  </a:lnTo>
                  <a:lnTo>
                    <a:pt x="713177" y="721548"/>
                  </a:lnTo>
                  <a:lnTo>
                    <a:pt x="714180" y="729558"/>
                  </a:lnTo>
                  <a:lnTo>
                    <a:pt x="715684" y="685991"/>
                  </a:lnTo>
                  <a:lnTo>
                    <a:pt x="716687" y="712037"/>
                  </a:lnTo>
                  <a:lnTo>
                    <a:pt x="717690" y="699007"/>
                  </a:lnTo>
                  <a:lnTo>
                    <a:pt x="719195" y="698506"/>
                  </a:lnTo>
                  <a:lnTo>
                    <a:pt x="720197" y="691498"/>
                  </a:lnTo>
                  <a:lnTo>
                    <a:pt x="721200" y="660959"/>
                  </a:lnTo>
                  <a:lnTo>
                    <a:pt x="722203" y="659958"/>
                  </a:lnTo>
                  <a:lnTo>
                    <a:pt x="723708" y="630421"/>
                  </a:lnTo>
                  <a:lnTo>
                    <a:pt x="724711" y="610376"/>
                  </a:lnTo>
                  <a:lnTo>
                    <a:pt x="725713" y="627417"/>
                  </a:lnTo>
                  <a:lnTo>
                    <a:pt x="727218" y="611377"/>
                  </a:lnTo>
                  <a:lnTo>
                    <a:pt x="728221" y="560814"/>
                  </a:lnTo>
                  <a:lnTo>
                    <a:pt x="729224" y="551302"/>
                  </a:lnTo>
                  <a:lnTo>
                    <a:pt x="730728" y="570326"/>
                  </a:lnTo>
                  <a:lnTo>
                    <a:pt x="731731" y="555808"/>
                  </a:lnTo>
                  <a:lnTo>
                    <a:pt x="732734" y="545295"/>
                  </a:lnTo>
                  <a:lnTo>
                    <a:pt x="734238" y="529261"/>
                  </a:lnTo>
                  <a:lnTo>
                    <a:pt x="735241" y="543292"/>
                  </a:lnTo>
                  <a:lnTo>
                    <a:pt x="736244" y="505231"/>
                  </a:lnTo>
                  <a:lnTo>
                    <a:pt x="737247" y="516746"/>
                  </a:lnTo>
                  <a:lnTo>
                    <a:pt x="738751" y="521752"/>
                  </a:lnTo>
                  <a:lnTo>
                    <a:pt x="739754" y="521752"/>
                  </a:lnTo>
                  <a:lnTo>
                    <a:pt x="740757" y="504731"/>
                  </a:lnTo>
                  <a:lnTo>
                    <a:pt x="742261" y="500225"/>
                  </a:lnTo>
                  <a:lnTo>
                    <a:pt x="743264" y="530263"/>
                  </a:lnTo>
                  <a:lnTo>
                    <a:pt x="744267" y="538773"/>
                  </a:lnTo>
                  <a:lnTo>
                    <a:pt x="745792" y="523754"/>
                  </a:lnTo>
                  <a:lnTo>
                    <a:pt x="746794" y="536771"/>
                  </a:lnTo>
                  <a:lnTo>
                    <a:pt x="747797" y="524255"/>
                  </a:lnTo>
                  <a:lnTo>
                    <a:pt x="749302" y="548298"/>
                  </a:lnTo>
                  <a:lnTo>
                    <a:pt x="750305" y="567322"/>
                  </a:lnTo>
                  <a:lnTo>
                    <a:pt x="751307" y="580839"/>
                  </a:lnTo>
                  <a:lnTo>
                    <a:pt x="752310" y="609875"/>
                  </a:lnTo>
                  <a:lnTo>
                    <a:pt x="753815" y="617885"/>
                  </a:lnTo>
                  <a:lnTo>
                    <a:pt x="754818" y="626917"/>
                  </a:lnTo>
                  <a:lnTo>
                    <a:pt x="755821" y="655953"/>
                  </a:lnTo>
                  <a:lnTo>
                    <a:pt x="757325" y="646942"/>
                  </a:lnTo>
                  <a:lnTo>
                    <a:pt x="758328" y="694501"/>
                  </a:lnTo>
                  <a:lnTo>
                    <a:pt x="759331" y="685991"/>
                  </a:lnTo>
                  <a:lnTo>
                    <a:pt x="760835" y="712037"/>
                  </a:lnTo>
                  <a:lnTo>
                    <a:pt x="761838" y="719546"/>
                  </a:lnTo>
                  <a:lnTo>
                    <a:pt x="762841" y="697505"/>
                  </a:lnTo>
                  <a:lnTo>
                    <a:pt x="764345" y="735065"/>
                  </a:lnTo>
                  <a:lnTo>
                    <a:pt x="765348" y="706029"/>
                  </a:lnTo>
                  <a:lnTo>
                    <a:pt x="766351" y="736567"/>
                  </a:lnTo>
                  <a:lnTo>
                    <a:pt x="767354" y="716542"/>
                  </a:lnTo>
                  <a:lnTo>
                    <a:pt x="768858" y="717543"/>
                  </a:lnTo>
                  <a:lnTo>
                    <a:pt x="769861" y="728557"/>
                  </a:lnTo>
                  <a:lnTo>
                    <a:pt x="770864" y="741073"/>
                  </a:lnTo>
                  <a:lnTo>
                    <a:pt x="772368" y="737568"/>
                  </a:lnTo>
                  <a:lnTo>
                    <a:pt x="773371" y="748582"/>
                  </a:lnTo>
                  <a:lnTo>
                    <a:pt x="774374" y="724052"/>
                  </a:lnTo>
                  <a:lnTo>
                    <a:pt x="775879" y="735065"/>
                  </a:lnTo>
                  <a:lnTo>
                    <a:pt x="776882" y="721548"/>
                  </a:lnTo>
                  <a:lnTo>
                    <a:pt x="777884" y="751085"/>
                  </a:lnTo>
                  <a:lnTo>
                    <a:pt x="779389" y="736567"/>
                  </a:lnTo>
                  <a:lnTo>
                    <a:pt x="780392" y="723050"/>
                  </a:lnTo>
                  <a:lnTo>
                    <a:pt x="781395" y="766605"/>
                  </a:lnTo>
                  <a:lnTo>
                    <a:pt x="782398" y="725053"/>
                  </a:lnTo>
                  <a:lnTo>
                    <a:pt x="783902" y="735065"/>
                  </a:lnTo>
                  <a:lnTo>
                    <a:pt x="784905" y="756092"/>
                  </a:lnTo>
                  <a:lnTo>
                    <a:pt x="785908" y="727055"/>
                  </a:lnTo>
                  <a:lnTo>
                    <a:pt x="787412" y="715541"/>
                  </a:lnTo>
                  <a:lnTo>
                    <a:pt x="788415" y="719546"/>
                  </a:lnTo>
                  <a:lnTo>
                    <a:pt x="789418" y="733063"/>
                  </a:lnTo>
                  <a:lnTo>
                    <a:pt x="790922" y="743576"/>
                  </a:lnTo>
                  <a:lnTo>
                    <a:pt x="791925" y="736567"/>
                  </a:lnTo>
                  <a:lnTo>
                    <a:pt x="792921" y="743576"/>
                  </a:lnTo>
                  <a:lnTo>
                    <a:pt x="794426" y="751085"/>
                  </a:lnTo>
                  <a:lnTo>
                    <a:pt x="795429" y="751085"/>
                  </a:lnTo>
                  <a:lnTo>
                    <a:pt x="796431" y="741073"/>
                  </a:lnTo>
                  <a:lnTo>
                    <a:pt x="797936" y="743576"/>
                  </a:lnTo>
                  <a:lnTo>
                    <a:pt x="798939" y="747080"/>
                  </a:lnTo>
                  <a:lnTo>
                    <a:pt x="799942" y="747080"/>
                  </a:lnTo>
                  <a:lnTo>
                    <a:pt x="800945" y="738570"/>
                  </a:lnTo>
                  <a:lnTo>
                    <a:pt x="802449" y="740072"/>
                  </a:lnTo>
                  <a:lnTo>
                    <a:pt x="803452" y="740072"/>
                  </a:lnTo>
                  <a:lnTo>
                    <a:pt x="804455" y="768107"/>
                  </a:lnTo>
                  <a:lnTo>
                    <a:pt x="805959" y="738570"/>
                  </a:lnTo>
                  <a:lnTo>
                    <a:pt x="806962" y="773614"/>
                  </a:lnTo>
                  <a:lnTo>
                    <a:pt x="807965" y="737568"/>
                  </a:lnTo>
                  <a:lnTo>
                    <a:pt x="809469" y="756092"/>
                  </a:lnTo>
                </a:path>
                <a:path w="2200275" h="895350">
                  <a:moveTo>
                    <a:pt x="809469" y="756092"/>
                  </a:moveTo>
                  <a:lnTo>
                    <a:pt x="810472" y="749584"/>
                  </a:lnTo>
                  <a:lnTo>
                    <a:pt x="811475" y="748582"/>
                  </a:lnTo>
                  <a:lnTo>
                    <a:pt x="812979" y="746079"/>
                  </a:lnTo>
                  <a:lnTo>
                    <a:pt x="813982" y="753589"/>
                  </a:lnTo>
                  <a:lnTo>
                    <a:pt x="814985" y="738570"/>
                  </a:lnTo>
                  <a:lnTo>
                    <a:pt x="815988" y="765604"/>
                  </a:lnTo>
                  <a:lnTo>
                    <a:pt x="817492" y="754590"/>
                  </a:lnTo>
                  <a:lnTo>
                    <a:pt x="818495" y="736567"/>
                  </a:lnTo>
                  <a:lnTo>
                    <a:pt x="819498" y="757594"/>
                  </a:lnTo>
                  <a:lnTo>
                    <a:pt x="821003" y="740072"/>
                  </a:lnTo>
                  <a:lnTo>
                    <a:pt x="822005" y="760097"/>
                  </a:lnTo>
                  <a:lnTo>
                    <a:pt x="823008" y="748582"/>
                  </a:lnTo>
                  <a:lnTo>
                    <a:pt x="824513" y="764102"/>
                  </a:lnTo>
                  <a:lnTo>
                    <a:pt x="825516" y="749584"/>
                  </a:lnTo>
                  <a:lnTo>
                    <a:pt x="826519" y="775115"/>
                  </a:lnTo>
                  <a:lnTo>
                    <a:pt x="828023" y="738570"/>
                  </a:lnTo>
                  <a:lnTo>
                    <a:pt x="829026" y="749584"/>
                  </a:lnTo>
                  <a:lnTo>
                    <a:pt x="830029" y="749584"/>
                  </a:lnTo>
                  <a:lnTo>
                    <a:pt x="831032" y="757594"/>
                  </a:lnTo>
                  <a:lnTo>
                    <a:pt x="832536" y="728557"/>
                  </a:lnTo>
                  <a:lnTo>
                    <a:pt x="833539" y="764102"/>
                  </a:lnTo>
                  <a:lnTo>
                    <a:pt x="834542" y="742575"/>
                  </a:lnTo>
                  <a:lnTo>
                    <a:pt x="836046" y="748582"/>
                  </a:lnTo>
                  <a:lnTo>
                    <a:pt x="837049" y="752087"/>
                  </a:lnTo>
                  <a:lnTo>
                    <a:pt x="838052" y="757594"/>
                  </a:lnTo>
                  <a:lnTo>
                    <a:pt x="839556" y="776617"/>
                  </a:lnTo>
                  <a:lnTo>
                    <a:pt x="840559" y="776617"/>
                  </a:lnTo>
                  <a:lnTo>
                    <a:pt x="841562" y="749584"/>
                  </a:lnTo>
                  <a:lnTo>
                    <a:pt x="843066" y="741073"/>
                  </a:lnTo>
                  <a:lnTo>
                    <a:pt x="844069" y="784147"/>
                  </a:lnTo>
                  <a:lnTo>
                    <a:pt x="845072" y="742575"/>
                  </a:lnTo>
                  <a:lnTo>
                    <a:pt x="846075" y="776617"/>
                  </a:lnTo>
                  <a:lnTo>
                    <a:pt x="847580" y="758595"/>
                  </a:lnTo>
                  <a:lnTo>
                    <a:pt x="848582" y="769609"/>
                  </a:lnTo>
                  <a:lnTo>
                    <a:pt x="849585" y="753589"/>
                  </a:lnTo>
                  <a:lnTo>
                    <a:pt x="851110" y="729558"/>
                  </a:lnTo>
                  <a:lnTo>
                    <a:pt x="852113" y="756092"/>
                  </a:lnTo>
                  <a:lnTo>
                    <a:pt x="853116" y="736567"/>
                  </a:lnTo>
                  <a:lnTo>
                    <a:pt x="854620" y="740072"/>
                  </a:lnTo>
                  <a:lnTo>
                    <a:pt x="855623" y="753589"/>
                  </a:lnTo>
                  <a:lnTo>
                    <a:pt x="856626" y="776617"/>
                  </a:lnTo>
                  <a:lnTo>
                    <a:pt x="858130" y="766605"/>
                  </a:lnTo>
                  <a:lnTo>
                    <a:pt x="859133" y="753589"/>
                  </a:lnTo>
                  <a:lnTo>
                    <a:pt x="860136" y="749584"/>
                  </a:lnTo>
                  <a:lnTo>
                    <a:pt x="861139" y="747080"/>
                  </a:lnTo>
                  <a:lnTo>
                    <a:pt x="862643" y="793158"/>
                  </a:lnTo>
                  <a:lnTo>
                    <a:pt x="863646" y="765604"/>
                  </a:lnTo>
                  <a:lnTo>
                    <a:pt x="864649" y="743576"/>
                  </a:lnTo>
                  <a:lnTo>
                    <a:pt x="866153" y="785649"/>
                  </a:lnTo>
                  <a:lnTo>
                    <a:pt x="867156" y="769609"/>
                  </a:lnTo>
                  <a:lnTo>
                    <a:pt x="868159" y="756092"/>
                  </a:lnTo>
                  <a:lnTo>
                    <a:pt x="869663" y="758595"/>
                  </a:lnTo>
                  <a:lnTo>
                    <a:pt x="870666" y="754590"/>
                  </a:lnTo>
                  <a:lnTo>
                    <a:pt x="871669" y="771110"/>
                  </a:lnTo>
                  <a:lnTo>
                    <a:pt x="873174" y="776617"/>
                  </a:lnTo>
                  <a:lnTo>
                    <a:pt x="874176" y="768107"/>
                  </a:lnTo>
                  <a:lnTo>
                    <a:pt x="875179" y="752087"/>
                  </a:lnTo>
                  <a:lnTo>
                    <a:pt x="876182" y="771110"/>
                  </a:lnTo>
                  <a:lnTo>
                    <a:pt x="877687" y="765604"/>
                  </a:lnTo>
                  <a:lnTo>
                    <a:pt x="878690" y="740072"/>
                  </a:lnTo>
                  <a:lnTo>
                    <a:pt x="879692" y="778119"/>
                  </a:lnTo>
                  <a:lnTo>
                    <a:pt x="881197" y="768107"/>
                  </a:lnTo>
                  <a:lnTo>
                    <a:pt x="882200" y="793158"/>
                  </a:lnTo>
                  <a:lnTo>
                    <a:pt x="883203" y="765604"/>
                  </a:lnTo>
                  <a:lnTo>
                    <a:pt x="884707" y="769609"/>
                  </a:lnTo>
                  <a:lnTo>
                    <a:pt x="885710" y="751085"/>
                  </a:lnTo>
                  <a:lnTo>
                    <a:pt x="886713" y="787150"/>
                  </a:lnTo>
                  <a:lnTo>
                    <a:pt x="888217" y="788652"/>
                  </a:lnTo>
                  <a:lnTo>
                    <a:pt x="889220" y="740072"/>
                  </a:lnTo>
                  <a:lnTo>
                    <a:pt x="890223" y="798164"/>
                  </a:lnTo>
                  <a:lnTo>
                    <a:pt x="891226" y="778119"/>
                  </a:lnTo>
                  <a:lnTo>
                    <a:pt x="892730" y="751085"/>
                  </a:lnTo>
                  <a:lnTo>
                    <a:pt x="893733" y="776617"/>
                  </a:lnTo>
                  <a:lnTo>
                    <a:pt x="894736" y="751085"/>
                  </a:lnTo>
                  <a:lnTo>
                    <a:pt x="896240" y="748582"/>
                  </a:lnTo>
                  <a:lnTo>
                    <a:pt x="897243" y="769609"/>
                  </a:lnTo>
                  <a:lnTo>
                    <a:pt x="898246" y="796662"/>
                  </a:lnTo>
                  <a:lnTo>
                    <a:pt x="899751" y="768107"/>
                  </a:lnTo>
                  <a:lnTo>
                    <a:pt x="900753" y="787150"/>
                  </a:lnTo>
                  <a:lnTo>
                    <a:pt x="901756" y="768107"/>
                  </a:lnTo>
                  <a:lnTo>
                    <a:pt x="903261" y="804672"/>
                  </a:lnTo>
                  <a:lnTo>
                    <a:pt x="904264" y="773614"/>
                  </a:lnTo>
                  <a:lnTo>
                    <a:pt x="905266" y="784147"/>
                  </a:lnTo>
                  <a:lnTo>
                    <a:pt x="906269" y="766605"/>
                  </a:lnTo>
                  <a:lnTo>
                    <a:pt x="907774" y="791656"/>
                  </a:lnTo>
                  <a:lnTo>
                    <a:pt x="908777" y="746079"/>
                  </a:lnTo>
                  <a:lnTo>
                    <a:pt x="909780" y="764102"/>
                  </a:lnTo>
                  <a:lnTo>
                    <a:pt x="911284" y="788652"/>
                  </a:lnTo>
                  <a:lnTo>
                    <a:pt x="912287" y="757594"/>
                  </a:lnTo>
                  <a:lnTo>
                    <a:pt x="913290" y="775115"/>
                  </a:lnTo>
                  <a:lnTo>
                    <a:pt x="914794" y="775115"/>
                  </a:lnTo>
                  <a:lnTo>
                    <a:pt x="915797" y="756092"/>
                  </a:lnTo>
                  <a:lnTo>
                    <a:pt x="916800" y="801168"/>
                  </a:lnTo>
                  <a:lnTo>
                    <a:pt x="918304" y="747080"/>
                  </a:lnTo>
                  <a:lnTo>
                    <a:pt x="919307" y="798164"/>
                  </a:lnTo>
                  <a:lnTo>
                    <a:pt x="920310" y="769609"/>
                  </a:lnTo>
                  <a:lnTo>
                    <a:pt x="921814" y="803171"/>
                  </a:lnTo>
                  <a:lnTo>
                    <a:pt x="922817" y="768107"/>
                  </a:lnTo>
                  <a:lnTo>
                    <a:pt x="923820" y="747080"/>
                  </a:lnTo>
                  <a:lnTo>
                    <a:pt x="924823" y="744577"/>
                  </a:lnTo>
                  <a:lnTo>
                    <a:pt x="926327" y="769609"/>
                  </a:lnTo>
                  <a:lnTo>
                    <a:pt x="927330" y="747080"/>
                  </a:lnTo>
                  <a:lnTo>
                    <a:pt x="928333" y="776617"/>
                  </a:lnTo>
                  <a:lnTo>
                    <a:pt x="929838" y="779621"/>
                  </a:lnTo>
                  <a:lnTo>
                    <a:pt x="930841" y="751085"/>
                  </a:lnTo>
                  <a:lnTo>
                    <a:pt x="931843" y="765604"/>
                  </a:lnTo>
                  <a:lnTo>
                    <a:pt x="933348" y="796662"/>
                  </a:lnTo>
                  <a:lnTo>
                    <a:pt x="934351" y="779621"/>
                  </a:lnTo>
                  <a:lnTo>
                    <a:pt x="935354" y="790154"/>
                  </a:lnTo>
                  <a:lnTo>
                    <a:pt x="936858" y="779621"/>
                  </a:lnTo>
                  <a:lnTo>
                    <a:pt x="937861" y="793158"/>
                  </a:lnTo>
                  <a:lnTo>
                    <a:pt x="938864" y="760097"/>
                  </a:lnTo>
                  <a:lnTo>
                    <a:pt x="939867" y="782625"/>
                  </a:lnTo>
                  <a:lnTo>
                    <a:pt x="941371" y="776617"/>
                  </a:lnTo>
                  <a:lnTo>
                    <a:pt x="942374" y="768107"/>
                  </a:lnTo>
                  <a:lnTo>
                    <a:pt x="943377" y="762600"/>
                  </a:lnTo>
                  <a:lnTo>
                    <a:pt x="944881" y="778119"/>
                  </a:lnTo>
                  <a:lnTo>
                    <a:pt x="945884" y="803171"/>
                  </a:lnTo>
                  <a:lnTo>
                    <a:pt x="946887" y="741073"/>
                  </a:lnTo>
                  <a:lnTo>
                    <a:pt x="948391" y="793158"/>
                  </a:lnTo>
                  <a:lnTo>
                    <a:pt x="949394" y="751085"/>
                  </a:lnTo>
                  <a:lnTo>
                    <a:pt x="950397" y="769609"/>
                  </a:lnTo>
                  <a:lnTo>
                    <a:pt x="951901" y="799666"/>
                  </a:lnTo>
                  <a:lnTo>
                    <a:pt x="952904" y="764102"/>
                  </a:lnTo>
                  <a:lnTo>
                    <a:pt x="953907" y="781123"/>
                  </a:lnTo>
                  <a:lnTo>
                    <a:pt x="954910" y="768107"/>
                  </a:lnTo>
                  <a:lnTo>
                    <a:pt x="956428" y="785649"/>
                  </a:lnTo>
                  <a:lnTo>
                    <a:pt x="957431" y="761599"/>
                  </a:lnTo>
                  <a:lnTo>
                    <a:pt x="958434" y="796662"/>
                  </a:lnTo>
                  <a:lnTo>
                    <a:pt x="959938" y="761599"/>
                  </a:lnTo>
                  <a:lnTo>
                    <a:pt x="960941" y="782625"/>
                  </a:lnTo>
                  <a:lnTo>
                    <a:pt x="961944" y="775115"/>
                  </a:lnTo>
                  <a:lnTo>
                    <a:pt x="963448" y="738570"/>
                  </a:lnTo>
                  <a:lnTo>
                    <a:pt x="964451" y="794660"/>
                  </a:lnTo>
                  <a:lnTo>
                    <a:pt x="965454" y="808177"/>
                  </a:lnTo>
                  <a:lnTo>
                    <a:pt x="966958" y="801168"/>
                  </a:lnTo>
                  <a:lnTo>
                    <a:pt x="967961" y="765604"/>
                  </a:lnTo>
                  <a:lnTo>
                    <a:pt x="968964" y="778119"/>
                  </a:lnTo>
                  <a:lnTo>
                    <a:pt x="969967" y="748582"/>
                  </a:lnTo>
                  <a:lnTo>
                    <a:pt x="971471" y="769609"/>
                  </a:lnTo>
                  <a:lnTo>
                    <a:pt x="972474" y="758595"/>
                  </a:lnTo>
                  <a:lnTo>
                    <a:pt x="973477" y="748582"/>
                  </a:lnTo>
                  <a:lnTo>
                    <a:pt x="974982" y="790154"/>
                  </a:lnTo>
                  <a:lnTo>
                    <a:pt x="975985" y="757594"/>
                  </a:lnTo>
                  <a:lnTo>
                    <a:pt x="976987" y="741073"/>
                  </a:lnTo>
                  <a:lnTo>
                    <a:pt x="978492" y="808177"/>
                  </a:lnTo>
                  <a:lnTo>
                    <a:pt x="979495" y="761599"/>
                  </a:lnTo>
                  <a:lnTo>
                    <a:pt x="980498" y="757594"/>
                  </a:lnTo>
                  <a:lnTo>
                    <a:pt x="982002" y="816687"/>
                  </a:lnTo>
                  <a:lnTo>
                    <a:pt x="983005" y="773614"/>
                  </a:lnTo>
                  <a:lnTo>
                    <a:pt x="984008" y="760097"/>
                  </a:lnTo>
                  <a:lnTo>
                    <a:pt x="985011" y="781123"/>
                  </a:lnTo>
                  <a:lnTo>
                    <a:pt x="986515" y="791656"/>
                  </a:lnTo>
                  <a:lnTo>
                    <a:pt x="987518" y="809679"/>
                  </a:lnTo>
                  <a:lnTo>
                    <a:pt x="988521" y="760097"/>
                  </a:lnTo>
                  <a:lnTo>
                    <a:pt x="990025" y="753589"/>
                  </a:lnTo>
                  <a:lnTo>
                    <a:pt x="991028" y="773614"/>
                  </a:lnTo>
                  <a:lnTo>
                    <a:pt x="992031" y="762600"/>
                  </a:lnTo>
                  <a:lnTo>
                    <a:pt x="993535" y="790154"/>
                  </a:lnTo>
                  <a:lnTo>
                    <a:pt x="994538" y="737568"/>
                  </a:lnTo>
                  <a:lnTo>
                    <a:pt x="995541" y="737568"/>
                  </a:lnTo>
                  <a:lnTo>
                    <a:pt x="997045" y="761599"/>
                  </a:lnTo>
                  <a:lnTo>
                    <a:pt x="998048" y="747080"/>
                  </a:lnTo>
                  <a:lnTo>
                    <a:pt x="999051" y="820192"/>
                  </a:lnTo>
                  <a:lnTo>
                    <a:pt x="1000054" y="737568"/>
                  </a:lnTo>
                  <a:lnTo>
                    <a:pt x="1001559" y="813183"/>
                  </a:lnTo>
                  <a:lnTo>
                    <a:pt x="1002561" y="757594"/>
                  </a:lnTo>
                  <a:lnTo>
                    <a:pt x="1003564" y="765604"/>
                  </a:lnTo>
                  <a:lnTo>
                    <a:pt x="1005069" y="766605"/>
                  </a:lnTo>
                  <a:lnTo>
                    <a:pt x="1006072" y="775115"/>
                  </a:lnTo>
                  <a:lnTo>
                    <a:pt x="1007074" y="756092"/>
                  </a:lnTo>
                  <a:lnTo>
                    <a:pt x="1008579" y="764102"/>
                  </a:lnTo>
                  <a:lnTo>
                    <a:pt x="1009582" y="779621"/>
                  </a:lnTo>
                  <a:lnTo>
                    <a:pt x="1010585" y="804672"/>
                  </a:lnTo>
                  <a:lnTo>
                    <a:pt x="1012089" y="772612"/>
                  </a:lnTo>
                  <a:lnTo>
                    <a:pt x="1013092" y="772612"/>
                  </a:lnTo>
                  <a:lnTo>
                    <a:pt x="1014095" y="749584"/>
                  </a:lnTo>
                  <a:lnTo>
                    <a:pt x="1015098" y="747080"/>
                  </a:lnTo>
                  <a:lnTo>
                    <a:pt x="1016602" y="768107"/>
                  </a:lnTo>
                  <a:lnTo>
                    <a:pt x="1017605" y="734064"/>
                  </a:lnTo>
                  <a:lnTo>
                    <a:pt x="1018608" y="766605"/>
                  </a:lnTo>
                  <a:lnTo>
                    <a:pt x="1020112" y="740072"/>
                  </a:lnTo>
                  <a:lnTo>
                    <a:pt x="1021115" y="764102"/>
                  </a:lnTo>
                  <a:lnTo>
                    <a:pt x="1022118" y="757594"/>
                  </a:lnTo>
                  <a:lnTo>
                    <a:pt x="1023622" y="743576"/>
                  </a:lnTo>
                  <a:lnTo>
                    <a:pt x="1024625" y="737568"/>
                  </a:lnTo>
                  <a:lnTo>
                    <a:pt x="1025628" y="720547"/>
                  </a:lnTo>
                  <a:lnTo>
                    <a:pt x="1027133" y="724052"/>
                  </a:lnTo>
                  <a:lnTo>
                    <a:pt x="1028135" y="736567"/>
                  </a:lnTo>
                  <a:lnTo>
                    <a:pt x="1029138" y="728557"/>
                  </a:lnTo>
                  <a:lnTo>
                    <a:pt x="1030141" y="706029"/>
                  </a:lnTo>
                  <a:lnTo>
                    <a:pt x="1031646" y="673976"/>
                  </a:lnTo>
                  <a:lnTo>
                    <a:pt x="1032649" y="662461"/>
                  </a:lnTo>
                  <a:lnTo>
                    <a:pt x="1033651" y="642937"/>
                  </a:lnTo>
                  <a:lnTo>
                    <a:pt x="1035156" y="632424"/>
                  </a:lnTo>
                  <a:lnTo>
                    <a:pt x="1036159" y="609375"/>
                  </a:lnTo>
                  <a:lnTo>
                    <a:pt x="1037162" y="597360"/>
                  </a:lnTo>
                  <a:lnTo>
                    <a:pt x="1038666" y="615382"/>
                  </a:lnTo>
                  <a:lnTo>
                    <a:pt x="1039669" y="601365"/>
                  </a:lnTo>
                  <a:lnTo>
                    <a:pt x="1040672" y="569825"/>
                  </a:lnTo>
                  <a:lnTo>
                    <a:pt x="1042176" y="557310"/>
                  </a:lnTo>
                  <a:lnTo>
                    <a:pt x="1043179" y="554807"/>
                  </a:lnTo>
                  <a:lnTo>
                    <a:pt x="1044182" y="553805"/>
                  </a:lnTo>
                  <a:lnTo>
                    <a:pt x="1045686" y="530263"/>
                  </a:lnTo>
                  <a:lnTo>
                    <a:pt x="1046689" y="518248"/>
                  </a:lnTo>
                  <a:lnTo>
                    <a:pt x="1047692" y="513742"/>
                  </a:lnTo>
                  <a:lnTo>
                    <a:pt x="1048695" y="517747"/>
                  </a:lnTo>
                  <a:lnTo>
                    <a:pt x="1050199" y="501226"/>
                  </a:lnTo>
                  <a:lnTo>
                    <a:pt x="1051202" y="499724"/>
                  </a:lnTo>
                  <a:lnTo>
                    <a:pt x="1052205" y="491214"/>
                  </a:lnTo>
                  <a:lnTo>
                    <a:pt x="1053709" y="492716"/>
                  </a:lnTo>
                  <a:lnTo>
                    <a:pt x="1054712" y="493216"/>
                  </a:lnTo>
                  <a:lnTo>
                    <a:pt x="1055715" y="489712"/>
                  </a:lnTo>
                  <a:lnTo>
                    <a:pt x="1057220" y="479699"/>
                  </a:lnTo>
                  <a:lnTo>
                    <a:pt x="1058223" y="486708"/>
                  </a:lnTo>
                  <a:lnTo>
                    <a:pt x="1059225" y="474693"/>
                  </a:lnTo>
                  <a:lnTo>
                    <a:pt x="1060730" y="494718"/>
                  </a:lnTo>
                  <a:lnTo>
                    <a:pt x="1061733" y="486708"/>
                  </a:lnTo>
                  <a:lnTo>
                    <a:pt x="1062756" y="501727"/>
                  </a:lnTo>
                  <a:lnTo>
                    <a:pt x="1063759" y="511739"/>
                  </a:lnTo>
                  <a:lnTo>
                    <a:pt x="1065263" y="518248"/>
                  </a:lnTo>
                  <a:lnTo>
                    <a:pt x="1066266" y="507234"/>
                  </a:lnTo>
                  <a:lnTo>
                    <a:pt x="1067269" y="523754"/>
                  </a:lnTo>
                  <a:lnTo>
                    <a:pt x="1068773" y="518248"/>
                  </a:lnTo>
                  <a:lnTo>
                    <a:pt x="1069776" y="551302"/>
                  </a:lnTo>
                  <a:lnTo>
                    <a:pt x="1070779" y="558812"/>
                  </a:lnTo>
                  <a:lnTo>
                    <a:pt x="1072283" y="575332"/>
                  </a:lnTo>
                  <a:lnTo>
                    <a:pt x="1073286" y="572329"/>
                  </a:lnTo>
                  <a:lnTo>
                    <a:pt x="1074289" y="600364"/>
                  </a:lnTo>
                  <a:lnTo>
                    <a:pt x="1075793" y="604369"/>
                  </a:lnTo>
                  <a:lnTo>
                    <a:pt x="1076796" y="627417"/>
                  </a:lnTo>
                  <a:lnTo>
                    <a:pt x="1077799" y="632924"/>
                  </a:lnTo>
                  <a:lnTo>
                    <a:pt x="1078802" y="656954"/>
                  </a:lnTo>
                  <a:lnTo>
                    <a:pt x="1080306" y="660959"/>
                  </a:lnTo>
                  <a:lnTo>
                    <a:pt x="1081309" y="677480"/>
                  </a:lnTo>
                  <a:lnTo>
                    <a:pt x="1082312" y="707030"/>
                  </a:lnTo>
                  <a:lnTo>
                    <a:pt x="1083817" y="703012"/>
                  </a:lnTo>
                  <a:lnTo>
                    <a:pt x="1084820" y="726054"/>
                  </a:lnTo>
                  <a:lnTo>
                    <a:pt x="1085822" y="743576"/>
                  </a:lnTo>
                  <a:lnTo>
                    <a:pt x="1087327" y="769609"/>
                  </a:lnTo>
                  <a:lnTo>
                    <a:pt x="1088330" y="742575"/>
                  </a:lnTo>
                  <a:lnTo>
                    <a:pt x="1089333" y="751085"/>
                  </a:lnTo>
                  <a:lnTo>
                    <a:pt x="1090837" y="741073"/>
                  </a:lnTo>
                  <a:lnTo>
                    <a:pt x="1091840" y="772612"/>
                  </a:lnTo>
                  <a:lnTo>
                    <a:pt x="1092843" y="791656"/>
                  </a:lnTo>
                  <a:lnTo>
                    <a:pt x="1093846" y="787150"/>
                  </a:lnTo>
                  <a:lnTo>
                    <a:pt x="1095350" y="785649"/>
                  </a:lnTo>
                  <a:lnTo>
                    <a:pt x="1096353" y="798164"/>
                  </a:lnTo>
                  <a:lnTo>
                    <a:pt x="1097356" y="766605"/>
                  </a:lnTo>
                  <a:lnTo>
                    <a:pt x="1098860" y="772612"/>
                  </a:lnTo>
                  <a:lnTo>
                    <a:pt x="1099863" y="793158"/>
                  </a:lnTo>
                  <a:lnTo>
                    <a:pt x="1100866" y="784147"/>
                  </a:lnTo>
                  <a:lnTo>
                    <a:pt x="1102370" y="768107"/>
                  </a:lnTo>
                  <a:lnTo>
                    <a:pt x="1103373" y="799666"/>
                  </a:lnTo>
                  <a:lnTo>
                    <a:pt x="1104376" y="798164"/>
                  </a:lnTo>
                  <a:lnTo>
                    <a:pt x="1105880" y="788652"/>
                  </a:lnTo>
                  <a:lnTo>
                    <a:pt x="1106883" y="793158"/>
                  </a:lnTo>
                  <a:lnTo>
                    <a:pt x="1107886" y="769609"/>
                  </a:lnTo>
                  <a:lnTo>
                    <a:pt x="1108889" y="790154"/>
                  </a:lnTo>
                  <a:lnTo>
                    <a:pt x="1110394" y="781123"/>
                  </a:lnTo>
                  <a:lnTo>
                    <a:pt x="1111396" y="765604"/>
                  </a:lnTo>
                  <a:lnTo>
                    <a:pt x="1112399" y="785649"/>
                  </a:lnTo>
                  <a:lnTo>
                    <a:pt x="1113904" y="803171"/>
                  </a:lnTo>
                  <a:lnTo>
                    <a:pt x="1114907" y="788652"/>
                  </a:lnTo>
                  <a:lnTo>
                    <a:pt x="1115910" y="765604"/>
                  </a:lnTo>
                  <a:lnTo>
                    <a:pt x="1117414" y="778119"/>
                  </a:lnTo>
                  <a:lnTo>
                    <a:pt x="1118417" y="808177"/>
                  </a:lnTo>
                  <a:lnTo>
                    <a:pt x="1119420" y="799666"/>
                  </a:lnTo>
                  <a:lnTo>
                    <a:pt x="1120924" y="787150"/>
                  </a:lnTo>
                  <a:lnTo>
                    <a:pt x="1121927" y="762600"/>
                  </a:lnTo>
                  <a:lnTo>
                    <a:pt x="1122930" y="762600"/>
                  </a:lnTo>
                  <a:lnTo>
                    <a:pt x="1123933" y="816687"/>
                  </a:lnTo>
                  <a:lnTo>
                    <a:pt x="1125437" y="779621"/>
                  </a:lnTo>
                  <a:lnTo>
                    <a:pt x="1126440" y="776617"/>
                  </a:lnTo>
                  <a:lnTo>
                    <a:pt x="1127443" y="784147"/>
                  </a:lnTo>
                  <a:lnTo>
                    <a:pt x="1128947" y="788652"/>
                  </a:lnTo>
                  <a:lnTo>
                    <a:pt x="1129950" y="773614"/>
                  </a:lnTo>
                  <a:lnTo>
                    <a:pt x="1130953" y="778119"/>
                  </a:lnTo>
                  <a:lnTo>
                    <a:pt x="1132457" y="791656"/>
                  </a:lnTo>
                  <a:lnTo>
                    <a:pt x="1133460" y="748582"/>
                  </a:lnTo>
                  <a:lnTo>
                    <a:pt x="1134463" y="748582"/>
                  </a:lnTo>
                  <a:lnTo>
                    <a:pt x="1135968" y="721548"/>
                  </a:lnTo>
                  <a:lnTo>
                    <a:pt x="1136970" y="731561"/>
                  </a:lnTo>
                  <a:lnTo>
                    <a:pt x="1137973" y="738570"/>
                  </a:lnTo>
                  <a:lnTo>
                    <a:pt x="1138976" y="704027"/>
                  </a:lnTo>
                  <a:lnTo>
                    <a:pt x="1140481" y="697505"/>
                  </a:lnTo>
                  <a:lnTo>
                    <a:pt x="1141484" y="652449"/>
                  </a:lnTo>
                  <a:lnTo>
                    <a:pt x="1142486" y="638431"/>
                  </a:lnTo>
                  <a:lnTo>
                    <a:pt x="1143991" y="656954"/>
                  </a:lnTo>
                  <a:lnTo>
                    <a:pt x="1144994" y="623412"/>
                  </a:lnTo>
                  <a:lnTo>
                    <a:pt x="1145997" y="642937"/>
                  </a:lnTo>
                  <a:lnTo>
                    <a:pt x="1147501" y="606371"/>
                  </a:lnTo>
                  <a:lnTo>
                    <a:pt x="1148504" y="577835"/>
                  </a:lnTo>
                  <a:lnTo>
                    <a:pt x="1149507" y="597860"/>
                  </a:lnTo>
                  <a:lnTo>
                    <a:pt x="1151011" y="603868"/>
                  </a:lnTo>
                  <a:lnTo>
                    <a:pt x="1152014" y="596859"/>
                  </a:lnTo>
                  <a:lnTo>
                    <a:pt x="1153017" y="579337"/>
                  </a:lnTo>
                  <a:lnTo>
                    <a:pt x="1154020" y="581840"/>
                  </a:lnTo>
                  <a:lnTo>
                    <a:pt x="1155524" y="585845"/>
                  </a:lnTo>
                  <a:lnTo>
                    <a:pt x="1156527" y="583342"/>
                  </a:lnTo>
                  <a:lnTo>
                    <a:pt x="1157530" y="606371"/>
                  </a:lnTo>
                  <a:lnTo>
                    <a:pt x="1159034" y="612379"/>
                  </a:lnTo>
                  <a:lnTo>
                    <a:pt x="1160037" y="626917"/>
                  </a:lnTo>
                  <a:lnTo>
                    <a:pt x="1161040" y="599362"/>
                  </a:lnTo>
                  <a:lnTo>
                    <a:pt x="1162544" y="639432"/>
                  </a:lnTo>
                  <a:lnTo>
                    <a:pt x="1163547" y="641435"/>
                  </a:lnTo>
                  <a:lnTo>
                    <a:pt x="1164550" y="665465"/>
                  </a:lnTo>
                  <a:lnTo>
                    <a:pt x="1166055" y="663462"/>
                  </a:lnTo>
                  <a:lnTo>
                    <a:pt x="1167058" y="682486"/>
                  </a:lnTo>
                  <a:lnTo>
                    <a:pt x="1168060" y="689996"/>
                  </a:lnTo>
                  <a:lnTo>
                    <a:pt x="1169578" y="703012"/>
                  </a:lnTo>
                  <a:lnTo>
                    <a:pt x="1170581" y="730560"/>
                  </a:lnTo>
                  <a:lnTo>
                    <a:pt x="1171584" y="742575"/>
                  </a:lnTo>
                  <a:lnTo>
                    <a:pt x="1172587" y="733063"/>
                  </a:lnTo>
                  <a:lnTo>
                    <a:pt x="1174091" y="808177"/>
                  </a:lnTo>
                  <a:lnTo>
                    <a:pt x="1175094" y="762600"/>
                  </a:lnTo>
                  <a:lnTo>
                    <a:pt x="1176097" y="799666"/>
                  </a:lnTo>
                  <a:lnTo>
                    <a:pt x="1177601" y="829704"/>
                  </a:lnTo>
                  <a:lnTo>
                    <a:pt x="1178604" y="801168"/>
                  </a:lnTo>
                  <a:lnTo>
                    <a:pt x="1179607" y="809679"/>
                  </a:lnTo>
                  <a:lnTo>
                    <a:pt x="1181112" y="835211"/>
                  </a:lnTo>
                  <a:lnTo>
                    <a:pt x="1182114" y="801168"/>
                  </a:lnTo>
                  <a:lnTo>
                    <a:pt x="1183117" y="818690"/>
                  </a:lnTo>
                  <a:lnTo>
                    <a:pt x="1184622" y="799666"/>
                  </a:lnTo>
                  <a:lnTo>
                    <a:pt x="1185625" y="787150"/>
                  </a:lnTo>
                  <a:lnTo>
                    <a:pt x="1186628" y="811181"/>
                  </a:lnTo>
                  <a:lnTo>
                    <a:pt x="1187630" y="798164"/>
                  </a:lnTo>
                  <a:lnTo>
                    <a:pt x="1189135" y="835211"/>
                  </a:lnTo>
                  <a:lnTo>
                    <a:pt x="1190138" y="803171"/>
                  </a:lnTo>
                  <a:lnTo>
                    <a:pt x="1191141" y="816687"/>
                  </a:lnTo>
                  <a:lnTo>
                    <a:pt x="1192645" y="806174"/>
                  </a:lnTo>
                  <a:lnTo>
                    <a:pt x="1193648" y="814685"/>
                  </a:lnTo>
                  <a:lnTo>
                    <a:pt x="1194651" y="811181"/>
                  </a:lnTo>
                  <a:lnTo>
                    <a:pt x="1196155" y="829704"/>
                  </a:lnTo>
                  <a:lnTo>
                    <a:pt x="1197158" y="864761"/>
                  </a:lnTo>
                  <a:lnTo>
                    <a:pt x="1198161" y="791656"/>
                  </a:lnTo>
                  <a:lnTo>
                    <a:pt x="1199665" y="822194"/>
                  </a:lnTo>
                  <a:lnTo>
                    <a:pt x="1200668" y="820192"/>
                  </a:lnTo>
                  <a:lnTo>
                    <a:pt x="1201671" y="833208"/>
                  </a:lnTo>
                  <a:lnTo>
                    <a:pt x="1202674" y="814685"/>
                  </a:lnTo>
                  <a:lnTo>
                    <a:pt x="1204178" y="796662"/>
                  </a:lnTo>
                  <a:lnTo>
                    <a:pt x="1205181" y="823696"/>
                  </a:lnTo>
                  <a:lnTo>
                    <a:pt x="1206184" y="825699"/>
                  </a:lnTo>
                  <a:lnTo>
                    <a:pt x="1207689" y="874273"/>
                  </a:lnTo>
                  <a:lnTo>
                    <a:pt x="1208691" y="803171"/>
                  </a:lnTo>
                  <a:lnTo>
                    <a:pt x="1209694" y="811181"/>
                  </a:lnTo>
                  <a:lnTo>
                    <a:pt x="1211199" y="829704"/>
                  </a:lnTo>
                  <a:lnTo>
                    <a:pt x="1212202" y="809679"/>
                  </a:lnTo>
                  <a:lnTo>
                    <a:pt x="1213204" y="835211"/>
                  </a:lnTo>
                  <a:lnTo>
                    <a:pt x="1214709" y="793158"/>
                  </a:lnTo>
                  <a:lnTo>
                    <a:pt x="1215712" y="833208"/>
                  </a:lnTo>
                  <a:lnTo>
                    <a:pt x="1216715" y="818690"/>
                  </a:lnTo>
                  <a:lnTo>
                    <a:pt x="1217718" y="822194"/>
                  </a:lnTo>
                  <a:lnTo>
                    <a:pt x="1219222" y="793158"/>
                  </a:lnTo>
                  <a:lnTo>
                    <a:pt x="1220225" y="833208"/>
                  </a:lnTo>
                  <a:lnTo>
                    <a:pt x="1221228" y="820192"/>
                  </a:lnTo>
                  <a:lnTo>
                    <a:pt x="1222732" y="839216"/>
                  </a:lnTo>
                  <a:lnTo>
                    <a:pt x="1223735" y="793158"/>
                  </a:lnTo>
                  <a:lnTo>
                    <a:pt x="1224738" y="891795"/>
                  </a:lnTo>
                  <a:lnTo>
                    <a:pt x="1226242" y="816687"/>
                  </a:lnTo>
                  <a:lnTo>
                    <a:pt x="1227245" y="818690"/>
                  </a:lnTo>
                  <a:lnTo>
                    <a:pt x="1228248" y="833208"/>
                  </a:lnTo>
                  <a:lnTo>
                    <a:pt x="1229752" y="835211"/>
                  </a:lnTo>
                  <a:lnTo>
                    <a:pt x="1230755" y="814685"/>
                  </a:lnTo>
                  <a:lnTo>
                    <a:pt x="1231758" y="853734"/>
                  </a:lnTo>
                  <a:lnTo>
                    <a:pt x="1232761" y="833208"/>
                  </a:lnTo>
                  <a:lnTo>
                    <a:pt x="1234265" y="847226"/>
                  </a:lnTo>
                  <a:lnTo>
                    <a:pt x="1235268" y="831706"/>
                  </a:lnTo>
                  <a:lnTo>
                    <a:pt x="1236271" y="822194"/>
                  </a:lnTo>
                  <a:lnTo>
                    <a:pt x="1237776" y="856237"/>
                  </a:lnTo>
                  <a:lnTo>
                    <a:pt x="1238779" y="862745"/>
                  </a:lnTo>
                  <a:lnTo>
                    <a:pt x="1239781" y="839216"/>
                  </a:lnTo>
                  <a:lnTo>
                    <a:pt x="1241286" y="833208"/>
                  </a:lnTo>
                  <a:lnTo>
                    <a:pt x="1242289" y="853734"/>
                  </a:lnTo>
                  <a:lnTo>
                    <a:pt x="1243292" y="816687"/>
                  </a:lnTo>
                  <a:lnTo>
                    <a:pt x="1244796" y="860242"/>
                  </a:lnTo>
                  <a:lnTo>
                    <a:pt x="1245799" y="827701"/>
                  </a:lnTo>
                  <a:lnTo>
                    <a:pt x="1246802" y="843221"/>
                  </a:lnTo>
                  <a:lnTo>
                    <a:pt x="1247805" y="820192"/>
                  </a:lnTo>
                  <a:lnTo>
                    <a:pt x="1249309" y="841218"/>
                  </a:lnTo>
                  <a:lnTo>
                    <a:pt x="1250312" y="822194"/>
                  </a:lnTo>
                  <a:lnTo>
                    <a:pt x="1251315" y="818690"/>
                  </a:lnTo>
                  <a:lnTo>
                    <a:pt x="1252819" y="827701"/>
                  </a:lnTo>
                  <a:lnTo>
                    <a:pt x="1253822" y="867264"/>
                  </a:lnTo>
                  <a:lnTo>
                    <a:pt x="1254825" y="825699"/>
                  </a:lnTo>
                  <a:lnTo>
                    <a:pt x="1256329" y="808177"/>
                  </a:lnTo>
                  <a:lnTo>
                    <a:pt x="1257332" y="837213"/>
                  </a:lnTo>
                  <a:lnTo>
                    <a:pt x="1258335" y="845223"/>
                  </a:lnTo>
                  <a:lnTo>
                    <a:pt x="1259839" y="837213"/>
                  </a:lnTo>
                  <a:lnTo>
                    <a:pt x="1260842" y="845223"/>
                  </a:lnTo>
                  <a:lnTo>
                    <a:pt x="1261845" y="813183"/>
                  </a:lnTo>
                  <a:lnTo>
                    <a:pt x="1262848" y="814685"/>
                  </a:lnTo>
                  <a:lnTo>
                    <a:pt x="1264353" y="881782"/>
                  </a:lnTo>
                  <a:lnTo>
                    <a:pt x="1265355" y="849729"/>
                  </a:lnTo>
                  <a:lnTo>
                    <a:pt x="1266358" y="871770"/>
                  </a:lnTo>
                  <a:lnTo>
                    <a:pt x="1267863" y="837213"/>
                  </a:lnTo>
                  <a:lnTo>
                    <a:pt x="1268866" y="823696"/>
                  </a:lnTo>
                  <a:lnTo>
                    <a:pt x="1269869" y="886788"/>
                  </a:lnTo>
                  <a:lnTo>
                    <a:pt x="1271373" y="801168"/>
                  </a:lnTo>
                  <a:lnTo>
                    <a:pt x="1272376" y="788652"/>
                  </a:lnTo>
                  <a:lnTo>
                    <a:pt x="1273379" y="837213"/>
                  </a:lnTo>
                  <a:lnTo>
                    <a:pt x="1274903" y="822194"/>
                  </a:lnTo>
                  <a:lnTo>
                    <a:pt x="1275906" y="847226"/>
                  </a:lnTo>
                  <a:lnTo>
                    <a:pt x="1276909" y="862745"/>
                  </a:lnTo>
                  <a:lnTo>
                    <a:pt x="1277912" y="845223"/>
                  </a:lnTo>
                  <a:lnTo>
                    <a:pt x="1279416" y="853734"/>
                  </a:lnTo>
                  <a:lnTo>
                    <a:pt x="1280419" y="818690"/>
                  </a:lnTo>
                  <a:lnTo>
                    <a:pt x="1281422" y="847226"/>
                  </a:lnTo>
                  <a:lnTo>
                    <a:pt x="1282926" y="837213"/>
                  </a:lnTo>
                  <a:lnTo>
                    <a:pt x="1283929" y="820192"/>
                  </a:lnTo>
                  <a:lnTo>
                    <a:pt x="1284932" y="849729"/>
                  </a:lnTo>
                  <a:lnTo>
                    <a:pt x="1286436" y="849729"/>
                  </a:lnTo>
                  <a:lnTo>
                    <a:pt x="1287439" y="843221"/>
                  </a:lnTo>
                  <a:lnTo>
                    <a:pt x="1288442" y="837213"/>
                  </a:lnTo>
                  <a:lnTo>
                    <a:pt x="1289947" y="849729"/>
                  </a:lnTo>
                  <a:lnTo>
                    <a:pt x="1290950" y="835211"/>
                  </a:lnTo>
                  <a:lnTo>
                    <a:pt x="1291952" y="843221"/>
                  </a:lnTo>
                  <a:lnTo>
                    <a:pt x="1293457" y="879279"/>
                  </a:lnTo>
                  <a:lnTo>
                    <a:pt x="1294460" y="835211"/>
                  </a:lnTo>
                  <a:lnTo>
                    <a:pt x="1295463" y="869767"/>
                  </a:lnTo>
                  <a:lnTo>
                    <a:pt x="1296465" y="814685"/>
                  </a:lnTo>
                  <a:lnTo>
                    <a:pt x="1297970" y="862745"/>
                  </a:lnTo>
                  <a:lnTo>
                    <a:pt x="1298973" y="816687"/>
                  </a:lnTo>
                  <a:lnTo>
                    <a:pt x="1299976" y="827701"/>
                  </a:lnTo>
                  <a:lnTo>
                    <a:pt x="1301480" y="827701"/>
                  </a:lnTo>
                  <a:lnTo>
                    <a:pt x="1302483" y="837213"/>
                  </a:lnTo>
                  <a:lnTo>
                    <a:pt x="1303486" y="839216"/>
                  </a:lnTo>
                  <a:lnTo>
                    <a:pt x="1304990" y="814685"/>
                  </a:lnTo>
                  <a:lnTo>
                    <a:pt x="1305993" y="849729"/>
                  </a:lnTo>
                  <a:lnTo>
                    <a:pt x="1306996" y="823696"/>
                  </a:lnTo>
                  <a:lnTo>
                    <a:pt x="1308500" y="845223"/>
                  </a:lnTo>
                  <a:lnTo>
                    <a:pt x="1309503" y="825699"/>
                  </a:lnTo>
                  <a:lnTo>
                    <a:pt x="1310506" y="835211"/>
                  </a:lnTo>
                  <a:lnTo>
                    <a:pt x="1311509" y="843221"/>
                  </a:lnTo>
                  <a:lnTo>
                    <a:pt x="1313013" y="847226"/>
                  </a:lnTo>
                  <a:lnTo>
                    <a:pt x="1314016" y="827701"/>
                  </a:lnTo>
                  <a:lnTo>
                    <a:pt x="1315019" y="871770"/>
                  </a:lnTo>
                  <a:lnTo>
                    <a:pt x="1316524" y="839216"/>
                  </a:lnTo>
                  <a:lnTo>
                    <a:pt x="1317526" y="849729"/>
                  </a:lnTo>
                  <a:lnTo>
                    <a:pt x="1318529" y="869767"/>
                  </a:lnTo>
                  <a:lnTo>
                    <a:pt x="1320034" y="876776"/>
                  </a:lnTo>
                  <a:lnTo>
                    <a:pt x="1321037" y="839216"/>
                  </a:lnTo>
                  <a:lnTo>
                    <a:pt x="1322040" y="847226"/>
                  </a:lnTo>
                  <a:lnTo>
                    <a:pt x="1323544" y="829704"/>
                  </a:lnTo>
                  <a:lnTo>
                    <a:pt x="1324547" y="856237"/>
                  </a:lnTo>
                  <a:lnTo>
                    <a:pt x="1325550" y="853734"/>
                  </a:lnTo>
                  <a:lnTo>
                    <a:pt x="1326553" y="853734"/>
                  </a:lnTo>
                  <a:lnTo>
                    <a:pt x="1328057" y="831706"/>
                  </a:lnTo>
                  <a:lnTo>
                    <a:pt x="1329060" y="889292"/>
                  </a:lnTo>
                  <a:lnTo>
                    <a:pt x="1330063" y="841218"/>
                  </a:lnTo>
                  <a:lnTo>
                    <a:pt x="1331567" y="784147"/>
                  </a:lnTo>
                  <a:lnTo>
                    <a:pt x="1332570" y="869767"/>
                  </a:lnTo>
                  <a:lnTo>
                    <a:pt x="1333573" y="816687"/>
                  </a:lnTo>
                  <a:lnTo>
                    <a:pt x="1335077" y="831706"/>
                  </a:lnTo>
                  <a:lnTo>
                    <a:pt x="1336080" y="829704"/>
                  </a:lnTo>
                  <a:lnTo>
                    <a:pt x="1337083" y="860242"/>
                  </a:lnTo>
                  <a:lnTo>
                    <a:pt x="1338587" y="835211"/>
                  </a:lnTo>
                  <a:lnTo>
                    <a:pt x="1339590" y="835211"/>
                  </a:lnTo>
                  <a:lnTo>
                    <a:pt x="1340593" y="801168"/>
                  </a:lnTo>
                  <a:lnTo>
                    <a:pt x="1341596" y="860242"/>
                  </a:lnTo>
                  <a:lnTo>
                    <a:pt x="1343100" y="894798"/>
                  </a:lnTo>
                  <a:lnTo>
                    <a:pt x="1344103" y="879279"/>
                  </a:lnTo>
                  <a:lnTo>
                    <a:pt x="1345106" y="884285"/>
                  </a:lnTo>
                  <a:lnTo>
                    <a:pt x="1346611" y="839216"/>
                  </a:lnTo>
                  <a:lnTo>
                    <a:pt x="1347614" y="851731"/>
                  </a:lnTo>
                  <a:lnTo>
                    <a:pt x="1348616" y="835211"/>
                  </a:lnTo>
                  <a:lnTo>
                    <a:pt x="1350121" y="835211"/>
                  </a:lnTo>
                  <a:lnTo>
                    <a:pt x="1351124" y="814685"/>
                  </a:lnTo>
                  <a:lnTo>
                    <a:pt x="1352127" y="809679"/>
                  </a:lnTo>
                  <a:lnTo>
                    <a:pt x="1353631" y="871770"/>
                  </a:lnTo>
                  <a:lnTo>
                    <a:pt x="1354634" y="837213"/>
                  </a:lnTo>
                  <a:lnTo>
                    <a:pt x="1355637" y="829704"/>
                  </a:lnTo>
                  <a:lnTo>
                    <a:pt x="1356640" y="843221"/>
                  </a:lnTo>
                  <a:lnTo>
                    <a:pt x="1358144" y="849729"/>
                  </a:lnTo>
                  <a:lnTo>
                    <a:pt x="1359147" y="837213"/>
                  </a:lnTo>
                  <a:lnTo>
                    <a:pt x="1360150" y="858239"/>
                  </a:lnTo>
                  <a:lnTo>
                    <a:pt x="1361654" y="825699"/>
                  </a:lnTo>
                  <a:lnTo>
                    <a:pt x="1362657" y="814685"/>
                  </a:lnTo>
                  <a:lnTo>
                    <a:pt x="1363660" y="860242"/>
                  </a:lnTo>
                  <a:lnTo>
                    <a:pt x="1365164" y="809679"/>
                  </a:lnTo>
                  <a:lnTo>
                    <a:pt x="1366167" y="839216"/>
                  </a:lnTo>
                  <a:lnTo>
                    <a:pt x="1367170" y="833208"/>
                  </a:lnTo>
                  <a:lnTo>
                    <a:pt x="1368674" y="835211"/>
                  </a:lnTo>
                  <a:lnTo>
                    <a:pt x="1369677" y="813183"/>
                  </a:lnTo>
                  <a:lnTo>
                    <a:pt x="1370680" y="839216"/>
                  </a:lnTo>
                  <a:lnTo>
                    <a:pt x="1371683" y="849729"/>
                  </a:lnTo>
                  <a:lnTo>
                    <a:pt x="1373188" y="825699"/>
                  </a:lnTo>
                  <a:lnTo>
                    <a:pt x="1374190" y="862745"/>
                  </a:lnTo>
                  <a:lnTo>
                    <a:pt x="1375193" y="818690"/>
                  </a:lnTo>
                  <a:lnTo>
                    <a:pt x="1376698" y="845223"/>
                  </a:lnTo>
                  <a:lnTo>
                    <a:pt x="1377701" y="860242"/>
                  </a:lnTo>
                  <a:lnTo>
                    <a:pt x="1378704" y="851731"/>
                  </a:lnTo>
                  <a:lnTo>
                    <a:pt x="1380208" y="827701"/>
                  </a:lnTo>
                  <a:lnTo>
                    <a:pt x="1381224" y="856237"/>
                  </a:lnTo>
                  <a:lnTo>
                    <a:pt x="1382227" y="847226"/>
                  </a:lnTo>
                  <a:lnTo>
                    <a:pt x="1383731" y="837213"/>
                  </a:lnTo>
                  <a:lnTo>
                    <a:pt x="1384734" y="858239"/>
                  </a:lnTo>
                  <a:lnTo>
                    <a:pt x="1385737" y="831706"/>
                  </a:lnTo>
                  <a:lnTo>
                    <a:pt x="1386740" y="869767"/>
                  </a:lnTo>
                  <a:lnTo>
                    <a:pt x="1388244" y="831706"/>
                  </a:lnTo>
                  <a:lnTo>
                    <a:pt x="1389247" y="860242"/>
                  </a:lnTo>
                  <a:lnTo>
                    <a:pt x="1390250" y="833208"/>
                  </a:lnTo>
                  <a:lnTo>
                    <a:pt x="1391755" y="845223"/>
                  </a:lnTo>
                  <a:lnTo>
                    <a:pt x="1392758" y="876776"/>
                  </a:lnTo>
                  <a:lnTo>
                    <a:pt x="1393760" y="853734"/>
                  </a:lnTo>
                  <a:lnTo>
                    <a:pt x="1395265" y="845223"/>
                  </a:lnTo>
                  <a:lnTo>
                    <a:pt x="1396268" y="839216"/>
                  </a:lnTo>
                  <a:lnTo>
                    <a:pt x="1397271" y="849729"/>
                  </a:lnTo>
                  <a:lnTo>
                    <a:pt x="1398775" y="858239"/>
                  </a:lnTo>
                  <a:lnTo>
                    <a:pt x="1399778" y="847226"/>
                  </a:lnTo>
                  <a:lnTo>
                    <a:pt x="1400781" y="881782"/>
                  </a:lnTo>
                  <a:lnTo>
                    <a:pt x="1401784" y="822194"/>
                  </a:lnTo>
                  <a:lnTo>
                    <a:pt x="1403288" y="823696"/>
                  </a:lnTo>
                  <a:lnTo>
                    <a:pt x="1404291" y="827701"/>
                  </a:lnTo>
                  <a:lnTo>
                    <a:pt x="1405294" y="837213"/>
                  </a:lnTo>
                  <a:lnTo>
                    <a:pt x="1406798" y="833208"/>
                  </a:lnTo>
                  <a:lnTo>
                    <a:pt x="1407801" y="804672"/>
                  </a:lnTo>
                  <a:lnTo>
                    <a:pt x="1408804" y="829704"/>
                  </a:lnTo>
                  <a:lnTo>
                    <a:pt x="1410308" y="843221"/>
                  </a:lnTo>
                  <a:lnTo>
                    <a:pt x="1411311" y="806174"/>
                  </a:lnTo>
                  <a:lnTo>
                    <a:pt x="1412314" y="849729"/>
                  </a:lnTo>
                  <a:lnTo>
                    <a:pt x="1413818" y="839216"/>
                  </a:lnTo>
                  <a:lnTo>
                    <a:pt x="1414821" y="831706"/>
                  </a:lnTo>
                  <a:lnTo>
                    <a:pt x="1415824" y="867264"/>
                  </a:lnTo>
                  <a:lnTo>
                    <a:pt x="1417329" y="843221"/>
                  </a:lnTo>
                  <a:lnTo>
                    <a:pt x="1418332" y="847226"/>
                  </a:lnTo>
                  <a:lnTo>
                    <a:pt x="1419334" y="839216"/>
                  </a:lnTo>
                  <a:lnTo>
                    <a:pt x="1420337" y="833208"/>
                  </a:lnTo>
                  <a:lnTo>
                    <a:pt x="1421842" y="829704"/>
                  </a:lnTo>
                  <a:lnTo>
                    <a:pt x="1422845" y="864761"/>
                  </a:lnTo>
                  <a:lnTo>
                    <a:pt x="1423848" y="874273"/>
                  </a:lnTo>
                  <a:lnTo>
                    <a:pt x="1425352" y="843221"/>
                  </a:lnTo>
                  <a:lnTo>
                    <a:pt x="1426355" y="804672"/>
                  </a:lnTo>
                  <a:lnTo>
                    <a:pt x="1427358" y="823696"/>
                  </a:lnTo>
                  <a:lnTo>
                    <a:pt x="1428862" y="869767"/>
                  </a:lnTo>
                  <a:lnTo>
                    <a:pt x="1429865" y="837213"/>
                  </a:lnTo>
                  <a:lnTo>
                    <a:pt x="1430868" y="839216"/>
                  </a:lnTo>
                  <a:lnTo>
                    <a:pt x="1432372" y="822194"/>
                  </a:lnTo>
                  <a:lnTo>
                    <a:pt x="1433375" y="860242"/>
                  </a:lnTo>
                  <a:lnTo>
                    <a:pt x="1434378" y="841218"/>
                  </a:lnTo>
                  <a:lnTo>
                    <a:pt x="1435381" y="894798"/>
                  </a:lnTo>
                  <a:lnTo>
                    <a:pt x="1436885" y="874273"/>
                  </a:lnTo>
                  <a:lnTo>
                    <a:pt x="1437888" y="835211"/>
                  </a:lnTo>
                  <a:lnTo>
                    <a:pt x="1438891" y="871770"/>
                  </a:lnTo>
                  <a:lnTo>
                    <a:pt x="1440395" y="837213"/>
                  </a:lnTo>
                  <a:lnTo>
                    <a:pt x="1441398" y="867264"/>
                  </a:lnTo>
                  <a:lnTo>
                    <a:pt x="1442401" y="845223"/>
                  </a:lnTo>
                  <a:lnTo>
                    <a:pt x="1443906" y="825699"/>
                  </a:lnTo>
                  <a:lnTo>
                    <a:pt x="1444908" y="841218"/>
                  </a:lnTo>
                  <a:lnTo>
                    <a:pt x="1445911" y="860242"/>
                  </a:lnTo>
                  <a:lnTo>
                    <a:pt x="1447416" y="825699"/>
                  </a:lnTo>
                  <a:lnTo>
                    <a:pt x="1448419" y="818690"/>
                  </a:lnTo>
                  <a:lnTo>
                    <a:pt x="1449422" y="879279"/>
                  </a:lnTo>
                  <a:lnTo>
                    <a:pt x="1450424" y="822194"/>
                  </a:lnTo>
                  <a:lnTo>
                    <a:pt x="1451929" y="833208"/>
                  </a:lnTo>
                  <a:lnTo>
                    <a:pt x="1452932" y="829704"/>
                  </a:lnTo>
                  <a:lnTo>
                    <a:pt x="1453935" y="864761"/>
                  </a:lnTo>
                  <a:lnTo>
                    <a:pt x="1455439" y="862745"/>
                  </a:lnTo>
                  <a:lnTo>
                    <a:pt x="1456442" y="843221"/>
                  </a:lnTo>
                  <a:lnTo>
                    <a:pt x="1457445" y="827701"/>
                  </a:lnTo>
                  <a:lnTo>
                    <a:pt x="1458949" y="816687"/>
                  </a:lnTo>
                  <a:lnTo>
                    <a:pt x="1459952" y="813183"/>
                  </a:lnTo>
                  <a:lnTo>
                    <a:pt x="1460955" y="814685"/>
                  </a:lnTo>
                  <a:lnTo>
                    <a:pt x="1462459" y="858239"/>
                  </a:lnTo>
                  <a:lnTo>
                    <a:pt x="1463462" y="806174"/>
                  </a:lnTo>
                  <a:lnTo>
                    <a:pt x="1464465" y="839216"/>
                  </a:lnTo>
                  <a:lnTo>
                    <a:pt x="1465468" y="851731"/>
                  </a:lnTo>
                  <a:lnTo>
                    <a:pt x="1466972" y="816687"/>
                  </a:lnTo>
                  <a:lnTo>
                    <a:pt x="1467975" y="858239"/>
                  </a:lnTo>
                  <a:lnTo>
                    <a:pt x="1468978" y="841218"/>
                  </a:lnTo>
                  <a:lnTo>
                    <a:pt x="1470483" y="820192"/>
                  </a:lnTo>
                  <a:lnTo>
                    <a:pt x="1471485" y="847226"/>
                  </a:lnTo>
                  <a:lnTo>
                    <a:pt x="1472488" y="822194"/>
                  </a:lnTo>
                  <a:lnTo>
                    <a:pt x="1473993" y="822194"/>
                  </a:lnTo>
                  <a:lnTo>
                    <a:pt x="1474996" y="818690"/>
                  </a:lnTo>
                  <a:lnTo>
                    <a:pt x="1475998" y="782625"/>
                  </a:lnTo>
                  <a:lnTo>
                    <a:pt x="1477503" y="841218"/>
                  </a:lnTo>
                  <a:lnTo>
                    <a:pt x="1478506" y="820192"/>
                  </a:lnTo>
                  <a:lnTo>
                    <a:pt x="1479509" y="827701"/>
                  </a:lnTo>
                  <a:lnTo>
                    <a:pt x="1480512" y="818690"/>
                  </a:lnTo>
                  <a:lnTo>
                    <a:pt x="1482016" y="820192"/>
                  </a:lnTo>
                  <a:lnTo>
                    <a:pt x="1483019" y="831706"/>
                  </a:lnTo>
                  <a:lnTo>
                    <a:pt x="1484022" y="818690"/>
                  </a:lnTo>
                  <a:lnTo>
                    <a:pt x="1485526" y="847226"/>
                  </a:lnTo>
                  <a:lnTo>
                    <a:pt x="1486549" y="825699"/>
                  </a:lnTo>
                  <a:lnTo>
                    <a:pt x="1487552" y="841218"/>
                  </a:lnTo>
                  <a:lnTo>
                    <a:pt x="1489056" y="822194"/>
                  </a:lnTo>
                  <a:lnTo>
                    <a:pt x="1490059" y="831706"/>
                  </a:lnTo>
                  <a:lnTo>
                    <a:pt x="1491062" y="827701"/>
                  </a:lnTo>
                  <a:lnTo>
                    <a:pt x="1492566" y="829704"/>
                  </a:lnTo>
                  <a:lnTo>
                    <a:pt x="1493569" y="867264"/>
                  </a:lnTo>
                  <a:lnTo>
                    <a:pt x="1494572" y="843221"/>
                  </a:lnTo>
                  <a:lnTo>
                    <a:pt x="1495575" y="804672"/>
                  </a:lnTo>
                  <a:lnTo>
                    <a:pt x="1497079" y="853734"/>
                  </a:lnTo>
                  <a:lnTo>
                    <a:pt x="1498082" y="798164"/>
                  </a:lnTo>
                  <a:lnTo>
                    <a:pt x="1499085" y="856237"/>
                  </a:lnTo>
                  <a:lnTo>
                    <a:pt x="1500590" y="856237"/>
                  </a:lnTo>
                  <a:lnTo>
                    <a:pt x="1501593" y="814685"/>
                  </a:lnTo>
                  <a:lnTo>
                    <a:pt x="1502595" y="808177"/>
                  </a:lnTo>
                  <a:lnTo>
                    <a:pt x="1504100" y="837213"/>
                  </a:lnTo>
                  <a:lnTo>
                    <a:pt x="1505103" y="820192"/>
                  </a:lnTo>
                  <a:lnTo>
                    <a:pt x="1506106" y="806174"/>
                  </a:lnTo>
                  <a:lnTo>
                    <a:pt x="1507610" y="837213"/>
                  </a:lnTo>
                  <a:lnTo>
                    <a:pt x="1508613" y="820192"/>
                  </a:lnTo>
                  <a:lnTo>
                    <a:pt x="1509616" y="835211"/>
                  </a:lnTo>
                  <a:lnTo>
                    <a:pt x="1510619" y="860242"/>
                  </a:lnTo>
                  <a:lnTo>
                    <a:pt x="1512123" y="843221"/>
                  </a:lnTo>
                  <a:lnTo>
                    <a:pt x="1513126" y="864761"/>
                  </a:lnTo>
                  <a:lnTo>
                    <a:pt x="1514129" y="818690"/>
                  </a:lnTo>
                  <a:lnTo>
                    <a:pt x="1515633" y="835211"/>
                  </a:lnTo>
                  <a:lnTo>
                    <a:pt x="1516636" y="829704"/>
                  </a:lnTo>
                  <a:lnTo>
                    <a:pt x="1517639" y="839216"/>
                  </a:lnTo>
                  <a:lnTo>
                    <a:pt x="1519143" y="822194"/>
                  </a:lnTo>
                  <a:lnTo>
                    <a:pt x="1520146" y="823696"/>
                  </a:lnTo>
                  <a:lnTo>
                    <a:pt x="1521149" y="849729"/>
                  </a:lnTo>
                  <a:lnTo>
                    <a:pt x="1522654" y="813183"/>
                  </a:lnTo>
                  <a:lnTo>
                    <a:pt x="1523656" y="811181"/>
                  </a:lnTo>
                  <a:lnTo>
                    <a:pt x="1524659" y="835211"/>
                  </a:lnTo>
                  <a:lnTo>
                    <a:pt x="1525662" y="796662"/>
                  </a:lnTo>
                  <a:lnTo>
                    <a:pt x="1527167" y="820192"/>
                  </a:lnTo>
                  <a:lnTo>
                    <a:pt x="1528169" y="781123"/>
                  </a:lnTo>
                  <a:lnTo>
                    <a:pt x="1529172" y="788652"/>
                  </a:lnTo>
                  <a:lnTo>
                    <a:pt x="1530677" y="833208"/>
                  </a:lnTo>
                  <a:lnTo>
                    <a:pt x="1531680" y="847226"/>
                  </a:lnTo>
                  <a:lnTo>
                    <a:pt x="1532683" y="813183"/>
                  </a:lnTo>
                  <a:lnTo>
                    <a:pt x="1534187" y="796662"/>
                  </a:lnTo>
                  <a:lnTo>
                    <a:pt x="1535190" y="776617"/>
                  </a:lnTo>
                  <a:lnTo>
                    <a:pt x="1536193" y="781123"/>
                  </a:lnTo>
                  <a:lnTo>
                    <a:pt x="1537697" y="785649"/>
                  </a:lnTo>
                  <a:lnTo>
                    <a:pt x="1538700" y="773614"/>
                  </a:lnTo>
                  <a:lnTo>
                    <a:pt x="1539703" y="778119"/>
                  </a:lnTo>
                  <a:lnTo>
                    <a:pt x="1541207" y="753589"/>
                  </a:lnTo>
                  <a:lnTo>
                    <a:pt x="1542210" y="749584"/>
                  </a:lnTo>
                  <a:lnTo>
                    <a:pt x="1543213" y="775115"/>
                  </a:lnTo>
                  <a:lnTo>
                    <a:pt x="1544216" y="788652"/>
                  </a:lnTo>
                  <a:lnTo>
                    <a:pt x="1545720" y="736567"/>
                  </a:lnTo>
                  <a:lnTo>
                    <a:pt x="1546723" y="728557"/>
                  </a:lnTo>
                  <a:lnTo>
                    <a:pt x="1547726" y="752087"/>
                  </a:lnTo>
                  <a:lnTo>
                    <a:pt x="1549230" y="718545"/>
                  </a:lnTo>
                  <a:lnTo>
                    <a:pt x="1550233" y="746079"/>
                  </a:lnTo>
                  <a:lnTo>
                    <a:pt x="1551236" y="725053"/>
                  </a:lnTo>
                  <a:lnTo>
                    <a:pt x="1552741" y="741073"/>
                  </a:lnTo>
                  <a:lnTo>
                    <a:pt x="1553743" y="717543"/>
                  </a:lnTo>
                  <a:lnTo>
                    <a:pt x="1554746" y="737568"/>
                  </a:lnTo>
                  <a:lnTo>
                    <a:pt x="1556251" y="713038"/>
                  </a:lnTo>
                  <a:lnTo>
                    <a:pt x="1557254" y="748582"/>
                  </a:lnTo>
                  <a:lnTo>
                    <a:pt x="1558257" y="731561"/>
                  </a:lnTo>
                  <a:lnTo>
                    <a:pt x="1559259" y="730560"/>
                  </a:lnTo>
                  <a:lnTo>
                    <a:pt x="1560764" y="713038"/>
                  </a:lnTo>
                  <a:lnTo>
                    <a:pt x="1561767" y="751085"/>
                  </a:lnTo>
                  <a:lnTo>
                    <a:pt x="1562770" y="742575"/>
                  </a:lnTo>
                  <a:lnTo>
                    <a:pt x="1564274" y="730560"/>
                  </a:lnTo>
                  <a:lnTo>
                    <a:pt x="1565277" y="742575"/>
                  </a:lnTo>
                  <a:lnTo>
                    <a:pt x="1566280" y="738570"/>
                  </a:lnTo>
                  <a:lnTo>
                    <a:pt x="1567784" y="753589"/>
                  </a:lnTo>
                  <a:lnTo>
                    <a:pt x="1568787" y="775115"/>
                  </a:lnTo>
                  <a:lnTo>
                    <a:pt x="1569790" y="751085"/>
                  </a:lnTo>
                  <a:lnTo>
                    <a:pt x="1571294" y="771110"/>
                  </a:lnTo>
                  <a:lnTo>
                    <a:pt x="1572297" y="790154"/>
                  </a:lnTo>
                  <a:lnTo>
                    <a:pt x="1573300" y="781123"/>
                  </a:lnTo>
                  <a:lnTo>
                    <a:pt x="1574303" y="788652"/>
                  </a:lnTo>
                  <a:lnTo>
                    <a:pt x="1575807" y="773614"/>
                  </a:lnTo>
                  <a:lnTo>
                    <a:pt x="1576810" y="791656"/>
                  </a:lnTo>
                  <a:lnTo>
                    <a:pt x="1577813" y="782625"/>
                  </a:lnTo>
                  <a:lnTo>
                    <a:pt x="1579318" y="813183"/>
                  </a:lnTo>
                  <a:lnTo>
                    <a:pt x="1580320" y="831706"/>
                  </a:lnTo>
                  <a:lnTo>
                    <a:pt x="1581323" y="813183"/>
                  </a:lnTo>
                  <a:lnTo>
                    <a:pt x="1582828" y="814685"/>
                  </a:lnTo>
                  <a:lnTo>
                    <a:pt x="1583831" y="809679"/>
                  </a:lnTo>
                  <a:lnTo>
                    <a:pt x="1584833" y="833208"/>
                  </a:lnTo>
                  <a:lnTo>
                    <a:pt x="1586338" y="804672"/>
                  </a:lnTo>
                  <a:lnTo>
                    <a:pt x="1587341" y="822194"/>
                  </a:lnTo>
                  <a:lnTo>
                    <a:pt x="1588344" y="831706"/>
                  </a:lnTo>
                  <a:lnTo>
                    <a:pt x="1589347" y="851731"/>
                  </a:lnTo>
                  <a:lnTo>
                    <a:pt x="1590851" y="837213"/>
                  </a:lnTo>
                  <a:lnTo>
                    <a:pt x="1591854" y="845223"/>
                  </a:lnTo>
                  <a:lnTo>
                    <a:pt x="1592877" y="867264"/>
                  </a:lnTo>
                  <a:lnTo>
                    <a:pt x="1594381" y="833208"/>
                  </a:lnTo>
                  <a:lnTo>
                    <a:pt x="1595384" y="822194"/>
                  </a:lnTo>
                  <a:lnTo>
                    <a:pt x="1596387" y="827701"/>
                  </a:lnTo>
                  <a:lnTo>
                    <a:pt x="1597891" y="831706"/>
                  </a:lnTo>
                  <a:lnTo>
                    <a:pt x="1598894" y="818690"/>
                  </a:lnTo>
                  <a:lnTo>
                    <a:pt x="1599897" y="860242"/>
                  </a:lnTo>
                  <a:lnTo>
                    <a:pt x="1601401" y="835211"/>
                  </a:lnTo>
                  <a:lnTo>
                    <a:pt x="1602404" y="814685"/>
                  </a:lnTo>
                  <a:lnTo>
                    <a:pt x="1603407" y="793158"/>
                  </a:lnTo>
                  <a:lnTo>
                    <a:pt x="1604410" y="798164"/>
                  </a:lnTo>
                  <a:lnTo>
                    <a:pt x="1605915" y="822194"/>
                  </a:lnTo>
                  <a:lnTo>
                    <a:pt x="1606917" y="804672"/>
                  </a:lnTo>
                  <a:lnTo>
                    <a:pt x="1607920" y="843221"/>
                  </a:lnTo>
                  <a:lnTo>
                    <a:pt x="1609425" y="849729"/>
                  </a:lnTo>
                  <a:lnTo>
                    <a:pt x="1610428" y="831706"/>
                  </a:lnTo>
                  <a:lnTo>
                    <a:pt x="1611430" y="862745"/>
                  </a:lnTo>
                  <a:lnTo>
                    <a:pt x="1612935" y="825699"/>
                  </a:lnTo>
                  <a:lnTo>
                    <a:pt x="1613938" y="781123"/>
                  </a:lnTo>
                  <a:lnTo>
                    <a:pt x="1614941" y="835211"/>
                  </a:lnTo>
                  <a:lnTo>
                    <a:pt x="1616445" y="849729"/>
                  </a:lnTo>
                  <a:lnTo>
                    <a:pt x="1617448" y="791656"/>
                  </a:lnTo>
                  <a:lnTo>
                    <a:pt x="1618451" y="837213"/>
                  </a:lnTo>
                </a:path>
                <a:path w="2200275" h="895350">
                  <a:moveTo>
                    <a:pt x="1618451" y="837213"/>
                  </a:moveTo>
                  <a:lnTo>
                    <a:pt x="1619454" y="823696"/>
                  </a:lnTo>
                  <a:lnTo>
                    <a:pt x="1620958" y="869767"/>
                  </a:lnTo>
                  <a:lnTo>
                    <a:pt x="1621961" y="847226"/>
                  </a:lnTo>
                  <a:lnTo>
                    <a:pt x="1622964" y="816687"/>
                  </a:lnTo>
                  <a:lnTo>
                    <a:pt x="1624468" y="798164"/>
                  </a:lnTo>
                  <a:lnTo>
                    <a:pt x="1625471" y="809679"/>
                  </a:lnTo>
                  <a:lnTo>
                    <a:pt x="1626474" y="837213"/>
                  </a:lnTo>
                  <a:lnTo>
                    <a:pt x="1627978" y="825699"/>
                  </a:lnTo>
                  <a:lnTo>
                    <a:pt x="1628981" y="835211"/>
                  </a:lnTo>
                  <a:lnTo>
                    <a:pt x="1629984" y="814685"/>
                  </a:lnTo>
                  <a:lnTo>
                    <a:pt x="1631489" y="833208"/>
                  </a:lnTo>
                  <a:lnTo>
                    <a:pt x="1632491" y="831706"/>
                  </a:lnTo>
                  <a:lnTo>
                    <a:pt x="1633494" y="831706"/>
                  </a:lnTo>
                  <a:lnTo>
                    <a:pt x="1634497" y="835211"/>
                  </a:lnTo>
                  <a:lnTo>
                    <a:pt x="1636002" y="813183"/>
                  </a:lnTo>
                  <a:lnTo>
                    <a:pt x="1637004" y="804672"/>
                  </a:lnTo>
                  <a:lnTo>
                    <a:pt x="1638007" y="822194"/>
                  </a:lnTo>
                  <a:lnTo>
                    <a:pt x="1639512" y="823696"/>
                  </a:lnTo>
                  <a:lnTo>
                    <a:pt x="1640515" y="825699"/>
                  </a:lnTo>
                  <a:lnTo>
                    <a:pt x="1641518" y="793158"/>
                  </a:lnTo>
                  <a:lnTo>
                    <a:pt x="1643022" y="835211"/>
                  </a:lnTo>
                  <a:lnTo>
                    <a:pt x="1644025" y="847226"/>
                  </a:lnTo>
                  <a:lnTo>
                    <a:pt x="1645028" y="796662"/>
                  </a:lnTo>
                  <a:lnTo>
                    <a:pt x="1646532" y="827701"/>
                  </a:lnTo>
                  <a:lnTo>
                    <a:pt x="1647535" y="804672"/>
                  </a:lnTo>
                  <a:lnTo>
                    <a:pt x="1648538" y="894798"/>
                  </a:lnTo>
                  <a:lnTo>
                    <a:pt x="1650042" y="853734"/>
                  </a:lnTo>
                  <a:lnTo>
                    <a:pt x="1651045" y="809679"/>
                  </a:lnTo>
                  <a:lnTo>
                    <a:pt x="1652048" y="814685"/>
                  </a:lnTo>
                  <a:lnTo>
                    <a:pt x="1653051" y="793158"/>
                  </a:lnTo>
                  <a:lnTo>
                    <a:pt x="1654555" y="820192"/>
                  </a:lnTo>
                  <a:lnTo>
                    <a:pt x="1655558" y="818690"/>
                  </a:lnTo>
                  <a:lnTo>
                    <a:pt x="1656561" y="837213"/>
                  </a:lnTo>
                  <a:lnTo>
                    <a:pt x="1658065" y="822194"/>
                  </a:lnTo>
                  <a:lnTo>
                    <a:pt x="1659068" y="853734"/>
                  </a:lnTo>
                  <a:lnTo>
                    <a:pt x="1660071" y="825699"/>
                  </a:lnTo>
                  <a:lnTo>
                    <a:pt x="1661576" y="825699"/>
                  </a:lnTo>
                  <a:lnTo>
                    <a:pt x="1662579" y="796662"/>
                  </a:lnTo>
                  <a:lnTo>
                    <a:pt x="1663581" y="839216"/>
                  </a:lnTo>
                  <a:lnTo>
                    <a:pt x="1665086" y="827701"/>
                  </a:lnTo>
                  <a:lnTo>
                    <a:pt x="1666089" y="813183"/>
                  </a:lnTo>
                  <a:lnTo>
                    <a:pt x="1667092" y="809679"/>
                  </a:lnTo>
                  <a:lnTo>
                    <a:pt x="1668094" y="820192"/>
                  </a:lnTo>
                  <a:lnTo>
                    <a:pt x="1669599" y="801168"/>
                  </a:lnTo>
                  <a:lnTo>
                    <a:pt x="1670602" y="801168"/>
                  </a:lnTo>
                  <a:lnTo>
                    <a:pt x="1671605" y="808177"/>
                  </a:lnTo>
                  <a:lnTo>
                    <a:pt x="1673109" y="814685"/>
                  </a:lnTo>
                  <a:lnTo>
                    <a:pt x="1674112" y="841218"/>
                  </a:lnTo>
                  <a:lnTo>
                    <a:pt x="1675115" y="829704"/>
                  </a:lnTo>
                  <a:lnTo>
                    <a:pt x="1676619" y="808177"/>
                  </a:lnTo>
                  <a:lnTo>
                    <a:pt x="1677622" y="803171"/>
                  </a:lnTo>
                  <a:lnTo>
                    <a:pt x="1678625" y="796662"/>
                  </a:lnTo>
                  <a:lnTo>
                    <a:pt x="1680129" y="806174"/>
                  </a:lnTo>
                  <a:lnTo>
                    <a:pt x="1681132" y="818690"/>
                  </a:lnTo>
                  <a:lnTo>
                    <a:pt x="1682135" y="787150"/>
                  </a:lnTo>
                  <a:lnTo>
                    <a:pt x="1683138" y="808177"/>
                  </a:lnTo>
                  <a:lnTo>
                    <a:pt x="1684642" y="829704"/>
                  </a:lnTo>
                  <a:lnTo>
                    <a:pt x="1685645" y="769609"/>
                  </a:lnTo>
                  <a:lnTo>
                    <a:pt x="1686648" y="849729"/>
                  </a:lnTo>
                  <a:lnTo>
                    <a:pt x="1688153" y="794660"/>
                  </a:lnTo>
                  <a:lnTo>
                    <a:pt x="1689155" y="813183"/>
                  </a:lnTo>
                  <a:lnTo>
                    <a:pt x="1690158" y="791656"/>
                  </a:lnTo>
                  <a:lnTo>
                    <a:pt x="1691663" y="841218"/>
                  </a:lnTo>
                  <a:lnTo>
                    <a:pt x="1692666" y="814685"/>
                  </a:lnTo>
                  <a:lnTo>
                    <a:pt x="1693669" y="839216"/>
                  </a:lnTo>
                  <a:lnTo>
                    <a:pt x="1695173" y="791656"/>
                  </a:lnTo>
                  <a:lnTo>
                    <a:pt x="1696176" y="827701"/>
                  </a:lnTo>
                  <a:lnTo>
                    <a:pt x="1697179" y="803171"/>
                  </a:lnTo>
                  <a:lnTo>
                    <a:pt x="1698195" y="814685"/>
                  </a:lnTo>
                  <a:lnTo>
                    <a:pt x="1699699" y="825699"/>
                  </a:lnTo>
                  <a:lnTo>
                    <a:pt x="1700702" y="823696"/>
                  </a:lnTo>
                  <a:lnTo>
                    <a:pt x="1701705" y="809679"/>
                  </a:lnTo>
                  <a:lnTo>
                    <a:pt x="1703209" y="822194"/>
                  </a:lnTo>
                  <a:lnTo>
                    <a:pt x="1704212" y="809679"/>
                  </a:lnTo>
                  <a:lnTo>
                    <a:pt x="1705215" y="827701"/>
                  </a:lnTo>
                  <a:lnTo>
                    <a:pt x="1706720" y="816687"/>
                  </a:lnTo>
                  <a:lnTo>
                    <a:pt x="1707723" y="791656"/>
                  </a:lnTo>
                  <a:lnTo>
                    <a:pt x="1708725" y="818690"/>
                  </a:lnTo>
                  <a:lnTo>
                    <a:pt x="1710230" y="843221"/>
                  </a:lnTo>
                  <a:lnTo>
                    <a:pt x="1711233" y="790154"/>
                  </a:lnTo>
                  <a:lnTo>
                    <a:pt x="1712236" y="816687"/>
                  </a:lnTo>
                  <a:lnTo>
                    <a:pt x="1713238" y="820192"/>
                  </a:lnTo>
                  <a:lnTo>
                    <a:pt x="1714743" y="787150"/>
                  </a:lnTo>
                  <a:lnTo>
                    <a:pt x="1715746" y="801168"/>
                  </a:lnTo>
                  <a:lnTo>
                    <a:pt x="1716749" y="801168"/>
                  </a:lnTo>
                  <a:lnTo>
                    <a:pt x="1718253" y="809679"/>
                  </a:lnTo>
                  <a:lnTo>
                    <a:pt x="1719256" y="818690"/>
                  </a:lnTo>
                  <a:lnTo>
                    <a:pt x="1720259" y="801168"/>
                  </a:lnTo>
                  <a:lnTo>
                    <a:pt x="1721763" y="803171"/>
                  </a:lnTo>
                  <a:lnTo>
                    <a:pt x="1722766" y="818690"/>
                  </a:lnTo>
                  <a:lnTo>
                    <a:pt x="1723769" y="811181"/>
                  </a:lnTo>
                  <a:lnTo>
                    <a:pt x="1725273" y="837213"/>
                  </a:lnTo>
                  <a:lnTo>
                    <a:pt x="1726276" y="808177"/>
                  </a:lnTo>
                  <a:lnTo>
                    <a:pt x="1727279" y="809679"/>
                  </a:lnTo>
                  <a:lnTo>
                    <a:pt x="1728282" y="822194"/>
                  </a:lnTo>
                  <a:lnTo>
                    <a:pt x="1729786" y="825699"/>
                  </a:lnTo>
                  <a:lnTo>
                    <a:pt x="1730789" y="820192"/>
                  </a:lnTo>
                  <a:lnTo>
                    <a:pt x="1731792" y="791656"/>
                  </a:lnTo>
                  <a:lnTo>
                    <a:pt x="1733297" y="803171"/>
                  </a:lnTo>
                  <a:lnTo>
                    <a:pt x="1734299" y="801168"/>
                  </a:lnTo>
                  <a:lnTo>
                    <a:pt x="1735302" y="814685"/>
                  </a:lnTo>
                  <a:lnTo>
                    <a:pt x="1736807" y="835211"/>
                  </a:lnTo>
                  <a:lnTo>
                    <a:pt x="1737810" y="811181"/>
                  </a:lnTo>
                  <a:lnTo>
                    <a:pt x="1738813" y="806174"/>
                  </a:lnTo>
                  <a:lnTo>
                    <a:pt x="1740317" y="831706"/>
                  </a:lnTo>
                  <a:lnTo>
                    <a:pt x="1741320" y="818690"/>
                  </a:lnTo>
                  <a:lnTo>
                    <a:pt x="1742323" y="804672"/>
                  </a:lnTo>
                  <a:lnTo>
                    <a:pt x="1743326" y="831706"/>
                  </a:lnTo>
                  <a:lnTo>
                    <a:pt x="1744830" y="796662"/>
                  </a:lnTo>
                  <a:lnTo>
                    <a:pt x="1745833" y="818690"/>
                  </a:lnTo>
                  <a:lnTo>
                    <a:pt x="1746836" y="827701"/>
                  </a:lnTo>
                  <a:lnTo>
                    <a:pt x="1748340" y="790154"/>
                  </a:lnTo>
                  <a:lnTo>
                    <a:pt x="1749343" y="798164"/>
                  </a:lnTo>
                  <a:lnTo>
                    <a:pt x="1750346" y="794660"/>
                  </a:lnTo>
                  <a:lnTo>
                    <a:pt x="1751850" y="823696"/>
                  </a:lnTo>
                  <a:lnTo>
                    <a:pt x="1752853" y="784147"/>
                  </a:lnTo>
                  <a:lnTo>
                    <a:pt x="1753856" y="813183"/>
                  </a:lnTo>
                  <a:lnTo>
                    <a:pt x="1755360" y="776617"/>
                  </a:lnTo>
                  <a:lnTo>
                    <a:pt x="1756363" y="814685"/>
                  </a:lnTo>
                  <a:lnTo>
                    <a:pt x="1757366" y="794660"/>
                  </a:lnTo>
                  <a:lnTo>
                    <a:pt x="1758369" y="801168"/>
                  </a:lnTo>
                  <a:lnTo>
                    <a:pt x="1759873" y="796662"/>
                  </a:lnTo>
                  <a:lnTo>
                    <a:pt x="1760876" y="796662"/>
                  </a:lnTo>
                  <a:lnTo>
                    <a:pt x="1761879" y="845223"/>
                  </a:lnTo>
                  <a:lnTo>
                    <a:pt x="1763384" y="799666"/>
                  </a:lnTo>
                  <a:lnTo>
                    <a:pt x="1764387" y="804672"/>
                  </a:lnTo>
                  <a:lnTo>
                    <a:pt x="1765389" y="788652"/>
                  </a:lnTo>
                  <a:lnTo>
                    <a:pt x="1766894" y="804672"/>
                  </a:lnTo>
                  <a:lnTo>
                    <a:pt x="1767897" y="811181"/>
                  </a:lnTo>
                  <a:lnTo>
                    <a:pt x="1768900" y="799666"/>
                  </a:lnTo>
                  <a:lnTo>
                    <a:pt x="1770404" y="791656"/>
                  </a:lnTo>
                  <a:lnTo>
                    <a:pt x="1771407" y="782625"/>
                  </a:lnTo>
                  <a:lnTo>
                    <a:pt x="1772410" y="803171"/>
                  </a:lnTo>
                  <a:lnTo>
                    <a:pt x="1773914" y="814685"/>
                  </a:lnTo>
                  <a:lnTo>
                    <a:pt x="1774917" y="799666"/>
                  </a:lnTo>
                  <a:lnTo>
                    <a:pt x="1775920" y="803171"/>
                  </a:lnTo>
                  <a:lnTo>
                    <a:pt x="1776923" y="814685"/>
                  </a:lnTo>
                  <a:lnTo>
                    <a:pt x="1778427" y="799666"/>
                  </a:lnTo>
                  <a:lnTo>
                    <a:pt x="1779430" y="776617"/>
                  </a:lnTo>
                  <a:lnTo>
                    <a:pt x="1780433" y="796662"/>
                  </a:lnTo>
                  <a:lnTo>
                    <a:pt x="1781937" y="773614"/>
                  </a:lnTo>
                  <a:lnTo>
                    <a:pt x="1782940" y="814685"/>
                  </a:lnTo>
                  <a:lnTo>
                    <a:pt x="1783943" y="781123"/>
                  </a:lnTo>
                  <a:lnTo>
                    <a:pt x="1785447" y="782625"/>
                  </a:lnTo>
                  <a:lnTo>
                    <a:pt x="1786450" y="791656"/>
                  </a:lnTo>
                  <a:lnTo>
                    <a:pt x="1787453" y="762600"/>
                  </a:lnTo>
                  <a:lnTo>
                    <a:pt x="1788958" y="790154"/>
                  </a:lnTo>
                  <a:lnTo>
                    <a:pt x="1789961" y="798164"/>
                  </a:lnTo>
                  <a:lnTo>
                    <a:pt x="1790963" y="831706"/>
                  </a:lnTo>
                  <a:lnTo>
                    <a:pt x="1791966" y="796662"/>
                  </a:lnTo>
                  <a:lnTo>
                    <a:pt x="1793471" y="784147"/>
                  </a:lnTo>
                  <a:lnTo>
                    <a:pt x="1794474" y="784147"/>
                  </a:lnTo>
                  <a:lnTo>
                    <a:pt x="1795477" y="765604"/>
                  </a:lnTo>
                  <a:lnTo>
                    <a:pt x="1796981" y="813183"/>
                  </a:lnTo>
                  <a:lnTo>
                    <a:pt x="1797984" y="766605"/>
                  </a:lnTo>
                  <a:lnTo>
                    <a:pt x="1798987" y="781123"/>
                  </a:lnTo>
                  <a:lnTo>
                    <a:pt x="1800491" y="761599"/>
                  </a:lnTo>
                  <a:lnTo>
                    <a:pt x="1801494" y="784147"/>
                  </a:lnTo>
                  <a:lnTo>
                    <a:pt x="1802497" y="818690"/>
                  </a:lnTo>
                  <a:lnTo>
                    <a:pt x="1804001" y="781123"/>
                  </a:lnTo>
                  <a:lnTo>
                    <a:pt x="1805017" y="772612"/>
                  </a:lnTo>
                  <a:lnTo>
                    <a:pt x="1806020" y="793158"/>
                  </a:lnTo>
                  <a:lnTo>
                    <a:pt x="1807023" y="813183"/>
                  </a:lnTo>
                  <a:lnTo>
                    <a:pt x="1808528" y="788652"/>
                  </a:lnTo>
                  <a:lnTo>
                    <a:pt x="1809531" y="784147"/>
                  </a:lnTo>
                  <a:lnTo>
                    <a:pt x="1810533" y="793158"/>
                  </a:lnTo>
                  <a:lnTo>
                    <a:pt x="1812038" y="793158"/>
                  </a:lnTo>
                  <a:lnTo>
                    <a:pt x="1813041" y="818690"/>
                  </a:lnTo>
                  <a:lnTo>
                    <a:pt x="1814044" y="766605"/>
                  </a:lnTo>
                  <a:lnTo>
                    <a:pt x="1815548" y="779621"/>
                  </a:lnTo>
                  <a:lnTo>
                    <a:pt x="1816551" y="776617"/>
                  </a:lnTo>
                  <a:lnTo>
                    <a:pt x="1817554" y="808177"/>
                  </a:lnTo>
                  <a:lnTo>
                    <a:pt x="1819058" y="799666"/>
                  </a:lnTo>
                  <a:lnTo>
                    <a:pt x="1820061" y="771110"/>
                  </a:lnTo>
                  <a:lnTo>
                    <a:pt x="1821064" y="781123"/>
                  </a:lnTo>
                  <a:lnTo>
                    <a:pt x="1822067" y="776617"/>
                  </a:lnTo>
                  <a:lnTo>
                    <a:pt x="1823571" y="753589"/>
                  </a:lnTo>
                  <a:lnTo>
                    <a:pt x="1824574" y="773614"/>
                  </a:lnTo>
                  <a:lnTo>
                    <a:pt x="1825577" y="782625"/>
                  </a:lnTo>
                  <a:lnTo>
                    <a:pt x="1827081" y="781123"/>
                  </a:lnTo>
                  <a:lnTo>
                    <a:pt x="1828084" y="787150"/>
                  </a:lnTo>
                  <a:lnTo>
                    <a:pt x="1829087" y="765604"/>
                  </a:lnTo>
                  <a:lnTo>
                    <a:pt x="1830591" y="748582"/>
                  </a:lnTo>
                  <a:lnTo>
                    <a:pt x="1831594" y="788652"/>
                  </a:lnTo>
                  <a:lnTo>
                    <a:pt x="1832597" y="748582"/>
                  </a:lnTo>
                  <a:lnTo>
                    <a:pt x="1834102" y="772612"/>
                  </a:lnTo>
                  <a:lnTo>
                    <a:pt x="1835105" y="779621"/>
                  </a:lnTo>
                  <a:lnTo>
                    <a:pt x="1836107" y="756092"/>
                  </a:lnTo>
                  <a:lnTo>
                    <a:pt x="1837110" y="740072"/>
                  </a:lnTo>
                  <a:lnTo>
                    <a:pt x="1838615" y="717543"/>
                  </a:lnTo>
                  <a:lnTo>
                    <a:pt x="1839618" y="724052"/>
                  </a:lnTo>
                  <a:lnTo>
                    <a:pt x="1840621" y="724052"/>
                  </a:lnTo>
                  <a:lnTo>
                    <a:pt x="1842125" y="716542"/>
                  </a:lnTo>
                  <a:lnTo>
                    <a:pt x="1843128" y="716542"/>
                  </a:lnTo>
                  <a:lnTo>
                    <a:pt x="1844131" y="725053"/>
                  </a:lnTo>
                  <a:lnTo>
                    <a:pt x="1845635" y="687993"/>
                  </a:lnTo>
                  <a:lnTo>
                    <a:pt x="1846638" y="677480"/>
                  </a:lnTo>
                  <a:lnTo>
                    <a:pt x="1847641" y="658456"/>
                  </a:lnTo>
                  <a:lnTo>
                    <a:pt x="1849145" y="668969"/>
                  </a:lnTo>
                  <a:lnTo>
                    <a:pt x="1850148" y="670471"/>
                  </a:lnTo>
                  <a:lnTo>
                    <a:pt x="1851151" y="634927"/>
                  </a:lnTo>
                  <a:lnTo>
                    <a:pt x="1852154" y="632924"/>
                  </a:lnTo>
                  <a:lnTo>
                    <a:pt x="1853658" y="626917"/>
                  </a:lnTo>
                  <a:lnTo>
                    <a:pt x="1854661" y="627417"/>
                  </a:lnTo>
                  <a:lnTo>
                    <a:pt x="1855664" y="615883"/>
                  </a:lnTo>
                  <a:lnTo>
                    <a:pt x="1857168" y="613380"/>
                  </a:lnTo>
                  <a:lnTo>
                    <a:pt x="1858171" y="591352"/>
                  </a:lnTo>
                  <a:lnTo>
                    <a:pt x="1859174" y="619888"/>
                  </a:lnTo>
                  <a:lnTo>
                    <a:pt x="1860679" y="599863"/>
                  </a:lnTo>
                  <a:lnTo>
                    <a:pt x="1861681" y="566321"/>
                  </a:lnTo>
                  <a:lnTo>
                    <a:pt x="1862684" y="593855"/>
                  </a:lnTo>
                  <a:lnTo>
                    <a:pt x="1864189" y="596859"/>
                  </a:lnTo>
                  <a:lnTo>
                    <a:pt x="1865192" y="605370"/>
                  </a:lnTo>
                  <a:lnTo>
                    <a:pt x="1866195" y="568824"/>
                  </a:lnTo>
                  <a:lnTo>
                    <a:pt x="1867197" y="600864"/>
                  </a:lnTo>
                  <a:lnTo>
                    <a:pt x="1868702" y="571828"/>
                  </a:lnTo>
                  <a:lnTo>
                    <a:pt x="1869705" y="571327"/>
                  </a:lnTo>
                  <a:lnTo>
                    <a:pt x="1870708" y="578336"/>
                  </a:lnTo>
                  <a:lnTo>
                    <a:pt x="1872212" y="570326"/>
                  </a:lnTo>
                  <a:lnTo>
                    <a:pt x="1873215" y="575833"/>
                  </a:lnTo>
                  <a:lnTo>
                    <a:pt x="1874218" y="585345"/>
                  </a:lnTo>
                  <a:lnTo>
                    <a:pt x="1875722" y="608374"/>
                  </a:lnTo>
                  <a:lnTo>
                    <a:pt x="1876725" y="599362"/>
                  </a:lnTo>
                  <a:lnTo>
                    <a:pt x="1877728" y="626416"/>
                  </a:lnTo>
                  <a:lnTo>
                    <a:pt x="1879232" y="585845"/>
                  </a:lnTo>
                  <a:lnTo>
                    <a:pt x="1880235" y="623412"/>
                  </a:lnTo>
                  <a:lnTo>
                    <a:pt x="1881238" y="632424"/>
                  </a:lnTo>
                  <a:lnTo>
                    <a:pt x="1882241" y="614882"/>
                  </a:lnTo>
                  <a:lnTo>
                    <a:pt x="1883745" y="636429"/>
                  </a:lnTo>
                  <a:lnTo>
                    <a:pt x="1884748" y="616384"/>
                  </a:lnTo>
                  <a:lnTo>
                    <a:pt x="1885751" y="643437"/>
                  </a:lnTo>
                  <a:lnTo>
                    <a:pt x="1887255" y="662461"/>
                  </a:lnTo>
                  <a:lnTo>
                    <a:pt x="1888258" y="637931"/>
                  </a:lnTo>
                  <a:lnTo>
                    <a:pt x="1889261" y="680984"/>
                  </a:lnTo>
                  <a:lnTo>
                    <a:pt x="1890766" y="679983"/>
                  </a:lnTo>
                  <a:lnTo>
                    <a:pt x="1891769" y="684489"/>
                  </a:lnTo>
                  <a:lnTo>
                    <a:pt x="1892771" y="684489"/>
                  </a:lnTo>
                  <a:lnTo>
                    <a:pt x="1894276" y="706029"/>
                  </a:lnTo>
                  <a:lnTo>
                    <a:pt x="1895279" y="689996"/>
                  </a:lnTo>
                  <a:lnTo>
                    <a:pt x="1896282" y="711035"/>
                  </a:lnTo>
                  <a:lnTo>
                    <a:pt x="1897786" y="713038"/>
                  </a:lnTo>
                  <a:lnTo>
                    <a:pt x="1898789" y="762600"/>
                  </a:lnTo>
                  <a:lnTo>
                    <a:pt x="1899792" y="714540"/>
                  </a:lnTo>
                  <a:lnTo>
                    <a:pt x="1900795" y="762600"/>
                  </a:lnTo>
                  <a:lnTo>
                    <a:pt x="1902299" y="721548"/>
                  </a:lnTo>
                  <a:lnTo>
                    <a:pt x="1903302" y="747080"/>
                  </a:lnTo>
                  <a:lnTo>
                    <a:pt x="1904305" y="761599"/>
                  </a:lnTo>
                  <a:lnTo>
                    <a:pt x="1905809" y="754590"/>
                  </a:lnTo>
                  <a:lnTo>
                    <a:pt x="1906812" y="781123"/>
                  </a:lnTo>
                  <a:lnTo>
                    <a:pt x="1907815" y="813183"/>
                  </a:lnTo>
                  <a:lnTo>
                    <a:pt x="1909319" y="751085"/>
                  </a:lnTo>
                  <a:lnTo>
                    <a:pt x="1910342" y="752087"/>
                  </a:lnTo>
                  <a:lnTo>
                    <a:pt x="1911345" y="787150"/>
                  </a:lnTo>
                  <a:lnTo>
                    <a:pt x="1912850" y="760097"/>
                  </a:lnTo>
                  <a:lnTo>
                    <a:pt x="1913852" y="791656"/>
                  </a:lnTo>
                  <a:lnTo>
                    <a:pt x="1914855" y="766605"/>
                  </a:lnTo>
                  <a:lnTo>
                    <a:pt x="1915858" y="757594"/>
                  </a:lnTo>
                  <a:lnTo>
                    <a:pt x="1917363" y="754590"/>
                  </a:lnTo>
                  <a:lnTo>
                    <a:pt x="1918366" y="778119"/>
                  </a:lnTo>
                  <a:lnTo>
                    <a:pt x="1919368" y="757594"/>
                  </a:lnTo>
                  <a:lnTo>
                    <a:pt x="1920873" y="753589"/>
                  </a:lnTo>
                  <a:lnTo>
                    <a:pt x="1921876" y="738570"/>
                  </a:lnTo>
                  <a:lnTo>
                    <a:pt x="1922879" y="756092"/>
                  </a:lnTo>
                  <a:lnTo>
                    <a:pt x="1924383" y="771110"/>
                  </a:lnTo>
                  <a:lnTo>
                    <a:pt x="1925386" y="758595"/>
                  </a:lnTo>
                  <a:lnTo>
                    <a:pt x="1926389" y="724052"/>
                  </a:lnTo>
                  <a:lnTo>
                    <a:pt x="1927893" y="768107"/>
                  </a:lnTo>
                  <a:lnTo>
                    <a:pt x="1928896" y="758595"/>
                  </a:lnTo>
                  <a:lnTo>
                    <a:pt x="1929899" y="784147"/>
                  </a:lnTo>
                  <a:lnTo>
                    <a:pt x="1930902" y="769609"/>
                  </a:lnTo>
                  <a:lnTo>
                    <a:pt x="1932406" y="768107"/>
                  </a:lnTo>
                  <a:lnTo>
                    <a:pt x="1933409" y="752087"/>
                  </a:lnTo>
                  <a:lnTo>
                    <a:pt x="1934412" y="752087"/>
                  </a:lnTo>
                  <a:lnTo>
                    <a:pt x="1935916" y="764102"/>
                  </a:lnTo>
                  <a:lnTo>
                    <a:pt x="1936919" y="747080"/>
                  </a:lnTo>
                  <a:lnTo>
                    <a:pt x="1937922" y="748582"/>
                  </a:lnTo>
                  <a:lnTo>
                    <a:pt x="1939427" y="764102"/>
                  </a:lnTo>
                  <a:lnTo>
                    <a:pt x="1940429" y="742575"/>
                  </a:lnTo>
                  <a:lnTo>
                    <a:pt x="1941432" y="758595"/>
                  </a:lnTo>
                  <a:lnTo>
                    <a:pt x="1942937" y="757594"/>
                  </a:lnTo>
                  <a:lnTo>
                    <a:pt x="1943940" y="727055"/>
                  </a:lnTo>
                  <a:lnTo>
                    <a:pt x="1944942" y="747080"/>
                  </a:lnTo>
                  <a:lnTo>
                    <a:pt x="1945945" y="775115"/>
                  </a:lnTo>
                  <a:lnTo>
                    <a:pt x="1947450" y="747080"/>
                  </a:lnTo>
                  <a:lnTo>
                    <a:pt x="1948453" y="737568"/>
                  </a:lnTo>
                  <a:lnTo>
                    <a:pt x="1949456" y="738570"/>
                  </a:lnTo>
                  <a:lnTo>
                    <a:pt x="1950960" y="735065"/>
                  </a:lnTo>
                  <a:lnTo>
                    <a:pt x="1951963" y="707030"/>
                  </a:lnTo>
                  <a:lnTo>
                    <a:pt x="1952966" y="712037"/>
                  </a:lnTo>
                  <a:lnTo>
                    <a:pt x="1954470" y="723050"/>
                  </a:lnTo>
                  <a:lnTo>
                    <a:pt x="1955473" y="712037"/>
                  </a:lnTo>
                  <a:lnTo>
                    <a:pt x="1956476" y="697505"/>
                  </a:lnTo>
                  <a:lnTo>
                    <a:pt x="1957980" y="703012"/>
                  </a:lnTo>
                  <a:lnTo>
                    <a:pt x="1958983" y="682486"/>
                  </a:lnTo>
                  <a:lnTo>
                    <a:pt x="1959986" y="694501"/>
                  </a:lnTo>
                  <a:lnTo>
                    <a:pt x="1960989" y="643437"/>
                  </a:lnTo>
                  <a:lnTo>
                    <a:pt x="1962493" y="668969"/>
                  </a:lnTo>
                  <a:lnTo>
                    <a:pt x="1963496" y="683488"/>
                  </a:lnTo>
                  <a:lnTo>
                    <a:pt x="1964499" y="660959"/>
                  </a:lnTo>
                  <a:lnTo>
                    <a:pt x="1966003" y="638431"/>
                  </a:lnTo>
                  <a:lnTo>
                    <a:pt x="1967006" y="651447"/>
                  </a:lnTo>
                  <a:lnTo>
                    <a:pt x="1968009" y="644939"/>
                  </a:lnTo>
                  <a:lnTo>
                    <a:pt x="1969514" y="663963"/>
                  </a:lnTo>
                  <a:lnTo>
                    <a:pt x="1970516" y="634426"/>
                  </a:lnTo>
                  <a:lnTo>
                    <a:pt x="1971519" y="636929"/>
                  </a:lnTo>
                  <a:lnTo>
                    <a:pt x="1973024" y="638431"/>
                  </a:lnTo>
                  <a:lnTo>
                    <a:pt x="1974027" y="627417"/>
                  </a:lnTo>
                  <a:lnTo>
                    <a:pt x="1975030" y="620889"/>
                  </a:lnTo>
                  <a:lnTo>
                    <a:pt x="1976032" y="629420"/>
                  </a:lnTo>
                  <a:lnTo>
                    <a:pt x="1977537" y="619888"/>
                  </a:lnTo>
                  <a:lnTo>
                    <a:pt x="1978540" y="612879"/>
                  </a:lnTo>
                  <a:lnTo>
                    <a:pt x="1979543" y="599362"/>
                  </a:lnTo>
                  <a:lnTo>
                    <a:pt x="1981047" y="620889"/>
                  </a:lnTo>
                  <a:lnTo>
                    <a:pt x="1982050" y="609875"/>
                  </a:lnTo>
                  <a:lnTo>
                    <a:pt x="1983053" y="617885"/>
                  </a:lnTo>
                  <a:lnTo>
                    <a:pt x="1984557" y="619888"/>
                  </a:lnTo>
                  <a:lnTo>
                    <a:pt x="1985560" y="636429"/>
                  </a:lnTo>
                  <a:lnTo>
                    <a:pt x="1986563" y="624914"/>
                  </a:lnTo>
                  <a:lnTo>
                    <a:pt x="1988067" y="622892"/>
                  </a:lnTo>
                  <a:lnTo>
                    <a:pt x="1989070" y="642937"/>
                  </a:lnTo>
                  <a:lnTo>
                    <a:pt x="1990073" y="632424"/>
                  </a:lnTo>
                  <a:lnTo>
                    <a:pt x="1991076" y="631422"/>
                  </a:lnTo>
                  <a:lnTo>
                    <a:pt x="1992580" y="624914"/>
                  </a:lnTo>
                  <a:lnTo>
                    <a:pt x="1993583" y="663462"/>
                  </a:lnTo>
                  <a:lnTo>
                    <a:pt x="1994586" y="643437"/>
                  </a:lnTo>
                  <a:lnTo>
                    <a:pt x="1996091" y="678982"/>
                  </a:lnTo>
                  <a:lnTo>
                    <a:pt x="1997093" y="654451"/>
                  </a:lnTo>
                  <a:lnTo>
                    <a:pt x="1998096" y="688994"/>
                  </a:lnTo>
                  <a:lnTo>
                    <a:pt x="1999601" y="655452"/>
                  </a:lnTo>
                  <a:lnTo>
                    <a:pt x="2000604" y="694501"/>
                  </a:lnTo>
                  <a:lnTo>
                    <a:pt x="2001606" y="691498"/>
                  </a:lnTo>
                  <a:lnTo>
                    <a:pt x="2003111" y="689996"/>
                  </a:lnTo>
                  <a:lnTo>
                    <a:pt x="2004114" y="717543"/>
                  </a:lnTo>
                  <a:lnTo>
                    <a:pt x="2005117" y="697505"/>
                  </a:lnTo>
                  <a:lnTo>
                    <a:pt x="2011134" y="734064"/>
                  </a:lnTo>
                  <a:lnTo>
                    <a:pt x="2012137" y="727055"/>
                  </a:lnTo>
                  <a:lnTo>
                    <a:pt x="2013140" y="761599"/>
                  </a:lnTo>
                  <a:lnTo>
                    <a:pt x="2014644" y="734064"/>
                  </a:lnTo>
                  <a:lnTo>
                    <a:pt x="2015647" y="761599"/>
                  </a:lnTo>
                  <a:lnTo>
                    <a:pt x="2016663" y="758595"/>
                  </a:lnTo>
                  <a:lnTo>
                    <a:pt x="2018168" y="749584"/>
                  </a:lnTo>
                  <a:lnTo>
                    <a:pt x="2019171" y="751085"/>
                  </a:lnTo>
                  <a:lnTo>
                    <a:pt x="2020174" y="741073"/>
                  </a:lnTo>
                  <a:lnTo>
                    <a:pt x="2021678" y="754590"/>
                  </a:lnTo>
                  <a:lnTo>
                    <a:pt x="2022681" y="747080"/>
                  </a:lnTo>
                  <a:lnTo>
                    <a:pt x="2023684" y="743576"/>
                  </a:lnTo>
                  <a:lnTo>
                    <a:pt x="2024687" y="748582"/>
                  </a:lnTo>
                  <a:lnTo>
                    <a:pt x="2026191" y="738570"/>
                  </a:lnTo>
                  <a:lnTo>
                    <a:pt x="2027194" y="760097"/>
                  </a:lnTo>
                  <a:lnTo>
                    <a:pt x="2028197" y="746079"/>
                  </a:lnTo>
                  <a:lnTo>
                    <a:pt x="2029701" y="768107"/>
                  </a:lnTo>
                  <a:lnTo>
                    <a:pt x="2030704" y="754590"/>
                  </a:lnTo>
                  <a:lnTo>
                    <a:pt x="2031707" y="731561"/>
                  </a:lnTo>
                  <a:lnTo>
                    <a:pt x="2033211" y="773614"/>
                  </a:lnTo>
                  <a:lnTo>
                    <a:pt x="2034214" y="753589"/>
                  </a:lnTo>
                  <a:lnTo>
                    <a:pt x="2035217" y="762600"/>
                  </a:lnTo>
                  <a:lnTo>
                    <a:pt x="2036721" y="748582"/>
                  </a:lnTo>
                  <a:lnTo>
                    <a:pt x="2037724" y="760097"/>
                  </a:lnTo>
                  <a:lnTo>
                    <a:pt x="2038727" y="776617"/>
                  </a:lnTo>
                  <a:lnTo>
                    <a:pt x="2039730" y="761599"/>
                  </a:lnTo>
                  <a:lnTo>
                    <a:pt x="2041235" y="769609"/>
                  </a:lnTo>
                  <a:lnTo>
                    <a:pt x="2042237" y="768107"/>
                  </a:lnTo>
                  <a:lnTo>
                    <a:pt x="2043240" y="760097"/>
                  </a:lnTo>
                  <a:lnTo>
                    <a:pt x="2044745" y="753589"/>
                  </a:lnTo>
                  <a:lnTo>
                    <a:pt x="2045748" y="752087"/>
                  </a:lnTo>
                  <a:lnTo>
                    <a:pt x="2046750" y="741073"/>
                  </a:lnTo>
                  <a:lnTo>
                    <a:pt x="2048255" y="756092"/>
                  </a:lnTo>
                  <a:lnTo>
                    <a:pt x="2049258" y="747080"/>
                  </a:lnTo>
                  <a:lnTo>
                    <a:pt x="2050261" y="756092"/>
                  </a:lnTo>
                  <a:lnTo>
                    <a:pt x="2051765" y="758595"/>
                  </a:lnTo>
                  <a:lnTo>
                    <a:pt x="2052768" y="752087"/>
                  </a:lnTo>
                  <a:lnTo>
                    <a:pt x="2053771" y="769609"/>
                  </a:lnTo>
                  <a:lnTo>
                    <a:pt x="2054774" y="756092"/>
                  </a:lnTo>
                  <a:lnTo>
                    <a:pt x="2056278" y="762600"/>
                  </a:lnTo>
                  <a:lnTo>
                    <a:pt x="2057281" y="737568"/>
                  </a:lnTo>
                  <a:lnTo>
                    <a:pt x="2058284" y="752087"/>
                  </a:lnTo>
                  <a:lnTo>
                    <a:pt x="2059788" y="772612"/>
                  </a:lnTo>
                  <a:lnTo>
                    <a:pt x="2060791" y="760097"/>
                  </a:lnTo>
                  <a:lnTo>
                    <a:pt x="2061794" y="724052"/>
                  </a:lnTo>
                  <a:lnTo>
                    <a:pt x="2063298" y="747080"/>
                  </a:lnTo>
                  <a:lnTo>
                    <a:pt x="2064301" y="799666"/>
                  </a:lnTo>
                  <a:lnTo>
                    <a:pt x="2065304" y="748582"/>
                  </a:lnTo>
                  <a:lnTo>
                    <a:pt x="2066809" y="760097"/>
                  </a:lnTo>
                  <a:lnTo>
                    <a:pt x="2067811" y="758595"/>
                  </a:lnTo>
                  <a:lnTo>
                    <a:pt x="2068814" y="756092"/>
                  </a:lnTo>
                  <a:lnTo>
                    <a:pt x="2069817" y="773614"/>
                  </a:lnTo>
                  <a:lnTo>
                    <a:pt x="2071322" y="796662"/>
                  </a:lnTo>
                  <a:lnTo>
                    <a:pt x="2072325" y="758595"/>
                  </a:lnTo>
                  <a:lnTo>
                    <a:pt x="2073327" y="762600"/>
                  </a:lnTo>
                  <a:lnTo>
                    <a:pt x="2074832" y="761599"/>
                  </a:lnTo>
                  <a:lnTo>
                    <a:pt x="2075835" y="762600"/>
                  </a:lnTo>
                  <a:lnTo>
                    <a:pt x="2076838" y="756092"/>
                  </a:lnTo>
                  <a:lnTo>
                    <a:pt x="2078342" y="775115"/>
                  </a:lnTo>
                  <a:lnTo>
                    <a:pt x="2079345" y="778119"/>
                  </a:lnTo>
                  <a:lnTo>
                    <a:pt x="2080348" y="742575"/>
                  </a:lnTo>
                  <a:lnTo>
                    <a:pt x="2081852" y="785649"/>
                  </a:lnTo>
                  <a:lnTo>
                    <a:pt x="2082855" y="754590"/>
                  </a:lnTo>
                  <a:lnTo>
                    <a:pt x="2083858" y="798164"/>
                  </a:lnTo>
                  <a:lnTo>
                    <a:pt x="2084861" y="765604"/>
                  </a:lnTo>
                  <a:lnTo>
                    <a:pt x="2086365" y="744577"/>
                  </a:lnTo>
                  <a:lnTo>
                    <a:pt x="2087368" y="772612"/>
                  </a:lnTo>
                  <a:lnTo>
                    <a:pt x="2088371" y="768107"/>
                  </a:lnTo>
                  <a:lnTo>
                    <a:pt x="2089875" y="738570"/>
                  </a:lnTo>
                  <a:lnTo>
                    <a:pt x="2090878" y="758595"/>
                  </a:lnTo>
                  <a:lnTo>
                    <a:pt x="2091881" y="738570"/>
                  </a:lnTo>
                  <a:lnTo>
                    <a:pt x="2093385" y="760097"/>
                  </a:lnTo>
                  <a:lnTo>
                    <a:pt x="2094388" y="781123"/>
                  </a:lnTo>
                  <a:lnTo>
                    <a:pt x="2095391" y="785649"/>
                  </a:lnTo>
                  <a:lnTo>
                    <a:pt x="2096896" y="772612"/>
                  </a:lnTo>
                  <a:lnTo>
                    <a:pt x="2097899" y="731561"/>
                  </a:lnTo>
                  <a:lnTo>
                    <a:pt x="2098901" y="751085"/>
                  </a:lnTo>
                  <a:lnTo>
                    <a:pt x="2099904" y="785649"/>
                  </a:lnTo>
                  <a:lnTo>
                    <a:pt x="2101409" y="784147"/>
                  </a:lnTo>
                  <a:lnTo>
                    <a:pt x="2102412" y="771110"/>
                  </a:lnTo>
                  <a:lnTo>
                    <a:pt x="2103415" y="765604"/>
                  </a:lnTo>
                  <a:lnTo>
                    <a:pt x="2104919" y="776617"/>
                  </a:lnTo>
                  <a:lnTo>
                    <a:pt x="2105922" y="749584"/>
                  </a:lnTo>
                  <a:lnTo>
                    <a:pt x="2106925" y="776617"/>
                  </a:lnTo>
                  <a:lnTo>
                    <a:pt x="2108429" y="752087"/>
                  </a:lnTo>
                  <a:lnTo>
                    <a:pt x="2109432" y="791656"/>
                  </a:lnTo>
                  <a:lnTo>
                    <a:pt x="2110435" y="756092"/>
                  </a:lnTo>
                  <a:lnTo>
                    <a:pt x="2111939" y="758595"/>
                  </a:lnTo>
                  <a:lnTo>
                    <a:pt x="2112942" y="743576"/>
                  </a:lnTo>
                  <a:lnTo>
                    <a:pt x="2113945" y="762600"/>
                  </a:lnTo>
                  <a:lnTo>
                    <a:pt x="2114948" y="746079"/>
                  </a:lnTo>
                  <a:lnTo>
                    <a:pt x="2116452" y="768107"/>
                  </a:lnTo>
                  <a:lnTo>
                    <a:pt x="2117455" y="754590"/>
                  </a:lnTo>
                  <a:lnTo>
                    <a:pt x="2118458" y="736567"/>
                  </a:lnTo>
                  <a:lnTo>
                    <a:pt x="2119962" y="752087"/>
                  </a:lnTo>
                  <a:lnTo>
                    <a:pt x="2120965" y="760097"/>
                  </a:lnTo>
                  <a:lnTo>
                    <a:pt x="2121968" y="733063"/>
                  </a:lnTo>
                  <a:lnTo>
                    <a:pt x="2123493" y="773614"/>
                  </a:lnTo>
                  <a:lnTo>
                    <a:pt x="2124496" y="781123"/>
                  </a:lnTo>
                  <a:lnTo>
                    <a:pt x="2125498" y="775115"/>
                  </a:lnTo>
                  <a:lnTo>
                    <a:pt x="2127003" y="736567"/>
                  </a:lnTo>
                  <a:lnTo>
                    <a:pt x="2128006" y="776617"/>
                  </a:lnTo>
                  <a:lnTo>
                    <a:pt x="2129009" y="761599"/>
                  </a:lnTo>
                  <a:lnTo>
                    <a:pt x="2130011" y="749584"/>
                  </a:lnTo>
                  <a:lnTo>
                    <a:pt x="2131516" y="747080"/>
                  </a:lnTo>
                  <a:lnTo>
                    <a:pt x="2132519" y="760097"/>
                  </a:lnTo>
                  <a:lnTo>
                    <a:pt x="2133522" y="772612"/>
                  </a:lnTo>
                  <a:lnTo>
                    <a:pt x="2135026" y="766605"/>
                  </a:lnTo>
                  <a:lnTo>
                    <a:pt x="2136029" y="727055"/>
                  </a:lnTo>
                  <a:lnTo>
                    <a:pt x="2137032" y="742575"/>
                  </a:lnTo>
                  <a:lnTo>
                    <a:pt x="2138536" y="779621"/>
                  </a:lnTo>
                  <a:lnTo>
                    <a:pt x="2139539" y="737568"/>
                  </a:lnTo>
                  <a:lnTo>
                    <a:pt x="2140542" y="719546"/>
                  </a:lnTo>
                  <a:lnTo>
                    <a:pt x="2142046" y="752087"/>
                  </a:lnTo>
                  <a:lnTo>
                    <a:pt x="2143049" y="769609"/>
                  </a:lnTo>
                  <a:lnTo>
                    <a:pt x="2144052" y="757594"/>
                  </a:lnTo>
                  <a:lnTo>
                    <a:pt x="2145556" y="757594"/>
                  </a:lnTo>
                  <a:lnTo>
                    <a:pt x="2146559" y="754590"/>
                  </a:lnTo>
                  <a:lnTo>
                    <a:pt x="2147562" y="761599"/>
                  </a:lnTo>
                  <a:lnTo>
                    <a:pt x="2148565" y="735065"/>
                  </a:lnTo>
                  <a:lnTo>
                    <a:pt x="2150070" y="761599"/>
                  </a:lnTo>
                  <a:lnTo>
                    <a:pt x="2151072" y="748582"/>
                  </a:lnTo>
                  <a:lnTo>
                    <a:pt x="2152075" y="766605"/>
                  </a:lnTo>
                  <a:lnTo>
                    <a:pt x="2153580" y="757594"/>
                  </a:lnTo>
                  <a:lnTo>
                    <a:pt x="2154583" y="748582"/>
                  </a:lnTo>
                  <a:lnTo>
                    <a:pt x="2155586" y="726054"/>
                  </a:lnTo>
                  <a:lnTo>
                    <a:pt x="2157090" y="764102"/>
                  </a:lnTo>
                  <a:lnTo>
                    <a:pt x="2158093" y="787150"/>
                  </a:lnTo>
                  <a:lnTo>
                    <a:pt x="2159096" y="781123"/>
                  </a:lnTo>
                  <a:lnTo>
                    <a:pt x="2160600" y="776617"/>
                  </a:lnTo>
                  <a:lnTo>
                    <a:pt x="2161603" y="761599"/>
                  </a:lnTo>
                  <a:lnTo>
                    <a:pt x="2162606" y="749584"/>
                  </a:lnTo>
                  <a:lnTo>
                    <a:pt x="2163609" y="744577"/>
                  </a:lnTo>
                  <a:lnTo>
                    <a:pt x="2165113" y="754590"/>
                  </a:lnTo>
                  <a:lnTo>
                    <a:pt x="2166116" y="765604"/>
                  </a:lnTo>
                  <a:lnTo>
                    <a:pt x="2167119" y="778119"/>
                  </a:lnTo>
                  <a:lnTo>
                    <a:pt x="2168623" y="765604"/>
                  </a:lnTo>
                  <a:lnTo>
                    <a:pt x="2169626" y="764102"/>
                  </a:lnTo>
                  <a:lnTo>
                    <a:pt x="2170629" y="749584"/>
                  </a:lnTo>
                  <a:lnTo>
                    <a:pt x="2172133" y="765604"/>
                  </a:lnTo>
                  <a:lnTo>
                    <a:pt x="2173136" y="743576"/>
                  </a:lnTo>
                  <a:lnTo>
                    <a:pt x="2174139" y="733063"/>
                  </a:lnTo>
                  <a:lnTo>
                    <a:pt x="2175644" y="781123"/>
                  </a:lnTo>
                  <a:lnTo>
                    <a:pt x="2176646" y="754590"/>
                  </a:lnTo>
                  <a:lnTo>
                    <a:pt x="2177649" y="756092"/>
                  </a:lnTo>
                  <a:lnTo>
                    <a:pt x="2178652" y="766605"/>
                  </a:lnTo>
                  <a:lnTo>
                    <a:pt x="2180157" y="762600"/>
                  </a:lnTo>
                  <a:lnTo>
                    <a:pt x="2181160" y="728557"/>
                  </a:lnTo>
                  <a:lnTo>
                    <a:pt x="2182162" y="746079"/>
                  </a:lnTo>
                  <a:lnTo>
                    <a:pt x="2183667" y="756092"/>
                  </a:lnTo>
                  <a:lnTo>
                    <a:pt x="2184670" y="747080"/>
                  </a:lnTo>
                  <a:lnTo>
                    <a:pt x="2185673" y="768107"/>
                  </a:lnTo>
                  <a:lnTo>
                    <a:pt x="2187177" y="740072"/>
                  </a:lnTo>
                  <a:lnTo>
                    <a:pt x="2188180" y="747080"/>
                  </a:lnTo>
                  <a:lnTo>
                    <a:pt x="2189183" y="746079"/>
                  </a:lnTo>
                  <a:lnTo>
                    <a:pt x="2190687" y="727055"/>
                  </a:lnTo>
                  <a:lnTo>
                    <a:pt x="2191690" y="737568"/>
                  </a:lnTo>
                  <a:lnTo>
                    <a:pt x="2192693" y="752087"/>
                  </a:lnTo>
                  <a:lnTo>
                    <a:pt x="2193696" y="752087"/>
                  </a:lnTo>
                  <a:lnTo>
                    <a:pt x="2195200" y="753589"/>
                  </a:lnTo>
                  <a:lnTo>
                    <a:pt x="2196203" y="724052"/>
                  </a:lnTo>
                  <a:lnTo>
                    <a:pt x="2197206" y="757594"/>
                  </a:lnTo>
                  <a:lnTo>
                    <a:pt x="2198710" y="736567"/>
                  </a:lnTo>
                  <a:lnTo>
                    <a:pt x="2199713" y="751085"/>
                  </a:lnTo>
                </a:path>
              </a:pathLst>
            </a:custGeom>
            <a:ln w="3175">
              <a:solidFill>
                <a:srgbClr val="D2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635925" y="2107658"/>
              <a:ext cx="2200275" cy="638810"/>
            </a:xfrm>
            <a:custGeom>
              <a:avLst/>
              <a:gdLst/>
              <a:ahLst/>
              <a:cxnLst/>
              <a:rect l="l" t="t" r="r" b="b"/>
              <a:pathLst>
                <a:path w="2200275" h="638810">
                  <a:moveTo>
                    <a:pt x="0" y="300442"/>
                  </a:moveTo>
                  <a:lnTo>
                    <a:pt x="1002" y="299941"/>
                  </a:lnTo>
                  <a:lnTo>
                    <a:pt x="2520" y="291931"/>
                  </a:lnTo>
                  <a:lnTo>
                    <a:pt x="3523" y="287426"/>
                  </a:lnTo>
                  <a:lnTo>
                    <a:pt x="4526" y="316963"/>
                  </a:lnTo>
                  <a:lnTo>
                    <a:pt x="6030" y="300442"/>
                  </a:lnTo>
                  <a:lnTo>
                    <a:pt x="7033" y="293433"/>
                  </a:lnTo>
                  <a:lnTo>
                    <a:pt x="8036" y="288427"/>
                  </a:lnTo>
                  <a:lnTo>
                    <a:pt x="9039" y="303446"/>
                  </a:lnTo>
                  <a:lnTo>
                    <a:pt x="10543" y="291931"/>
                  </a:lnTo>
                  <a:lnTo>
                    <a:pt x="11546" y="303446"/>
                  </a:lnTo>
                  <a:lnTo>
                    <a:pt x="12549" y="296937"/>
                  </a:lnTo>
                  <a:lnTo>
                    <a:pt x="14054" y="296437"/>
                  </a:lnTo>
                  <a:lnTo>
                    <a:pt x="15056" y="300942"/>
                  </a:lnTo>
                  <a:lnTo>
                    <a:pt x="16059" y="311956"/>
                  </a:lnTo>
                  <a:lnTo>
                    <a:pt x="17564" y="312457"/>
                  </a:lnTo>
                  <a:lnTo>
                    <a:pt x="18567" y="295436"/>
                  </a:lnTo>
                  <a:lnTo>
                    <a:pt x="19569" y="294434"/>
                  </a:lnTo>
                  <a:lnTo>
                    <a:pt x="21074" y="301443"/>
                  </a:lnTo>
                  <a:lnTo>
                    <a:pt x="22077" y="300942"/>
                  </a:lnTo>
                  <a:lnTo>
                    <a:pt x="23080" y="301944"/>
                  </a:lnTo>
                  <a:lnTo>
                    <a:pt x="24083" y="318965"/>
                  </a:lnTo>
                  <a:lnTo>
                    <a:pt x="25587" y="316963"/>
                  </a:lnTo>
                  <a:lnTo>
                    <a:pt x="26590" y="305448"/>
                  </a:lnTo>
                  <a:lnTo>
                    <a:pt x="27593" y="310955"/>
                  </a:lnTo>
                  <a:lnTo>
                    <a:pt x="29097" y="315461"/>
                  </a:lnTo>
                  <a:lnTo>
                    <a:pt x="30100" y="309954"/>
                  </a:lnTo>
                  <a:lnTo>
                    <a:pt x="31103" y="312457"/>
                  </a:lnTo>
                  <a:lnTo>
                    <a:pt x="32607" y="319966"/>
                  </a:lnTo>
                  <a:lnTo>
                    <a:pt x="33610" y="316963"/>
                  </a:lnTo>
                  <a:lnTo>
                    <a:pt x="34613" y="327976"/>
                  </a:lnTo>
                  <a:lnTo>
                    <a:pt x="36117" y="315961"/>
                  </a:lnTo>
                  <a:lnTo>
                    <a:pt x="37120" y="323471"/>
                  </a:lnTo>
                  <a:lnTo>
                    <a:pt x="38123" y="316462"/>
                  </a:lnTo>
                  <a:lnTo>
                    <a:pt x="39126" y="335986"/>
                  </a:lnTo>
                  <a:lnTo>
                    <a:pt x="40630" y="315961"/>
                  </a:lnTo>
                  <a:lnTo>
                    <a:pt x="41633" y="308452"/>
                  </a:lnTo>
                  <a:lnTo>
                    <a:pt x="42636" y="319966"/>
                  </a:lnTo>
                  <a:lnTo>
                    <a:pt x="44141" y="317463"/>
                  </a:lnTo>
                  <a:lnTo>
                    <a:pt x="45144" y="323971"/>
                  </a:lnTo>
                  <a:lnTo>
                    <a:pt x="46146" y="321468"/>
                  </a:lnTo>
                  <a:lnTo>
                    <a:pt x="47651" y="335486"/>
                  </a:lnTo>
                  <a:lnTo>
                    <a:pt x="48654" y="333984"/>
                  </a:lnTo>
                  <a:lnTo>
                    <a:pt x="49657" y="323471"/>
                  </a:lnTo>
                  <a:lnTo>
                    <a:pt x="51161" y="327476"/>
                  </a:lnTo>
                  <a:lnTo>
                    <a:pt x="52164" y="341507"/>
                  </a:lnTo>
                  <a:lnTo>
                    <a:pt x="53167" y="305949"/>
                  </a:lnTo>
                  <a:lnTo>
                    <a:pt x="54170" y="319966"/>
                  </a:lnTo>
                  <a:lnTo>
                    <a:pt x="55674" y="325974"/>
                  </a:lnTo>
                  <a:lnTo>
                    <a:pt x="56677" y="321969"/>
                  </a:lnTo>
                  <a:lnTo>
                    <a:pt x="57680" y="317964"/>
                  </a:lnTo>
                  <a:lnTo>
                    <a:pt x="59184" y="330980"/>
                  </a:lnTo>
                  <a:lnTo>
                    <a:pt x="60187" y="334484"/>
                  </a:lnTo>
                  <a:lnTo>
                    <a:pt x="61190" y="337488"/>
                  </a:lnTo>
                  <a:lnTo>
                    <a:pt x="62694" y="331981"/>
                  </a:lnTo>
                  <a:lnTo>
                    <a:pt x="63697" y="323471"/>
                  </a:lnTo>
                  <a:lnTo>
                    <a:pt x="64700" y="325974"/>
                  </a:lnTo>
                  <a:lnTo>
                    <a:pt x="66204" y="324472"/>
                  </a:lnTo>
                  <a:lnTo>
                    <a:pt x="67207" y="323471"/>
                  </a:lnTo>
                  <a:lnTo>
                    <a:pt x="68210" y="319466"/>
                  </a:lnTo>
                  <a:lnTo>
                    <a:pt x="69715" y="330479"/>
                  </a:lnTo>
                  <a:lnTo>
                    <a:pt x="70718" y="324472"/>
                  </a:lnTo>
                  <a:lnTo>
                    <a:pt x="71720" y="313959"/>
                  </a:lnTo>
                  <a:lnTo>
                    <a:pt x="72723" y="323471"/>
                  </a:lnTo>
                  <a:lnTo>
                    <a:pt x="74228" y="328978"/>
                  </a:lnTo>
                  <a:lnTo>
                    <a:pt x="75231" y="325473"/>
                  </a:lnTo>
                  <a:lnTo>
                    <a:pt x="76233" y="332983"/>
                  </a:lnTo>
                  <a:lnTo>
                    <a:pt x="77738" y="315961"/>
                  </a:lnTo>
                  <a:lnTo>
                    <a:pt x="78741" y="326975"/>
                  </a:lnTo>
                  <a:lnTo>
                    <a:pt x="79744" y="335986"/>
                  </a:lnTo>
                  <a:lnTo>
                    <a:pt x="81248" y="331981"/>
                  </a:lnTo>
                  <a:lnTo>
                    <a:pt x="82251" y="315961"/>
                  </a:lnTo>
                  <a:lnTo>
                    <a:pt x="83254" y="316963"/>
                  </a:lnTo>
                  <a:lnTo>
                    <a:pt x="84758" y="313959"/>
                  </a:lnTo>
                  <a:lnTo>
                    <a:pt x="85761" y="312457"/>
                  </a:lnTo>
                  <a:lnTo>
                    <a:pt x="86764" y="282920"/>
                  </a:lnTo>
                  <a:lnTo>
                    <a:pt x="87767" y="230835"/>
                  </a:lnTo>
                  <a:lnTo>
                    <a:pt x="89271" y="199796"/>
                  </a:lnTo>
                  <a:lnTo>
                    <a:pt x="90274" y="154226"/>
                  </a:lnTo>
                  <a:lnTo>
                    <a:pt x="91277" y="104664"/>
                  </a:lnTo>
                  <a:lnTo>
                    <a:pt x="92781" y="90126"/>
                  </a:lnTo>
                  <a:lnTo>
                    <a:pt x="93784" y="57084"/>
                  </a:lnTo>
                  <a:lnTo>
                    <a:pt x="94787" y="44569"/>
                  </a:lnTo>
                  <a:lnTo>
                    <a:pt x="96292" y="27547"/>
                  </a:lnTo>
                  <a:lnTo>
                    <a:pt x="97294" y="30551"/>
                  </a:lnTo>
                  <a:lnTo>
                    <a:pt x="98297" y="19037"/>
                  </a:lnTo>
                  <a:lnTo>
                    <a:pt x="99802" y="10513"/>
                  </a:lnTo>
                  <a:lnTo>
                    <a:pt x="100805" y="10012"/>
                  </a:lnTo>
                  <a:lnTo>
                    <a:pt x="101807" y="9511"/>
                  </a:lnTo>
                  <a:lnTo>
                    <a:pt x="102810" y="17021"/>
                  </a:lnTo>
                  <a:lnTo>
                    <a:pt x="104315" y="7008"/>
                  </a:lnTo>
                  <a:lnTo>
                    <a:pt x="105318" y="2503"/>
                  </a:lnTo>
                  <a:lnTo>
                    <a:pt x="106321" y="0"/>
                  </a:lnTo>
                  <a:lnTo>
                    <a:pt x="107825" y="5006"/>
                  </a:lnTo>
                  <a:lnTo>
                    <a:pt x="108848" y="7509"/>
                  </a:lnTo>
                  <a:lnTo>
                    <a:pt x="109851" y="27047"/>
                  </a:lnTo>
                  <a:lnTo>
                    <a:pt x="111355" y="30551"/>
                  </a:lnTo>
                  <a:lnTo>
                    <a:pt x="112358" y="54581"/>
                  </a:lnTo>
                  <a:lnTo>
                    <a:pt x="113361" y="81114"/>
                  </a:lnTo>
                  <a:lnTo>
                    <a:pt x="114865" y="112674"/>
                  </a:lnTo>
                  <a:lnTo>
                    <a:pt x="115868" y="142711"/>
                  </a:lnTo>
                  <a:lnTo>
                    <a:pt x="116871" y="173750"/>
                  </a:lnTo>
                  <a:lnTo>
                    <a:pt x="117874" y="211310"/>
                  </a:lnTo>
                  <a:lnTo>
                    <a:pt x="119378" y="261393"/>
                  </a:lnTo>
                  <a:lnTo>
                    <a:pt x="120381" y="281418"/>
                  </a:lnTo>
                  <a:lnTo>
                    <a:pt x="121384" y="306449"/>
                  </a:lnTo>
                  <a:lnTo>
                    <a:pt x="122889" y="308452"/>
                  </a:lnTo>
                  <a:lnTo>
                    <a:pt x="123891" y="335986"/>
                  </a:lnTo>
                  <a:lnTo>
                    <a:pt x="124894" y="333483"/>
                  </a:lnTo>
                  <a:lnTo>
                    <a:pt x="126399" y="340505"/>
                  </a:lnTo>
                  <a:lnTo>
                    <a:pt x="127402" y="322469"/>
                  </a:lnTo>
                  <a:lnTo>
                    <a:pt x="128405" y="347013"/>
                  </a:lnTo>
                  <a:lnTo>
                    <a:pt x="129909" y="329478"/>
                  </a:lnTo>
                  <a:lnTo>
                    <a:pt x="130912" y="342508"/>
                  </a:lnTo>
                  <a:lnTo>
                    <a:pt x="131915" y="331981"/>
                  </a:lnTo>
                  <a:lnTo>
                    <a:pt x="132918" y="331981"/>
                  </a:lnTo>
                  <a:lnTo>
                    <a:pt x="134422" y="322970"/>
                  </a:lnTo>
                  <a:lnTo>
                    <a:pt x="135425" y="352020"/>
                  </a:lnTo>
                  <a:lnTo>
                    <a:pt x="136428" y="345011"/>
                  </a:lnTo>
                  <a:lnTo>
                    <a:pt x="137932" y="341507"/>
                  </a:lnTo>
                  <a:lnTo>
                    <a:pt x="138935" y="332482"/>
                  </a:lnTo>
                  <a:lnTo>
                    <a:pt x="139938" y="337488"/>
                  </a:lnTo>
                  <a:lnTo>
                    <a:pt x="141442" y="327976"/>
                  </a:lnTo>
                  <a:lnTo>
                    <a:pt x="142445" y="348515"/>
                  </a:lnTo>
                  <a:lnTo>
                    <a:pt x="143448" y="357527"/>
                  </a:lnTo>
                  <a:lnTo>
                    <a:pt x="144952" y="340505"/>
                  </a:lnTo>
                  <a:lnTo>
                    <a:pt x="145955" y="348515"/>
                  </a:lnTo>
                  <a:lnTo>
                    <a:pt x="146958" y="350017"/>
                  </a:lnTo>
                  <a:lnTo>
                    <a:pt x="147961" y="343008"/>
                  </a:lnTo>
                  <a:lnTo>
                    <a:pt x="149465" y="351018"/>
                  </a:lnTo>
                  <a:lnTo>
                    <a:pt x="150468" y="355524"/>
                  </a:lnTo>
                  <a:lnTo>
                    <a:pt x="151471" y="346513"/>
                  </a:lnTo>
                  <a:lnTo>
                    <a:pt x="152976" y="352020"/>
                  </a:lnTo>
                  <a:lnTo>
                    <a:pt x="153979" y="351519"/>
                  </a:lnTo>
                  <a:lnTo>
                    <a:pt x="154981" y="360530"/>
                  </a:lnTo>
                  <a:lnTo>
                    <a:pt x="156486" y="333483"/>
                  </a:lnTo>
                  <a:lnTo>
                    <a:pt x="157489" y="343008"/>
                  </a:lnTo>
                  <a:lnTo>
                    <a:pt x="158492" y="349016"/>
                  </a:lnTo>
                  <a:lnTo>
                    <a:pt x="159996" y="333483"/>
                  </a:lnTo>
                  <a:lnTo>
                    <a:pt x="160999" y="342508"/>
                  </a:lnTo>
                  <a:lnTo>
                    <a:pt x="162002" y="356025"/>
                  </a:lnTo>
                  <a:lnTo>
                    <a:pt x="163005" y="353522"/>
                  </a:lnTo>
                  <a:lnTo>
                    <a:pt x="164509" y="358027"/>
                  </a:lnTo>
                  <a:lnTo>
                    <a:pt x="165512" y="348515"/>
                  </a:lnTo>
                  <a:lnTo>
                    <a:pt x="166515" y="379054"/>
                  </a:lnTo>
                  <a:lnTo>
                    <a:pt x="168019" y="366538"/>
                  </a:lnTo>
                  <a:lnTo>
                    <a:pt x="169022" y="358528"/>
                  </a:lnTo>
                  <a:lnTo>
                    <a:pt x="170025" y="355023"/>
                  </a:lnTo>
                  <a:lnTo>
                    <a:pt x="171529" y="365537"/>
                  </a:lnTo>
                  <a:lnTo>
                    <a:pt x="172532" y="360030"/>
                  </a:lnTo>
                  <a:lnTo>
                    <a:pt x="173535" y="355524"/>
                  </a:lnTo>
                  <a:lnTo>
                    <a:pt x="175039" y="356025"/>
                  </a:lnTo>
                  <a:lnTo>
                    <a:pt x="176042" y="363033"/>
                  </a:lnTo>
                  <a:lnTo>
                    <a:pt x="177045" y="360030"/>
                  </a:lnTo>
                  <a:lnTo>
                    <a:pt x="178048" y="368540"/>
                  </a:lnTo>
                  <a:lnTo>
                    <a:pt x="179553" y="352020"/>
                  </a:lnTo>
                  <a:lnTo>
                    <a:pt x="180555" y="353522"/>
                  </a:lnTo>
                  <a:lnTo>
                    <a:pt x="181558" y="359028"/>
                  </a:lnTo>
                  <a:lnTo>
                    <a:pt x="183063" y="350017"/>
                  </a:lnTo>
                  <a:lnTo>
                    <a:pt x="184066" y="379554"/>
                  </a:lnTo>
                  <a:lnTo>
                    <a:pt x="185069" y="363033"/>
                  </a:lnTo>
                  <a:lnTo>
                    <a:pt x="186573" y="372545"/>
                  </a:lnTo>
                  <a:lnTo>
                    <a:pt x="187576" y="363534"/>
                  </a:lnTo>
                  <a:lnTo>
                    <a:pt x="188579" y="362032"/>
                  </a:lnTo>
                  <a:lnTo>
                    <a:pt x="190083" y="391069"/>
                  </a:lnTo>
                  <a:lnTo>
                    <a:pt x="191086" y="353522"/>
                  </a:lnTo>
                  <a:lnTo>
                    <a:pt x="192089" y="363033"/>
                  </a:lnTo>
                  <a:lnTo>
                    <a:pt x="193593" y="358027"/>
                  </a:lnTo>
                  <a:lnTo>
                    <a:pt x="194596" y="362533"/>
                  </a:lnTo>
                  <a:lnTo>
                    <a:pt x="195599" y="351519"/>
                  </a:lnTo>
                  <a:lnTo>
                    <a:pt x="196602" y="364535"/>
                  </a:lnTo>
                  <a:lnTo>
                    <a:pt x="198106" y="363033"/>
                  </a:lnTo>
                  <a:lnTo>
                    <a:pt x="199109" y="380055"/>
                  </a:lnTo>
                  <a:lnTo>
                    <a:pt x="200112" y="365537"/>
                  </a:lnTo>
                  <a:lnTo>
                    <a:pt x="201616" y="350017"/>
                  </a:lnTo>
                  <a:lnTo>
                    <a:pt x="202619" y="382558"/>
                  </a:lnTo>
                  <a:lnTo>
                    <a:pt x="203622" y="357026"/>
                  </a:lnTo>
                  <a:lnTo>
                    <a:pt x="205127" y="380055"/>
                  </a:lnTo>
                  <a:lnTo>
                    <a:pt x="206129" y="360530"/>
                  </a:lnTo>
                  <a:lnTo>
                    <a:pt x="207132" y="380055"/>
                  </a:lnTo>
                  <a:lnTo>
                    <a:pt x="208637" y="388565"/>
                  </a:lnTo>
                  <a:lnTo>
                    <a:pt x="209640" y="370042"/>
                  </a:lnTo>
                  <a:lnTo>
                    <a:pt x="210643" y="375048"/>
                  </a:lnTo>
                  <a:lnTo>
                    <a:pt x="211645" y="365537"/>
                  </a:lnTo>
                  <a:lnTo>
                    <a:pt x="213150" y="365537"/>
                  </a:lnTo>
                  <a:lnTo>
                    <a:pt x="214153" y="362032"/>
                  </a:lnTo>
                  <a:lnTo>
                    <a:pt x="215169" y="353522"/>
                  </a:lnTo>
                  <a:lnTo>
                    <a:pt x="216673" y="382558"/>
                  </a:lnTo>
                  <a:lnTo>
                    <a:pt x="217676" y="373547"/>
                  </a:lnTo>
                  <a:lnTo>
                    <a:pt x="218679" y="383059"/>
                  </a:lnTo>
                  <a:lnTo>
                    <a:pt x="220183" y="385562"/>
                  </a:lnTo>
                  <a:lnTo>
                    <a:pt x="221186" y="359028"/>
                  </a:lnTo>
                  <a:lnTo>
                    <a:pt x="222189" y="380055"/>
                  </a:lnTo>
                  <a:lnTo>
                    <a:pt x="223694" y="369542"/>
                  </a:lnTo>
                  <a:lnTo>
                    <a:pt x="224697" y="377051"/>
                  </a:lnTo>
                  <a:lnTo>
                    <a:pt x="225699" y="373547"/>
                  </a:lnTo>
                  <a:lnTo>
                    <a:pt x="226702" y="371544"/>
                  </a:lnTo>
                  <a:lnTo>
                    <a:pt x="228207" y="386563"/>
                  </a:lnTo>
                  <a:lnTo>
                    <a:pt x="229210" y="368040"/>
                  </a:lnTo>
                  <a:lnTo>
                    <a:pt x="230213" y="370543"/>
                  </a:lnTo>
                  <a:lnTo>
                    <a:pt x="231717" y="377051"/>
                  </a:lnTo>
                  <a:lnTo>
                    <a:pt x="232720" y="376550"/>
                  </a:lnTo>
                  <a:lnTo>
                    <a:pt x="233723" y="368040"/>
                  </a:lnTo>
                  <a:lnTo>
                    <a:pt x="235227" y="349016"/>
                  </a:lnTo>
                  <a:lnTo>
                    <a:pt x="236230" y="344010"/>
                  </a:lnTo>
                  <a:lnTo>
                    <a:pt x="237233" y="352520"/>
                  </a:lnTo>
                  <a:lnTo>
                    <a:pt x="238737" y="341507"/>
                  </a:lnTo>
                  <a:lnTo>
                    <a:pt x="239740" y="326975"/>
                  </a:lnTo>
                  <a:lnTo>
                    <a:pt x="240743" y="337488"/>
                  </a:lnTo>
                  <a:lnTo>
                    <a:pt x="241746" y="307951"/>
                  </a:lnTo>
                  <a:lnTo>
                    <a:pt x="243250" y="289428"/>
                  </a:lnTo>
                  <a:lnTo>
                    <a:pt x="244253" y="284922"/>
                  </a:lnTo>
                  <a:lnTo>
                    <a:pt x="245256" y="226830"/>
                  </a:lnTo>
                  <a:lnTo>
                    <a:pt x="246760" y="219320"/>
                  </a:lnTo>
                  <a:lnTo>
                    <a:pt x="247763" y="172248"/>
                  </a:lnTo>
                  <a:lnTo>
                    <a:pt x="248766" y="151222"/>
                  </a:lnTo>
                  <a:lnTo>
                    <a:pt x="250271" y="125189"/>
                  </a:lnTo>
                  <a:lnTo>
                    <a:pt x="251273" y="96133"/>
                  </a:lnTo>
                  <a:lnTo>
                    <a:pt x="252276" y="79612"/>
                  </a:lnTo>
                  <a:lnTo>
                    <a:pt x="253781" y="67597"/>
                  </a:lnTo>
                  <a:lnTo>
                    <a:pt x="254784" y="50075"/>
                  </a:lnTo>
                  <a:lnTo>
                    <a:pt x="255787" y="36058"/>
                  </a:lnTo>
                  <a:lnTo>
                    <a:pt x="256789" y="29550"/>
                  </a:lnTo>
                  <a:lnTo>
                    <a:pt x="258294" y="30551"/>
                  </a:lnTo>
                  <a:lnTo>
                    <a:pt x="259297" y="27047"/>
                  </a:lnTo>
                  <a:lnTo>
                    <a:pt x="260300" y="25044"/>
                  </a:lnTo>
                  <a:lnTo>
                    <a:pt x="261804" y="19537"/>
                  </a:lnTo>
                  <a:lnTo>
                    <a:pt x="262807" y="17521"/>
                  </a:lnTo>
                  <a:lnTo>
                    <a:pt x="263810" y="26045"/>
                  </a:lnTo>
                  <a:lnTo>
                    <a:pt x="265314" y="30050"/>
                  </a:lnTo>
                  <a:lnTo>
                    <a:pt x="266317" y="29049"/>
                  </a:lnTo>
                  <a:lnTo>
                    <a:pt x="267320" y="48073"/>
                  </a:lnTo>
                  <a:lnTo>
                    <a:pt x="268824" y="51577"/>
                  </a:lnTo>
                  <a:lnTo>
                    <a:pt x="269827" y="68098"/>
                  </a:lnTo>
                  <a:lnTo>
                    <a:pt x="270830" y="86621"/>
                  </a:lnTo>
                  <a:lnTo>
                    <a:pt x="271833" y="110671"/>
                  </a:lnTo>
                  <a:lnTo>
                    <a:pt x="273337" y="133700"/>
                  </a:lnTo>
                  <a:lnTo>
                    <a:pt x="274340" y="166741"/>
                  </a:lnTo>
                  <a:lnTo>
                    <a:pt x="275343" y="201298"/>
                  </a:lnTo>
                  <a:lnTo>
                    <a:pt x="276847" y="226830"/>
                  </a:lnTo>
                  <a:lnTo>
                    <a:pt x="277850" y="259891"/>
                  </a:lnTo>
                  <a:lnTo>
                    <a:pt x="278853" y="296437"/>
                  </a:lnTo>
                  <a:lnTo>
                    <a:pt x="280358" y="317463"/>
                  </a:lnTo>
                  <a:lnTo>
                    <a:pt x="281361" y="321969"/>
                  </a:lnTo>
                  <a:lnTo>
                    <a:pt x="282363" y="354022"/>
                  </a:lnTo>
                  <a:lnTo>
                    <a:pt x="283868" y="363534"/>
                  </a:lnTo>
                  <a:lnTo>
                    <a:pt x="284871" y="367038"/>
                  </a:lnTo>
                  <a:lnTo>
                    <a:pt x="285874" y="377051"/>
                  </a:lnTo>
                  <a:lnTo>
                    <a:pt x="286877" y="382057"/>
                  </a:lnTo>
                  <a:lnTo>
                    <a:pt x="288381" y="401582"/>
                  </a:lnTo>
                  <a:lnTo>
                    <a:pt x="289384" y="378052"/>
                  </a:lnTo>
                  <a:lnTo>
                    <a:pt x="290387" y="380555"/>
                  </a:lnTo>
                  <a:lnTo>
                    <a:pt x="291891" y="393572"/>
                  </a:lnTo>
                  <a:lnTo>
                    <a:pt x="292894" y="410092"/>
                  </a:lnTo>
                  <a:lnTo>
                    <a:pt x="293897" y="414598"/>
                  </a:lnTo>
                  <a:lnTo>
                    <a:pt x="295401" y="407589"/>
                  </a:lnTo>
                  <a:lnTo>
                    <a:pt x="296404" y="394573"/>
                  </a:lnTo>
                  <a:lnTo>
                    <a:pt x="297407" y="394072"/>
                  </a:lnTo>
                  <a:lnTo>
                    <a:pt x="298911" y="412095"/>
                  </a:lnTo>
                  <a:lnTo>
                    <a:pt x="299914" y="413597"/>
                  </a:lnTo>
                  <a:lnTo>
                    <a:pt x="300917" y="386563"/>
                  </a:lnTo>
                  <a:lnTo>
                    <a:pt x="301920" y="400080"/>
                  </a:lnTo>
                  <a:lnTo>
                    <a:pt x="303424" y="425632"/>
                  </a:lnTo>
                  <a:lnTo>
                    <a:pt x="304427" y="390568"/>
                  </a:lnTo>
                  <a:lnTo>
                    <a:pt x="305430" y="407589"/>
                  </a:lnTo>
                  <a:lnTo>
                    <a:pt x="306935" y="405086"/>
                  </a:lnTo>
                  <a:lnTo>
                    <a:pt x="307938" y="390067"/>
                  </a:lnTo>
                  <a:lnTo>
                    <a:pt x="308940" y="391069"/>
                  </a:lnTo>
                  <a:lnTo>
                    <a:pt x="310445" y="418102"/>
                  </a:lnTo>
                  <a:lnTo>
                    <a:pt x="311448" y="395574"/>
                  </a:lnTo>
                  <a:lnTo>
                    <a:pt x="312451" y="403584"/>
                  </a:lnTo>
                  <a:lnTo>
                    <a:pt x="313955" y="393572"/>
                  </a:lnTo>
                  <a:lnTo>
                    <a:pt x="314958" y="402583"/>
                  </a:lnTo>
                  <a:lnTo>
                    <a:pt x="315961" y="394573"/>
                  </a:lnTo>
                  <a:lnTo>
                    <a:pt x="317465" y="413597"/>
                  </a:lnTo>
                  <a:lnTo>
                    <a:pt x="318468" y="426633"/>
                  </a:lnTo>
                  <a:lnTo>
                    <a:pt x="319471" y="401081"/>
                  </a:lnTo>
                  <a:lnTo>
                    <a:pt x="320487" y="404085"/>
                  </a:lnTo>
                  <a:lnTo>
                    <a:pt x="321992" y="391069"/>
                  </a:lnTo>
                  <a:lnTo>
                    <a:pt x="322994" y="401582"/>
                  </a:lnTo>
                  <a:lnTo>
                    <a:pt x="323997" y="408590"/>
                  </a:lnTo>
                  <a:lnTo>
                    <a:pt x="325502" y="405587"/>
                  </a:lnTo>
                  <a:lnTo>
                    <a:pt x="326505" y="424630"/>
                  </a:lnTo>
                  <a:lnTo>
                    <a:pt x="327507" y="411094"/>
                  </a:lnTo>
                  <a:lnTo>
                    <a:pt x="329012" y="398077"/>
                  </a:lnTo>
                  <a:lnTo>
                    <a:pt x="330015" y="403584"/>
                  </a:lnTo>
                  <a:lnTo>
                    <a:pt x="331018" y="407589"/>
                  </a:lnTo>
                  <a:lnTo>
                    <a:pt x="332522" y="407089"/>
                  </a:lnTo>
                  <a:lnTo>
                    <a:pt x="333525" y="435644"/>
                  </a:lnTo>
                  <a:lnTo>
                    <a:pt x="334528" y="427634"/>
                  </a:lnTo>
                  <a:lnTo>
                    <a:pt x="335531" y="417602"/>
                  </a:lnTo>
                  <a:lnTo>
                    <a:pt x="337035" y="412595"/>
                  </a:lnTo>
                  <a:lnTo>
                    <a:pt x="338038" y="399079"/>
                  </a:lnTo>
                  <a:lnTo>
                    <a:pt x="339041" y="409592"/>
                  </a:lnTo>
                  <a:lnTo>
                    <a:pt x="340545" y="422628"/>
                  </a:lnTo>
                  <a:lnTo>
                    <a:pt x="341548" y="433642"/>
                  </a:lnTo>
                  <a:lnTo>
                    <a:pt x="342551" y="397577"/>
                  </a:lnTo>
                  <a:lnTo>
                    <a:pt x="344055" y="420625"/>
                  </a:lnTo>
                  <a:lnTo>
                    <a:pt x="345058" y="405587"/>
                  </a:lnTo>
                  <a:lnTo>
                    <a:pt x="346061" y="393572"/>
                  </a:lnTo>
                  <a:lnTo>
                    <a:pt x="347566" y="429637"/>
                  </a:lnTo>
                  <a:lnTo>
                    <a:pt x="348568" y="435644"/>
                  </a:lnTo>
                  <a:lnTo>
                    <a:pt x="349571" y="410092"/>
                  </a:lnTo>
                  <a:lnTo>
                    <a:pt x="350574" y="448160"/>
                  </a:lnTo>
                  <a:lnTo>
                    <a:pt x="352079" y="415099"/>
                  </a:lnTo>
                  <a:lnTo>
                    <a:pt x="353082" y="402583"/>
                  </a:lnTo>
                  <a:lnTo>
                    <a:pt x="354084" y="414598"/>
                  </a:lnTo>
                  <a:lnTo>
                    <a:pt x="355589" y="406588"/>
                  </a:lnTo>
                  <a:lnTo>
                    <a:pt x="356592" y="404085"/>
                  </a:lnTo>
                  <a:lnTo>
                    <a:pt x="357595" y="389567"/>
                  </a:lnTo>
                  <a:lnTo>
                    <a:pt x="359099" y="415599"/>
                  </a:lnTo>
                  <a:lnTo>
                    <a:pt x="360102" y="411094"/>
                  </a:lnTo>
                  <a:lnTo>
                    <a:pt x="361105" y="416100"/>
                  </a:lnTo>
                  <a:lnTo>
                    <a:pt x="362609" y="424130"/>
                  </a:lnTo>
                  <a:lnTo>
                    <a:pt x="363612" y="412595"/>
                  </a:lnTo>
                  <a:lnTo>
                    <a:pt x="364615" y="426633"/>
                  </a:lnTo>
                  <a:lnTo>
                    <a:pt x="365618" y="410593"/>
                  </a:lnTo>
                  <a:lnTo>
                    <a:pt x="367122" y="410593"/>
                  </a:lnTo>
                  <a:lnTo>
                    <a:pt x="368125" y="414598"/>
                  </a:lnTo>
                  <a:lnTo>
                    <a:pt x="369128" y="430137"/>
                  </a:lnTo>
                  <a:lnTo>
                    <a:pt x="370632" y="416100"/>
                  </a:lnTo>
                  <a:lnTo>
                    <a:pt x="371635" y="428636"/>
                  </a:lnTo>
                  <a:lnTo>
                    <a:pt x="372638" y="414598"/>
                  </a:lnTo>
                  <a:lnTo>
                    <a:pt x="374142" y="412595"/>
                  </a:lnTo>
                  <a:lnTo>
                    <a:pt x="375145" y="420625"/>
                  </a:lnTo>
                  <a:lnTo>
                    <a:pt x="376148" y="412595"/>
                  </a:lnTo>
                  <a:lnTo>
                    <a:pt x="377653" y="432140"/>
                  </a:lnTo>
                  <a:lnTo>
                    <a:pt x="378656" y="433141"/>
                  </a:lnTo>
                  <a:lnTo>
                    <a:pt x="379658" y="408090"/>
                  </a:lnTo>
                  <a:lnTo>
                    <a:pt x="380661" y="430638"/>
                  </a:lnTo>
                  <a:lnTo>
                    <a:pt x="382166" y="430137"/>
                  </a:lnTo>
                  <a:lnTo>
                    <a:pt x="383169" y="435144"/>
                  </a:lnTo>
                  <a:lnTo>
                    <a:pt x="384171" y="429637"/>
                  </a:lnTo>
                  <a:lnTo>
                    <a:pt x="385676" y="421627"/>
                  </a:lnTo>
                  <a:lnTo>
                    <a:pt x="386679" y="405587"/>
                  </a:lnTo>
                  <a:lnTo>
                    <a:pt x="387682" y="426132"/>
                  </a:lnTo>
                  <a:lnTo>
                    <a:pt x="389186" y="435144"/>
                  </a:lnTo>
                  <a:lnTo>
                    <a:pt x="390189" y="415099"/>
                  </a:lnTo>
                  <a:lnTo>
                    <a:pt x="391192" y="429637"/>
                  </a:lnTo>
                  <a:lnTo>
                    <a:pt x="392696" y="419104"/>
                  </a:lnTo>
                  <a:lnTo>
                    <a:pt x="393699" y="432140"/>
                  </a:lnTo>
                  <a:lnTo>
                    <a:pt x="394702" y="413597"/>
                  </a:lnTo>
                  <a:lnTo>
                    <a:pt x="395705" y="436646"/>
                  </a:lnTo>
                  <a:lnTo>
                    <a:pt x="397209" y="408590"/>
                  </a:lnTo>
                  <a:lnTo>
                    <a:pt x="398212" y="417602"/>
                  </a:lnTo>
                  <a:lnTo>
                    <a:pt x="399215" y="415099"/>
                  </a:lnTo>
                  <a:lnTo>
                    <a:pt x="400719" y="415599"/>
                  </a:lnTo>
                  <a:lnTo>
                    <a:pt x="401722" y="437647"/>
                  </a:lnTo>
                  <a:lnTo>
                    <a:pt x="402725" y="430638"/>
                  </a:lnTo>
                  <a:lnTo>
                    <a:pt x="404230" y="408590"/>
                  </a:lnTo>
                  <a:lnTo>
                    <a:pt x="405232" y="430638"/>
                  </a:lnTo>
                  <a:lnTo>
                    <a:pt x="406235" y="423629"/>
                  </a:lnTo>
                  <a:lnTo>
                    <a:pt x="407740" y="392070"/>
                  </a:lnTo>
                  <a:lnTo>
                    <a:pt x="408743" y="419104"/>
                  </a:lnTo>
                  <a:lnTo>
                    <a:pt x="409746" y="423629"/>
                  </a:lnTo>
                  <a:lnTo>
                    <a:pt x="410748" y="421627"/>
                  </a:lnTo>
                  <a:lnTo>
                    <a:pt x="412253" y="416100"/>
                  </a:lnTo>
                  <a:lnTo>
                    <a:pt x="413256" y="433141"/>
                  </a:lnTo>
                  <a:lnTo>
                    <a:pt x="414259" y="417602"/>
                  </a:lnTo>
                  <a:lnTo>
                    <a:pt x="415763" y="426132"/>
                  </a:lnTo>
                  <a:lnTo>
                    <a:pt x="416766" y="426633"/>
                  </a:lnTo>
                  <a:lnTo>
                    <a:pt x="417769" y="419604"/>
                  </a:lnTo>
                  <a:lnTo>
                    <a:pt x="419273" y="400080"/>
                  </a:lnTo>
                  <a:lnTo>
                    <a:pt x="420276" y="420625"/>
                  </a:lnTo>
                  <a:lnTo>
                    <a:pt x="421279" y="440150"/>
                  </a:lnTo>
                  <a:lnTo>
                    <a:pt x="422783" y="430638"/>
                  </a:lnTo>
                  <a:lnTo>
                    <a:pt x="423786" y="420625"/>
                  </a:lnTo>
                  <a:lnTo>
                    <a:pt x="424789" y="404585"/>
                  </a:lnTo>
                  <a:lnTo>
                    <a:pt x="425792" y="418102"/>
                  </a:lnTo>
                  <a:lnTo>
                    <a:pt x="427316" y="429637"/>
                  </a:lnTo>
                  <a:lnTo>
                    <a:pt x="428319" y="449662"/>
                  </a:lnTo>
                  <a:lnTo>
                    <a:pt x="429322" y="431639"/>
                  </a:lnTo>
                  <a:lnTo>
                    <a:pt x="430827" y="422628"/>
                  </a:lnTo>
                  <a:lnTo>
                    <a:pt x="431829" y="433141"/>
                  </a:lnTo>
                  <a:lnTo>
                    <a:pt x="432832" y="426633"/>
                  </a:lnTo>
                  <a:lnTo>
                    <a:pt x="434337" y="425632"/>
                  </a:lnTo>
                  <a:lnTo>
                    <a:pt x="435340" y="412595"/>
                  </a:lnTo>
                  <a:lnTo>
                    <a:pt x="436343" y="433141"/>
                  </a:lnTo>
                  <a:lnTo>
                    <a:pt x="437847" y="422127"/>
                  </a:lnTo>
                  <a:lnTo>
                    <a:pt x="438850" y="442653"/>
                  </a:lnTo>
                  <a:lnTo>
                    <a:pt x="439853" y="408590"/>
                  </a:lnTo>
                  <a:lnTo>
                    <a:pt x="441357" y="424130"/>
                  </a:lnTo>
                  <a:lnTo>
                    <a:pt x="442360" y="431639"/>
                  </a:lnTo>
                  <a:lnTo>
                    <a:pt x="443363" y="441652"/>
                  </a:lnTo>
                  <a:lnTo>
                    <a:pt x="444366" y="420625"/>
                  </a:lnTo>
                  <a:lnTo>
                    <a:pt x="445870" y="435144"/>
                  </a:lnTo>
                  <a:lnTo>
                    <a:pt x="446873" y="419104"/>
                  </a:lnTo>
                  <a:lnTo>
                    <a:pt x="447876" y="427634"/>
                  </a:lnTo>
                  <a:lnTo>
                    <a:pt x="449380" y="420105"/>
                  </a:lnTo>
                  <a:lnTo>
                    <a:pt x="450383" y="440651"/>
                  </a:lnTo>
                  <a:lnTo>
                    <a:pt x="451386" y="431639"/>
                  </a:lnTo>
                  <a:lnTo>
                    <a:pt x="452890" y="445657"/>
                  </a:lnTo>
                  <a:lnTo>
                    <a:pt x="453893" y="420625"/>
                  </a:lnTo>
                  <a:lnTo>
                    <a:pt x="454896" y="415099"/>
                  </a:lnTo>
                  <a:lnTo>
                    <a:pt x="456401" y="428636"/>
                  </a:lnTo>
                  <a:lnTo>
                    <a:pt x="457403" y="424130"/>
                  </a:lnTo>
                  <a:lnTo>
                    <a:pt x="458406" y="408590"/>
                  </a:lnTo>
                  <a:lnTo>
                    <a:pt x="459409" y="419604"/>
                  </a:lnTo>
                  <a:lnTo>
                    <a:pt x="460914" y="420105"/>
                  </a:lnTo>
                  <a:lnTo>
                    <a:pt x="461917" y="415099"/>
                  </a:lnTo>
                  <a:lnTo>
                    <a:pt x="462919" y="415099"/>
                  </a:lnTo>
                  <a:lnTo>
                    <a:pt x="464424" y="417101"/>
                  </a:lnTo>
                  <a:lnTo>
                    <a:pt x="465427" y="421627"/>
                  </a:lnTo>
                  <a:lnTo>
                    <a:pt x="466430" y="400580"/>
                  </a:lnTo>
                  <a:lnTo>
                    <a:pt x="467934" y="450162"/>
                  </a:lnTo>
                  <a:lnTo>
                    <a:pt x="468937" y="408590"/>
                  </a:lnTo>
                  <a:lnTo>
                    <a:pt x="469940" y="428135"/>
                  </a:lnTo>
                  <a:lnTo>
                    <a:pt x="471444" y="404085"/>
                  </a:lnTo>
                  <a:lnTo>
                    <a:pt x="472447" y="411094"/>
                  </a:lnTo>
                  <a:lnTo>
                    <a:pt x="473450" y="428135"/>
                  </a:lnTo>
                  <a:lnTo>
                    <a:pt x="474453" y="435144"/>
                  </a:lnTo>
                  <a:lnTo>
                    <a:pt x="475957" y="426633"/>
                  </a:lnTo>
                  <a:lnTo>
                    <a:pt x="476960" y="404085"/>
                  </a:lnTo>
                  <a:lnTo>
                    <a:pt x="477963" y="403584"/>
                  </a:lnTo>
                  <a:lnTo>
                    <a:pt x="479467" y="422127"/>
                  </a:lnTo>
                  <a:lnTo>
                    <a:pt x="480470" y="398077"/>
                  </a:lnTo>
                  <a:lnTo>
                    <a:pt x="481473" y="397577"/>
                  </a:lnTo>
                  <a:lnTo>
                    <a:pt x="482977" y="397577"/>
                  </a:lnTo>
                  <a:lnTo>
                    <a:pt x="483980" y="392070"/>
                  </a:lnTo>
                  <a:lnTo>
                    <a:pt x="484983" y="403584"/>
                  </a:lnTo>
                  <a:lnTo>
                    <a:pt x="486488" y="396575"/>
                  </a:lnTo>
                  <a:lnTo>
                    <a:pt x="487491" y="380055"/>
                  </a:lnTo>
                  <a:lnTo>
                    <a:pt x="488493" y="372545"/>
                  </a:lnTo>
                  <a:lnTo>
                    <a:pt x="489496" y="353021"/>
                  </a:lnTo>
                  <a:lnTo>
                    <a:pt x="491001" y="360530"/>
                  </a:lnTo>
                  <a:lnTo>
                    <a:pt x="492004" y="348015"/>
                  </a:lnTo>
                  <a:lnTo>
                    <a:pt x="493007" y="324472"/>
                  </a:lnTo>
                  <a:lnTo>
                    <a:pt x="494511" y="316963"/>
                  </a:lnTo>
                  <a:lnTo>
                    <a:pt x="495514" y="319966"/>
                  </a:lnTo>
                  <a:lnTo>
                    <a:pt x="496517" y="317964"/>
                  </a:lnTo>
                  <a:lnTo>
                    <a:pt x="498021" y="307451"/>
                  </a:lnTo>
                  <a:lnTo>
                    <a:pt x="499024" y="300942"/>
                  </a:lnTo>
                  <a:lnTo>
                    <a:pt x="500027" y="297438"/>
                  </a:lnTo>
                  <a:lnTo>
                    <a:pt x="501531" y="299441"/>
                  </a:lnTo>
                  <a:lnTo>
                    <a:pt x="502534" y="292932"/>
                  </a:lnTo>
                  <a:lnTo>
                    <a:pt x="503537" y="304447"/>
                  </a:lnTo>
                  <a:lnTo>
                    <a:pt x="504540" y="282419"/>
                  </a:lnTo>
                  <a:lnTo>
                    <a:pt x="506044" y="294434"/>
                  </a:lnTo>
                  <a:lnTo>
                    <a:pt x="507047" y="279916"/>
                  </a:lnTo>
                  <a:lnTo>
                    <a:pt x="508050" y="285924"/>
                  </a:lnTo>
                  <a:lnTo>
                    <a:pt x="509554" y="281919"/>
                  </a:lnTo>
                  <a:lnTo>
                    <a:pt x="510557" y="303446"/>
                  </a:lnTo>
                  <a:lnTo>
                    <a:pt x="511560" y="298940"/>
                  </a:lnTo>
                  <a:lnTo>
                    <a:pt x="513065" y="292932"/>
                  </a:lnTo>
                  <a:lnTo>
                    <a:pt x="514067" y="300942"/>
                  </a:lnTo>
                  <a:lnTo>
                    <a:pt x="515070" y="299941"/>
                  </a:lnTo>
                  <a:lnTo>
                    <a:pt x="516575" y="314960"/>
                  </a:lnTo>
                  <a:lnTo>
                    <a:pt x="517578" y="274910"/>
                  </a:lnTo>
                  <a:lnTo>
                    <a:pt x="518581" y="225328"/>
                  </a:lnTo>
                  <a:lnTo>
                    <a:pt x="519583" y="236842"/>
                  </a:lnTo>
                  <a:lnTo>
                    <a:pt x="521088" y="232837"/>
                  </a:lnTo>
                  <a:lnTo>
                    <a:pt x="522091" y="240347"/>
                  </a:lnTo>
                  <a:lnTo>
                    <a:pt x="523094" y="229834"/>
                  </a:lnTo>
                  <a:lnTo>
                    <a:pt x="524598" y="246855"/>
                  </a:lnTo>
                  <a:lnTo>
                    <a:pt x="525601" y="233338"/>
                  </a:lnTo>
                  <a:lnTo>
                    <a:pt x="526604" y="240847"/>
                  </a:lnTo>
                  <a:lnTo>
                    <a:pt x="528108" y="237844"/>
                  </a:lnTo>
                  <a:lnTo>
                    <a:pt x="529111" y="243851"/>
                  </a:lnTo>
                  <a:lnTo>
                    <a:pt x="530114" y="245854"/>
                  </a:lnTo>
                  <a:lnTo>
                    <a:pt x="531618" y="251861"/>
                  </a:lnTo>
                  <a:lnTo>
                    <a:pt x="532641" y="252362"/>
                  </a:lnTo>
                  <a:lnTo>
                    <a:pt x="533644" y="244352"/>
                  </a:lnTo>
                  <a:lnTo>
                    <a:pt x="534647" y="253363"/>
                  </a:lnTo>
                  <a:lnTo>
                    <a:pt x="536151" y="271906"/>
                  </a:lnTo>
                  <a:lnTo>
                    <a:pt x="537154" y="272407"/>
                  </a:lnTo>
                  <a:lnTo>
                    <a:pt x="538157" y="262394"/>
                  </a:lnTo>
                  <a:lnTo>
                    <a:pt x="539662" y="285423"/>
                  </a:lnTo>
                  <a:lnTo>
                    <a:pt x="540664" y="397577"/>
                  </a:lnTo>
                  <a:lnTo>
                    <a:pt x="541667" y="419604"/>
                  </a:lnTo>
                  <a:lnTo>
                    <a:pt x="543172" y="441652"/>
                  </a:lnTo>
                  <a:lnTo>
                    <a:pt x="544175" y="416100"/>
                  </a:lnTo>
                  <a:lnTo>
                    <a:pt x="545178" y="433141"/>
                  </a:lnTo>
                  <a:lnTo>
                    <a:pt x="546682" y="420105"/>
                  </a:lnTo>
                  <a:lnTo>
                    <a:pt x="547685" y="445657"/>
                  </a:lnTo>
                  <a:lnTo>
                    <a:pt x="548688" y="435144"/>
                  </a:lnTo>
                  <a:lnTo>
                    <a:pt x="550192" y="434142"/>
                  </a:lnTo>
                  <a:lnTo>
                    <a:pt x="551195" y="419604"/>
                  </a:lnTo>
                  <a:lnTo>
                    <a:pt x="552198" y="422127"/>
                  </a:lnTo>
                  <a:lnTo>
                    <a:pt x="553201" y="438648"/>
                  </a:lnTo>
                  <a:lnTo>
                    <a:pt x="554705" y="448160"/>
                  </a:lnTo>
                  <a:lnTo>
                    <a:pt x="555708" y="462678"/>
                  </a:lnTo>
                  <a:lnTo>
                    <a:pt x="556711" y="438648"/>
                  </a:lnTo>
                  <a:lnTo>
                    <a:pt x="558215" y="440651"/>
                  </a:lnTo>
                  <a:lnTo>
                    <a:pt x="559218" y="437146"/>
                  </a:lnTo>
                  <a:lnTo>
                    <a:pt x="560221" y="442152"/>
                  </a:lnTo>
                  <a:lnTo>
                    <a:pt x="561725" y="436646"/>
                  </a:lnTo>
                  <a:lnTo>
                    <a:pt x="562728" y="439149"/>
                  </a:lnTo>
                  <a:lnTo>
                    <a:pt x="563731" y="428636"/>
                  </a:lnTo>
                  <a:lnTo>
                    <a:pt x="565236" y="437146"/>
                  </a:lnTo>
                  <a:lnTo>
                    <a:pt x="566238" y="432140"/>
                  </a:lnTo>
                  <a:lnTo>
                    <a:pt x="567241" y="451164"/>
                  </a:lnTo>
                  <a:lnTo>
                    <a:pt x="568244" y="452666"/>
                  </a:lnTo>
                  <a:lnTo>
                    <a:pt x="569749" y="461176"/>
                  </a:lnTo>
                  <a:lnTo>
                    <a:pt x="570752" y="445156"/>
                  </a:lnTo>
                  <a:lnTo>
                    <a:pt x="571754" y="451164"/>
                  </a:lnTo>
                  <a:lnTo>
                    <a:pt x="573259" y="437647"/>
                  </a:lnTo>
                  <a:lnTo>
                    <a:pt x="574262" y="448160"/>
                  </a:lnTo>
                  <a:lnTo>
                    <a:pt x="575265" y="430137"/>
                  </a:lnTo>
                  <a:lnTo>
                    <a:pt x="576769" y="437146"/>
                  </a:lnTo>
                  <a:lnTo>
                    <a:pt x="577772" y="450162"/>
                  </a:lnTo>
                  <a:lnTo>
                    <a:pt x="578775" y="422127"/>
                  </a:lnTo>
                  <a:lnTo>
                    <a:pt x="580279" y="424130"/>
                  </a:lnTo>
                  <a:lnTo>
                    <a:pt x="581282" y="437146"/>
                  </a:lnTo>
                  <a:lnTo>
                    <a:pt x="582285" y="452666"/>
                  </a:lnTo>
                  <a:lnTo>
                    <a:pt x="583288" y="437146"/>
                  </a:lnTo>
                  <a:lnTo>
                    <a:pt x="584792" y="439149"/>
                  </a:lnTo>
                  <a:lnTo>
                    <a:pt x="585795" y="424130"/>
                  </a:lnTo>
                  <a:lnTo>
                    <a:pt x="586798" y="437647"/>
                  </a:lnTo>
                  <a:lnTo>
                    <a:pt x="588302" y="426132"/>
                  </a:lnTo>
                  <a:lnTo>
                    <a:pt x="589305" y="448160"/>
                  </a:lnTo>
                  <a:lnTo>
                    <a:pt x="590308" y="440651"/>
                  </a:lnTo>
                  <a:lnTo>
                    <a:pt x="591813" y="433141"/>
                  </a:lnTo>
                  <a:lnTo>
                    <a:pt x="592815" y="424130"/>
                  </a:lnTo>
                  <a:lnTo>
                    <a:pt x="593818" y="433642"/>
                  </a:lnTo>
                  <a:lnTo>
                    <a:pt x="595323" y="440651"/>
                  </a:lnTo>
                  <a:lnTo>
                    <a:pt x="596326" y="424630"/>
                  </a:lnTo>
                  <a:lnTo>
                    <a:pt x="597328" y="455169"/>
                  </a:lnTo>
                  <a:lnTo>
                    <a:pt x="598331" y="438648"/>
                  </a:lnTo>
                  <a:lnTo>
                    <a:pt x="599836" y="445657"/>
                  </a:lnTo>
                  <a:lnTo>
                    <a:pt x="600839" y="472190"/>
                  </a:lnTo>
                  <a:lnTo>
                    <a:pt x="601842" y="456671"/>
                  </a:lnTo>
                  <a:lnTo>
                    <a:pt x="603346" y="451164"/>
                  </a:lnTo>
                  <a:lnTo>
                    <a:pt x="604349" y="457171"/>
                  </a:lnTo>
                  <a:lnTo>
                    <a:pt x="605352" y="438648"/>
                  </a:lnTo>
                  <a:lnTo>
                    <a:pt x="606856" y="431639"/>
                  </a:lnTo>
                  <a:lnTo>
                    <a:pt x="607859" y="446658"/>
                  </a:lnTo>
                  <a:lnTo>
                    <a:pt x="608862" y="448661"/>
                  </a:lnTo>
                  <a:lnTo>
                    <a:pt x="610366" y="455169"/>
                  </a:lnTo>
                  <a:lnTo>
                    <a:pt x="611369" y="444155"/>
                  </a:lnTo>
                  <a:lnTo>
                    <a:pt x="612372" y="453166"/>
                  </a:lnTo>
                  <a:lnTo>
                    <a:pt x="613375" y="452666"/>
                  </a:lnTo>
                  <a:lnTo>
                    <a:pt x="614879" y="451664"/>
                  </a:lnTo>
                  <a:lnTo>
                    <a:pt x="615882" y="431639"/>
                  </a:lnTo>
                  <a:lnTo>
                    <a:pt x="616885" y="448661"/>
                  </a:lnTo>
                  <a:lnTo>
                    <a:pt x="618389" y="437647"/>
                  </a:lnTo>
                  <a:lnTo>
                    <a:pt x="619392" y="434142"/>
                  </a:lnTo>
                  <a:lnTo>
                    <a:pt x="620395" y="437647"/>
                  </a:lnTo>
                  <a:lnTo>
                    <a:pt x="621900" y="445156"/>
                  </a:lnTo>
                  <a:lnTo>
                    <a:pt x="622903" y="452666"/>
                  </a:lnTo>
                  <a:lnTo>
                    <a:pt x="623905" y="461176"/>
                  </a:lnTo>
                  <a:lnTo>
                    <a:pt x="625410" y="450162"/>
                  </a:lnTo>
                  <a:lnTo>
                    <a:pt x="626413" y="445156"/>
                  </a:lnTo>
                  <a:lnTo>
                    <a:pt x="627416" y="455169"/>
                  </a:lnTo>
                  <a:lnTo>
                    <a:pt x="628418" y="447159"/>
                  </a:lnTo>
                  <a:lnTo>
                    <a:pt x="629923" y="439149"/>
                  </a:lnTo>
                  <a:lnTo>
                    <a:pt x="630926" y="458172"/>
                  </a:lnTo>
                  <a:lnTo>
                    <a:pt x="631929" y="435144"/>
                  </a:lnTo>
                  <a:lnTo>
                    <a:pt x="633433" y="445657"/>
                  </a:lnTo>
                  <a:lnTo>
                    <a:pt x="634436" y="455169"/>
                  </a:lnTo>
                  <a:lnTo>
                    <a:pt x="635439" y="477196"/>
                  </a:lnTo>
                  <a:lnTo>
                    <a:pt x="636943" y="470187"/>
                  </a:lnTo>
                  <a:lnTo>
                    <a:pt x="637946" y="461176"/>
                  </a:lnTo>
                  <a:lnTo>
                    <a:pt x="638962" y="449662"/>
                  </a:lnTo>
                  <a:lnTo>
                    <a:pt x="640467" y="439149"/>
                  </a:lnTo>
                  <a:lnTo>
                    <a:pt x="641470" y="435644"/>
                  </a:lnTo>
                  <a:lnTo>
                    <a:pt x="642472" y="462177"/>
                  </a:lnTo>
                  <a:lnTo>
                    <a:pt x="643475" y="444155"/>
                  </a:lnTo>
                  <a:lnTo>
                    <a:pt x="644980" y="434142"/>
                  </a:lnTo>
                  <a:lnTo>
                    <a:pt x="645983" y="462678"/>
                  </a:lnTo>
                  <a:lnTo>
                    <a:pt x="646986" y="466182"/>
                  </a:lnTo>
                  <a:lnTo>
                    <a:pt x="648490" y="476195"/>
                  </a:lnTo>
                  <a:lnTo>
                    <a:pt x="649493" y="465181"/>
                  </a:lnTo>
                  <a:lnTo>
                    <a:pt x="650496" y="462177"/>
                  </a:lnTo>
                  <a:lnTo>
                    <a:pt x="652000" y="451164"/>
                  </a:lnTo>
                  <a:lnTo>
                    <a:pt x="653003" y="466182"/>
                  </a:lnTo>
                  <a:lnTo>
                    <a:pt x="654006" y="468686"/>
                  </a:lnTo>
                  <a:lnTo>
                    <a:pt x="655510" y="467684"/>
                  </a:lnTo>
                  <a:lnTo>
                    <a:pt x="656513" y="448160"/>
                  </a:lnTo>
                  <a:lnTo>
                    <a:pt x="657516" y="447159"/>
                  </a:lnTo>
                  <a:lnTo>
                    <a:pt x="658519" y="458172"/>
                  </a:lnTo>
                  <a:lnTo>
                    <a:pt x="660023" y="467184"/>
                  </a:lnTo>
                  <a:lnTo>
                    <a:pt x="661026" y="460676"/>
                  </a:lnTo>
                  <a:lnTo>
                    <a:pt x="662029" y="457171"/>
                  </a:lnTo>
                  <a:lnTo>
                    <a:pt x="663533" y="472190"/>
                  </a:lnTo>
                  <a:lnTo>
                    <a:pt x="664536" y="452666"/>
                  </a:lnTo>
                  <a:lnTo>
                    <a:pt x="665539" y="458673"/>
                  </a:lnTo>
                  <a:lnTo>
                    <a:pt x="667044" y="448160"/>
                  </a:lnTo>
                  <a:lnTo>
                    <a:pt x="668047" y="455669"/>
                  </a:lnTo>
                  <a:lnTo>
                    <a:pt x="669049" y="448661"/>
                  </a:lnTo>
                  <a:lnTo>
                    <a:pt x="670554" y="433141"/>
                  </a:lnTo>
                  <a:lnTo>
                    <a:pt x="671557" y="438648"/>
                  </a:lnTo>
                  <a:lnTo>
                    <a:pt x="672560" y="454167"/>
                  </a:lnTo>
                  <a:lnTo>
                    <a:pt x="674064" y="486208"/>
                  </a:lnTo>
                  <a:lnTo>
                    <a:pt x="675067" y="443654"/>
                  </a:lnTo>
                  <a:lnTo>
                    <a:pt x="676070" y="458172"/>
                  </a:lnTo>
                  <a:lnTo>
                    <a:pt x="677073" y="470187"/>
                  </a:lnTo>
                  <a:lnTo>
                    <a:pt x="678577" y="445156"/>
                  </a:lnTo>
                  <a:lnTo>
                    <a:pt x="679580" y="469687"/>
                  </a:lnTo>
                  <a:lnTo>
                    <a:pt x="680583" y="453166"/>
                  </a:lnTo>
                  <a:lnTo>
                    <a:pt x="682087" y="453166"/>
                  </a:lnTo>
                  <a:lnTo>
                    <a:pt x="683090" y="444155"/>
                  </a:lnTo>
                  <a:lnTo>
                    <a:pt x="684093" y="460676"/>
                  </a:lnTo>
                  <a:lnTo>
                    <a:pt x="685597" y="458673"/>
                  </a:lnTo>
                  <a:lnTo>
                    <a:pt x="686600" y="469687"/>
                  </a:lnTo>
                  <a:lnTo>
                    <a:pt x="687603" y="484205"/>
                  </a:lnTo>
                  <a:lnTo>
                    <a:pt x="689107" y="465181"/>
                  </a:lnTo>
                  <a:lnTo>
                    <a:pt x="690110" y="461176"/>
                  </a:lnTo>
                  <a:lnTo>
                    <a:pt x="691113" y="454167"/>
                  </a:lnTo>
                  <a:lnTo>
                    <a:pt x="692116" y="460676"/>
                  </a:lnTo>
                  <a:lnTo>
                    <a:pt x="693621" y="431639"/>
                  </a:lnTo>
                  <a:lnTo>
                    <a:pt x="694623" y="453166"/>
                  </a:lnTo>
                  <a:lnTo>
                    <a:pt x="695626" y="487709"/>
                  </a:lnTo>
                  <a:lnTo>
                    <a:pt x="697131" y="430137"/>
                  </a:lnTo>
                  <a:lnTo>
                    <a:pt x="698134" y="451164"/>
                  </a:lnTo>
                  <a:lnTo>
                    <a:pt x="699137" y="479699"/>
                  </a:lnTo>
                  <a:lnTo>
                    <a:pt x="700641" y="452666"/>
                  </a:lnTo>
                  <a:lnTo>
                    <a:pt x="701644" y="478698"/>
                  </a:lnTo>
                  <a:lnTo>
                    <a:pt x="702647" y="437146"/>
                  </a:lnTo>
                  <a:lnTo>
                    <a:pt x="704151" y="442152"/>
                  </a:lnTo>
                  <a:lnTo>
                    <a:pt x="705154" y="437146"/>
                  </a:lnTo>
                  <a:lnTo>
                    <a:pt x="706157" y="478698"/>
                  </a:lnTo>
                  <a:lnTo>
                    <a:pt x="707160" y="452666"/>
                  </a:lnTo>
                  <a:lnTo>
                    <a:pt x="708664" y="474693"/>
                  </a:lnTo>
                  <a:lnTo>
                    <a:pt x="709667" y="457171"/>
                  </a:lnTo>
                  <a:lnTo>
                    <a:pt x="710670" y="472691"/>
                  </a:lnTo>
                  <a:lnTo>
                    <a:pt x="712174" y="468686"/>
                  </a:lnTo>
                  <a:lnTo>
                    <a:pt x="713177" y="468686"/>
                  </a:lnTo>
                  <a:lnTo>
                    <a:pt x="714180" y="442152"/>
                  </a:lnTo>
                  <a:lnTo>
                    <a:pt x="715684" y="462177"/>
                  </a:lnTo>
                  <a:lnTo>
                    <a:pt x="716687" y="429637"/>
                  </a:lnTo>
                  <a:lnTo>
                    <a:pt x="717690" y="435144"/>
                  </a:lnTo>
                  <a:lnTo>
                    <a:pt x="719195" y="433642"/>
                  </a:lnTo>
                  <a:lnTo>
                    <a:pt x="720197" y="422127"/>
                  </a:lnTo>
                  <a:lnTo>
                    <a:pt x="721200" y="409592"/>
                  </a:lnTo>
                  <a:lnTo>
                    <a:pt x="722203" y="391069"/>
                  </a:lnTo>
                  <a:lnTo>
                    <a:pt x="723708" y="371043"/>
                  </a:lnTo>
                  <a:lnTo>
                    <a:pt x="724711" y="373046"/>
                  </a:lnTo>
                  <a:lnTo>
                    <a:pt x="725713" y="355023"/>
                  </a:lnTo>
                  <a:lnTo>
                    <a:pt x="727218" y="342007"/>
                  </a:lnTo>
                  <a:lnTo>
                    <a:pt x="728221" y="340505"/>
                  </a:lnTo>
                  <a:lnTo>
                    <a:pt x="729224" y="326474"/>
                  </a:lnTo>
                  <a:lnTo>
                    <a:pt x="730728" y="316963"/>
                  </a:lnTo>
                  <a:lnTo>
                    <a:pt x="731731" y="301944"/>
                  </a:lnTo>
                  <a:lnTo>
                    <a:pt x="732734" y="296937"/>
                  </a:lnTo>
                  <a:lnTo>
                    <a:pt x="734238" y="301944"/>
                  </a:lnTo>
                  <a:lnTo>
                    <a:pt x="735241" y="277413"/>
                  </a:lnTo>
                  <a:lnTo>
                    <a:pt x="736244" y="278414"/>
                  </a:lnTo>
                  <a:lnTo>
                    <a:pt x="737247" y="285924"/>
                  </a:lnTo>
                  <a:lnTo>
                    <a:pt x="738751" y="266399"/>
                  </a:lnTo>
                  <a:lnTo>
                    <a:pt x="739754" y="273408"/>
                  </a:lnTo>
                  <a:lnTo>
                    <a:pt x="740757" y="269403"/>
                  </a:lnTo>
                  <a:lnTo>
                    <a:pt x="742261" y="267401"/>
                  </a:lnTo>
                  <a:lnTo>
                    <a:pt x="743264" y="272907"/>
                  </a:lnTo>
                  <a:lnTo>
                    <a:pt x="744267" y="289929"/>
                  </a:lnTo>
                  <a:lnTo>
                    <a:pt x="745792" y="274910"/>
                  </a:lnTo>
                  <a:lnTo>
                    <a:pt x="746794" y="303446"/>
                  </a:lnTo>
                  <a:lnTo>
                    <a:pt x="747797" y="327476"/>
                  </a:lnTo>
                  <a:lnTo>
                    <a:pt x="749302" y="330479"/>
                  </a:lnTo>
                  <a:lnTo>
                    <a:pt x="750305" y="350017"/>
                  </a:lnTo>
                  <a:lnTo>
                    <a:pt x="751307" y="363033"/>
                  </a:lnTo>
                  <a:lnTo>
                    <a:pt x="752310" y="358027"/>
                  </a:lnTo>
                  <a:lnTo>
                    <a:pt x="753815" y="365036"/>
                  </a:lnTo>
                  <a:lnTo>
                    <a:pt x="754818" y="393071"/>
                  </a:lnTo>
                  <a:lnTo>
                    <a:pt x="755821" y="426132"/>
                  </a:lnTo>
                  <a:lnTo>
                    <a:pt x="757325" y="403584"/>
                  </a:lnTo>
                  <a:lnTo>
                    <a:pt x="758328" y="437146"/>
                  </a:lnTo>
                  <a:lnTo>
                    <a:pt x="759331" y="445657"/>
                  </a:lnTo>
                  <a:lnTo>
                    <a:pt x="760835" y="445657"/>
                  </a:lnTo>
                  <a:lnTo>
                    <a:pt x="761838" y="447159"/>
                  </a:lnTo>
                  <a:lnTo>
                    <a:pt x="762841" y="446658"/>
                  </a:lnTo>
                  <a:lnTo>
                    <a:pt x="764345" y="462177"/>
                  </a:lnTo>
                  <a:lnTo>
                    <a:pt x="765348" y="469687"/>
                  </a:lnTo>
                  <a:lnTo>
                    <a:pt x="766351" y="462678"/>
                  </a:lnTo>
                  <a:lnTo>
                    <a:pt x="767354" y="444155"/>
                  </a:lnTo>
                  <a:lnTo>
                    <a:pt x="768858" y="463679"/>
                  </a:lnTo>
                  <a:lnTo>
                    <a:pt x="769861" y="466182"/>
                  </a:lnTo>
                  <a:lnTo>
                    <a:pt x="770864" y="497221"/>
                  </a:lnTo>
                  <a:lnTo>
                    <a:pt x="772368" y="501240"/>
                  </a:lnTo>
                  <a:lnTo>
                    <a:pt x="773371" y="458673"/>
                  </a:lnTo>
                  <a:lnTo>
                    <a:pt x="774374" y="481702"/>
                  </a:lnTo>
                  <a:lnTo>
                    <a:pt x="775879" y="471189"/>
                  </a:lnTo>
                  <a:lnTo>
                    <a:pt x="776882" y="464681"/>
                  </a:lnTo>
                  <a:lnTo>
                    <a:pt x="777884" y="476195"/>
                  </a:lnTo>
                  <a:lnTo>
                    <a:pt x="779389" y="457171"/>
                  </a:lnTo>
                  <a:lnTo>
                    <a:pt x="780392" y="482703"/>
                  </a:lnTo>
                  <a:lnTo>
                    <a:pt x="781395" y="463679"/>
                  </a:lnTo>
                  <a:lnTo>
                    <a:pt x="782398" y="477196"/>
                  </a:lnTo>
                  <a:lnTo>
                    <a:pt x="783902" y="489712"/>
                  </a:lnTo>
                  <a:lnTo>
                    <a:pt x="784905" y="458673"/>
                  </a:lnTo>
                  <a:lnTo>
                    <a:pt x="785908" y="485206"/>
                  </a:lnTo>
                  <a:lnTo>
                    <a:pt x="787412" y="494718"/>
                  </a:lnTo>
                  <a:lnTo>
                    <a:pt x="788415" y="478197"/>
                  </a:lnTo>
                  <a:lnTo>
                    <a:pt x="789418" y="502241"/>
                  </a:lnTo>
                  <a:lnTo>
                    <a:pt x="790922" y="485206"/>
                  </a:lnTo>
                  <a:lnTo>
                    <a:pt x="791925" y="478197"/>
                  </a:lnTo>
                  <a:lnTo>
                    <a:pt x="792921" y="499224"/>
                  </a:lnTo>
                  <a:lnTo>
                    <a:pt x="794426" y="501240"/>
                  </a:lnTo>
                  <a:lnTo>
                    <a:pt x="795429" y="502241"/>
                  </a:lnTo>
                  <a:lnTo>
                    <a:pt x="796431" y="500225"/>
                  </a:lnTo>
                  <a:lnTo>
                    <a:pt x="797936" y="473692"/>
                  </a:lnTo>
                  <a:lnTo>
                    <a:pt x="798939" y="487709"/>
                  </a:lnTo>
                  <a:lnTo>
                    <a:pt x="799942" y="482703"/>
                  </a:lnTo>
                  <a:lnTo>
                    <a:pt x="800945" y="471189"/>
                  </a:lnTo>
                  <a:lnTo>
                    <a:pt x="802449" y="505245"/>
                  </a:lnTo>
                  <a:lnTo>
                    <a:pt x="803452" y="480701"/>
                  </a:lnTo>
                  <a:lnTo>
                    <a:pt x="804455" y="487709"/>
                  </a:lnTo>
                  <a:lnTo>
                    <a:pt x="805959" y="468686"/>
                  </a:lnTo>
                  <a:lnTo>
                    <a:pt x="806962" y="495719"/>
                  </a:lnTo>
                  <a:lnTo>
                    <a:pt x="807965" y="497221"/>
                  </a:lnTo>
                  <a:lnTo>
                    <a:pt x="809469" y="484205"/>
                  </a:lnTo>
                </a:path>
                <a:path w="2200275" h="638810">
                  <a:moveTo>
                    <a:pt x="809469" y="484205"/>
                  </a:moveTo>
                  <a:lnTo>
                    <a:pt x="810472" y="497221"/>
                  </a:lnTo>
                  <a:lnTo>
                    <a:pt x="811475" y="496220"/>
                  </a:lnTo>
                  <a:lnTo>
                    <a:pt x="812979" y="489712"/>
                  </a:lnTo>
                  <a:lnTo>
                    <a:pt x="813982" y="500225"/>
                  </a:lnTo>
                  <a:lnTo>
                    <a:pt x="814985" y="483204"/>
                  </a:lnTo>
                  <a:lnTo>
                    <a:pt x="815988" y="486208"/>
                  </a:lnTo>
                  <a:lnTo>
                    <a:pt x="817492" y="515758"/>
                  </a:lnTo>
                  <a:lnTo>
                    <a:pt x="818495" y="488711"/>
                  </a:lnTo>
                  <a:lnTo>
                    <a:pt x="819498" y="484205"/>
                  </a:lnTo>
                  <a:lnTo>
                    <a:pt x="821003" y="507247"/>
                  </a:lnTo>
                  <a:lnTo>
                    <a:pt x="822005" y="483204"/>
                  </a:lnTo>
                  <a:lnTo>
                    <a:pt x="823008" y="482703"/>
                  </a:lnTo>
                  <a:lnTo>
                    <a:pt x="824513" y="496220"/>
                  </a:lnTo>
                  <a:lnTo>
                    <a:pt x="825516" y="509250"/>
                  </a:lnTo>
                  <a:lnTo>
                    <a:pt x="826519" y="490713"/>
                  </a:lnTo>
                  <a:lnTo>
                    <a:pt x="828023" y="498223"/>
                  </a:lnTo>
                  <a:lnTo>
                    <a:pt x="829026" y="537285"/>
                  </a:lnTo>
                  <a:lnTo>
                    <a:pt x="830029" y="499224"/>
                  </a:lnTo>
                  <a:lnTo>
                    <a:pt x="831032" y="507247"/>
                  </a:lnTo>
                  <a:lnTo>
                    <a:pt x="832536" y="513755"/>
                  </a:lnTo>
                  <a:lnTo>
                    <a:pt x="833539" y="487209"/>
                  </a:lnTo>
                  <a:lnTo>
                    <a:pt x="834542" y="482703"/>
                  </a:lnTo>
                  <a:lnTo>
                    <a:pt x="836046" y="516759"/>
                  </a:lnTo>
                  <a:lnTo>
                    <a:pt x="837049" y="494718"/>
                  </a:lnTo>
                  <a:lnTo>
                    <a:pt x="838052" y="498223"/>
                  </a:lnTo>
                  <a:lnTo>
                    <a:pt x="839556" y="480701"/>
                  </a:lnTo>
                  <a:lnTo>
                    <a:pt x="840559" y="467684"/>
                  </a:lnTo>
                  <a:lnTo>
                    <a:pt x="841562" y="509250"/>
                  </a:lnTo>
                  <a:lnTo>
                    <a:pt x="843066" y="477196"/>
                  </a:lnTo>
                  <a:lnTo>
                    <a:pt x="844069" y="494718"/>
                  </a:lnTo>
                  <a:lnTo>
                    <a:pt x="845072" y="480701"/>
                  </a:lnTo>
                  <a:lnTo>
                    <a:pt x="846075" y="487709"/>
                  </a:lnTo>
                  <a:lnTo>
                    <a:pt x="847580" y="494718"/>
                  </a:lnTo>
                  <a:lnTo>
                    <a:pt x="848582" y="497221"/>
                  </a:lnTo>
                  <a:lnTo>
                    <a:pt x="849585" y="520263"/>
                  </a:lnTo>
                  <a:lnTo>
                    <a:pt x="851110" y="509250"/>
                  </a:lnTo>
                  <a:lnTo>
                    <a:pt x="852113" y="487209"/>
                  </a:lnTo>
                  <a:lnTo>
                    <a:pt x="853116" y="500225"/>
                  </a:lnTo>
                  <a:lnTo>
                    <a:pt x="854620" y="494718"/>
                  </a:lnTo>
                  <a:lnTo>
                    <a:pt x="855623" y="500225"/>
                  </a:lnTo>
                  <a:lnTo>
                    <a:pt x="856626" y="508248"/>
                  </a:lnTo>
                  <a:lnTo>
                    <a:pt x="858130" y="498223"/>
                  </a:lnTo>
                  <a:lnTo>
                    <a:pt x="859133" y="491714"/>
                  </a:lnTo>
                  <a:lnTo>
                    <a:pt x="860136" y="498223"/>
                  </a:lnTo>
                  <a:lnTo>
                    <a:pt x="861139" y="478197"/>
                  </a:lnTo>
                  <a:lnTo>
                    <a:pt x="862643" y="487209"/>
                  </a:lnTo>
                  <a:lnTo>
                    <a:pt x="863646" y="478698"/>
                  </a:lnTo>
                  <a:lnTo>
                    <a:pt x="864649" y="515758"/>
                  </a:lnTo>
                  <a:lnTo>
                    <a:pt x="866153" y="499224"/>
                  </a:lnTo>
                  <a:lnTo>
                    <a:pt x="867156" y="520263"/>
                  </a:lnTo>
                  <a:lnTo>
                    <a:pt x="868159" y="487709"/>
                  </a:lnTo>
                  <a:lnTo>
                    <a:pt x="869663" y="525770"/>
                  </a:lnTo>
                  <a:lnTo>
                    <a:pt x="870666" y="478197"/>
                  </a:lnTo>
                  <a:lnTo>
                    <a:pt x="871669" y="493717"/>
                  </a:lnTo>
                  <a:lnTo>
                    <a:pt x="873174" y="517760"/>
                  </a:lnTo>
                  <a:lnTo>
                    <a:pt x="874176" y="514757"/>
                  </a:lnTo>
                  <a:lnTo>
                    <a:pt x="875179" y="516759"/>
                  </a:lnTo>
                  <a:lnTo>
                    <a:pt x="876182" y="499224"/>
                  </a:lnTo>
                  <a:lnTo>
                    <a:pt x="877687" y="515758"/>
                  </a:lnTo>
                  <a:lnTo>
                    <a:pt x="878690" y="489712"/>
                  </a:lnTo>
                  <a:lnTo>
                    <a:pt x="879692" y="505245"/>
                  </a:lnTo>
                  <a:lnTo>
                    <a:pt x="881197" y="520263"/>
                  </a:lnTo>
                  <a:lnTo>
                    <a:pt x="882200" y="478698"/>
                  </a:lnTo>
                  <a:lnTo>
                    <a:pt x="883203" y="503242"/>
                  </a:lnTo>
                  <a:lnTo>
                    <a:pt x="884707" y="505245"/>
                  </a:lnTo>
                  <a:lnTo>
                    <a:pt x="885710" y="502241"/>
                  </a:lnTo>
                  <a:lnTo>
                    <a:pt x="886713" y="516759"/>
                  </a:lnTo>
                  <a:lnTo>
                    <a:pt x="888217" y="505245"/>
                  </a:lnTo>
                  <a:lnTo>
                    <a:pt x="889220" y="514757"/>
                  </a:lnTo>
                  <a:lnTo>
                    <a:pt x="890223" y="500225"/>
                  </a:lnTo>
                  <a:lnTo>
                    <a:pt x="891226" y="504243"/>
                  </a:lnTo>
                  <a:lnTo>
                    <a:pt x="892730" y="499224"/>
                  </a:lnTo>
                  <a:lnTo>
                    <a:pt x="893733" y="517760"/>
                  </a:lnTo>
                  <a:lnTo>
                    <a:pt x="894736" y="495719"/>
                  </a:lnTo>
                  <a:lnTo>
                    <a:pt x="896240" y="525770"/>
                  </a:lnTo>
                  <a:lnTo>
                    <a:pt x="897243" y="498223"/>
                  </a:lnTo>
                  <a:lnTo>
                    <a:pt x="898246" y="499224"/>
                  </a:lnTo>
                  <a:lnTo>
                    <a:pt x="899751" y="511753"/>
                  </a:lnTo>
                  <a:lnTo>
                    <a:pt x="900753" y="500225"/>
                  </a:lnTo>
                  <a:lnTo>
                    <a:pt x="901756" y="467184"/>
                  </a:lnTo>
                  <a:lnTo>
                    <a:pt x="903261" y="508248"/>
                  </a:lnTo>
                  <a:lnTo>
                    <a:pt x="904264" y="499224"/>
                  </a:lnTo>
                  <a:lnTo>
                    <a:pt x="905266" y="523267"/>
                  </a:lnTo>
                  <a:lnTo>
                    <a:pt x="906269" y="497221"/>
                  </a:lnTo>
                  <a:lnTo>
                    <a:pt x="907774" y="495719"/>
                  </a:lnTo>
                  <a:lnTo>
                    <a:pt x="908777" y="497221"/>
                  </a:lnTo>
                  <a:lnTo>
                    <a:pt x="909780" y="493717"/>
                  </a:lnTo>
                  <a:lnTo>
                    <a:pt x="911284" y="521265"/>
                  </a:lnTo>
                  <a:lnTo>
                    <a:pt x="912287" y="495719"/>
                  </a:lnTo>
                  <a:lnTo>
                    <a:pt x="913290" y="505245"/>
                  </a:lnTo>
                  <a:lnTo>
                    <a:pt x="914794" y="503242"/>
                  </a:lnTo>
                  <a:lnTo>
                    <a:pt x="915797" y="509250"/>
                  </a:lnTo>
                  <a:lnTo>
                    <a:pt x="916800" y="503242"/>
                  </a:lnTo>
                  <a:lnTo>
                    <a:pt x="918304" y="514757"/>
                  </a:lnTo>
                  <a:lnTo>
                    <a:pt x="919307" y="494718"/>
                  </a:lnTo>
                  <a:lnTo>
                    <a:pt x="920310" y="488711"/>
                  </a:lnTo>
                  <a:lnTo>
                    <a:pt x="921814" y="514757"/>
                  </a:lnTo>
                  <a:lnTo>
                    <a:pt x="922817" y="487709"/>
                  </a:lnTo>
                  <a:lnTo>
                    <a:pt x="923820" y="513755"/>
                  </a:lnTo>
                  <a:lnTo>
                    <a:pt x="924823" y="523267"/>
                  </a:lnTo>
                  <a:lnTo>
                    <a:pt x="926327" y="514757"/>
                  </a:lnTo>
                  <a:lnTo>
                    <a:pt x="927330" y="518762"/>
                  </a:lnTo>
                  <a:lnTo>
                    <a:pt x="928333" y="509250"/>
                  </a:lnTo>
                  <a:lnTo>
                    <a:pt x="929838" y="498223"/>
                  </a:lnTo>
                  <a:lnTo>
                    <a:pt x="930841" y="520263"/>
                  </a:lnTo>
                  <a:lnTo>
                    <a:pt x="931843" y="487709"/>
                  </a:lnTo>
                  <a:lnTo>
                    <a:pt x="933348" y="505245"/>
                  </a:lnTo>
                  <a:lnTo>
                    <a:pt x="934351" y="499224"/>
                  </a:lnTo>
                  <a:lnTo>
                    <a:pt x="935354" y="495719"/>
                  </a:lnTo>
                  <a:lnTo>
                    <a:pt x="936858" y="543292"/>
                  </a:lnTo>
                  <a:lnTo>
                    <a:pt x="937861" y="502241"/>
                  </a:lnTo>
                  <a:lnTo>
                    <a:pt x="938864" y="517760"/>
                  </a:lnTo>
                  <a:lnTo>
                    <a:pt x="939867" y="522266"/>
                  </a:lnTo>
                  <a:lnTo>
                    <a:pt x="941371" y="498223"/>
                  </a:lnTo>
                  <a:lnTo>
                    <a:pt x="942374" y="502241"/>
                  </a:lnTo>
                  <a:lnTo>
                    <a:pt x="943377" y="506246"/>
                  </a:lnTo>
                  <a:lnTo>
                    <a:pt x="944881" y="517760"/>
                  </a:lnTo>
                  <a:lnTo>
                    <a:pt x="945884" y="517760"/>
                  </a:lnTo>
                  <a:lnTo>
                    <a:pt x="946887" y="507247"/>
                  </a:lnTo>
                  <a:lnTo>
                    <a:pt x="948391" y="503242"/>
                  </a:lnTo>
                  <a:lnTo>
                    <a:pt x="949394" y="504243"/>
                  </a:lnTo>
                  <a:lnTo>
                    <a:pt x="950397" y="511753"/>
                  </a:lnTo>
                  <a:lnTo>
                    <a:pt x="951901" y="512754"/>
                  </a:lnTo>
                  <a:lnTo>
                    <a:pt x="952904" y="496220"/>
                  </a:lnTo>
                  <a:lnTo>
                    <a:pt x="953907" y="520263"/>
                  </a:lnTo>
                  <a:lnTo>
                    <a:pt x="954910" y="495719"/>
                  </a:lnTo>
                  <a:lnTo>
                    <a:pt x="956428" y="501240"/>
                  </a:lnTo>
                  <a:lnTo>
                    <a:pt x="957431" y="494718"/>
                  </a:lnTo>
                  <a:lnTo>
                    <a:pt x="958434" y="506246"/>
                  </a:lnTo>
                  <a:lnTo>
                    <a:pt x="959938" y="508248"/>
                  </a:lnTo>
                  <a:lnTo>
                    <a:pt x="960941" y="502241"/>
                  </a:lnTo>
                  <a:lnTo>
                    <a:pt x="961944" y="502241"/>
                  </a:lnTo>
                  <a:lnTo>
                    <a:pt x="963448" y="501240"/>
                  </a:lnTo>
                  <a:lnTo>
                    <a:pt x="964451" y="498223"/>
                  </a:lnTo>
                  <a:lnTo>
                    <a:pt x="965454" y="526772"/>
                  </a:lnTo>
                  <a:lnTo>
                    <a:pt x="966958" y="492716"/>
                  </a:lnTo>
                  <a:lnTo>
                    <a:pt x="967961" y="546797"/>
                  </a:lnTo>
                  <a:lnTo>
                    <a:pt x="968964" y="537285"/>
                  </a:lnTo>
                  <a:lnTo>
                    <a:pt x="969967" y="527773"/>
                  </a:lnTo>
                  <a:lnTo>
                    <a:pt x="971471" y="531277"/>
                  </a:lnTo>
                  <a:lnTo>
                    <a:pt x="972474" y="541790"/>
                  </a:lnTo>
                  <a:lnTo>
                    <a:pt x="973477" y="525770"/>
                  </a:lnTo>
                  <a:lnTo>
                    <a:pt x="974982" y="502241"/>
                  </a:lnTo>
                  <a:lnTo>
                    <a:pt x="975985" y="517760"/>
                  </a:lnTo>
                  <a:lnTo>
                    <a:pt x="976987" y="532278"/>
                  </a:lnTo>
                  <a:lnTo>
                    <a:pt x="978492" y="532278"/>
                  </a:lnTo>
                  <a:lnTo>
                    <a:pt x="979495" y="506246"/>
                  </a:lnTo>
                  <a:lnTo>
                    <a:pt x="980498" y="487709"/>
                  </a:lnTo>
                  <a:lnTo>
                    <a:pt x="982002" y="483204"/>
                  </a:lnTo>
                  <a:lnTo>
                    <a:pt x="983005" y="497221"/>
                  </a:lnTo>
                  <a:lnTo>
                    <a:pt x="984008" y="510251"/>
                  </a:lnTo>
                  <a:lnTo>
                    <a:pt x="985011" y="505245"/>
                  </a:lnTo>
                  <a:lnTo>
                    <a:pt x="986515" y="498223"/>
                  </a:lnTo>
                  <a:lnTo>
                    <a:pt x="987518" y="487209"/>
                  </a:lnTo>
                  <a:lnTo>
                    <a:pt x="988521" y="510251"/>
                  </a:lnTo>
                  <a:lnTo>
                    <a:pt x="990025" y="511753"/>
                  </a:lnTo>
                  <a:lnTo>
                    <a:pt x="991028" y="514757"/>
                  </a:lnTo>
                  <a:lnTo>
                    <a:pt x="992031" y="496220"/>
                  </a:lnTo>
                  <a:lnTo>
                    <a:pt x="993535" y="496220"/>
                  </a:lnTo>
                  <a:lnTo>
                    <a:pt x="994538" y="522266"/>
                  </a:lnTo>
                  <a:lnTo>
                    <a:pt x="995541" y="520263"/>
                  </a:lnTo>
                  <a:lnTo>
                    <a:pt x="997045" y="490713"/>
                  </a:lnTo>
                  <a:lnTo>
                    <a:pt x="998048" y="480701"/>
                  </a:lnTo>
                  <a:lnTo>
                    <a:pt x="999051" y="499224"/>
                  </a:lnTo>
                  <a:lnTo>
                    <a:pt x="1000054" y="518762"/>
                  </a:lnTo>
                  <a:lnTo>
                    <a:pt x="1001559" y="534782"/>
                  </a:lnTo>
                  <a:lnTo>
                    <a:pt x="1002561" y="530276"/>
                  </a:lnTo>
                  <a:lnTo>
                    <a:pt x="1003564" y="476195"/>
                  </a:lnTo>
                  <a:lnTo>
                    <a:pt x="1005069" y="500225"/>
                  </a:lnTo>
                  <a:lnTo>
                    <a:pt x="1006072" y="523267"/>
                  </a:lnTo>
                  <a:lnTo>
                    <a:pt x="1007074" y="507247"/>
                  </a:lnTo>
                  <a:lnTo>
                    <a:pt x="1008579" y="526772"/>
                  </a:lnTo>
                  <a:lnTo>
                    <a:pt x="1009582" y="501240"/>
                  </a:lnTo>
                  <a:lnTo>
                    <a:pt x="1010585" y="522266"/>
                  </a:lnTo>
                  <a:lnTo>
                    <a:pt x="1012089" y="500225"/>
                  </a:lnTo>
                  <a:lnTo>
                    <a:pt x="1013092" y="496220"/>
                  </a:lnTo>
                  <a:lnTo>
                    <a:pt x="1014095" y="487209"/>
                  </a:lnTo>
                  <a:lnTo>
                    <a:pt x="1015098" y="527773"/>
                  </a:lnTo>
                  <a:lnTo>
                    <a:pt x="1016602" y="490713"/>
                  </a:lnTo>
                  <a:lnTo>
                    <a:pt x="1017605" y="486208"/>
                  </a:lnTo>
                  <a:lnTo>
                    <a:pt x="1018608" y="503242"/>
                  </a:lnTo>
                  <a:lnTo>
                    <a:pt x="1020112" y="501240"/>
                  </a:lnTo>
                  <a:lnTo>
                    <a:pt x="1021115" y="502241"/>
                  </a:lnTo>
                  <a:lnTo>
                    <a:pt x="1022118" y="534782"/>
                  </a:lnTo>
                  <a:lnTo>
                    <a:pt x="1023622" y="509250"/>
                  </a:lnTo>
                  <a:lnTo>
                    <a:pt x="1024625" y="486208"/>
                  </a:lnTo>
                  <a:lnTo>
                    <a:pt x="1025628" y="491714"/>
                  </a:lnTo>
                  <a:lnTo>
                    <a:pt x="1027133" y="491714"/>
                  </a:lnTo>
                  <a:lnTo>
                    <a:pt x="1028135" y="459674"/>
                  </a:lnTo>
                  <a:lnTo>
                    <a:pt x="1029138" y="479699"/>
                  </a:lnTo>
                  <a:lnTo>
                    <a:pt x="1030141" y="467184"/>
                  </a:lnTo>
                  <a:lnTo>
                    <a:pt x="1031646" y="438648"/>
                  </a:lnTo>
                  <a:lnTo>
                    <a:pt x="1032649" y="430137"/>
                  </a:lnTo>
                  <a:lnTo>
                    <a:pt x="1033651" y="415599"/>
                  </a:lnTo>
                  <a:lnTo>
                    <a:pt x="1035156" y="414598"/>
                  </a:lnTo>
                  <a:lnTo>
                    <a:pt x="1036159" y="389567"/>
                  </a:lnTo>
                  <a:lnTo>
                    <a:pt x="1037162" y="362533"/>
                  </a:lnTo>
                  <a:lnTo>
                    <a:pt x="1038666" y="363033"/>
                  </a:lnTo>
                  <a:lnTo>
                    <a:pt x="1039669" y="350017"/>
                  </a:lnTo>
                  <a:lnTo>
                    <a:pt x="1040672" y="345512"/>
                  </a:lnTo>
                  <a:lnTo>
                    <a:pt x="1042176" y="346513"/>
                  </a:lnTo>
                  <a:lnTo>
                    <a:pt x="1043179" y="330980"/>
                  </a:lnTo>
                  <a:lnTo>
                    <a:pt x="1044182" y="296937"/>
                  </a:lnTo>
                  <a:lnTo>
                    <a:pt x="1045686" y="304447"/>
                  </a:lnTo>
                  <a:lnTo>
                    <a:pt x="1046689" y="289428"/>
                  </a:lnTo>
                  <a:lnTo>
                    <a:pt x="1047692" y="276912"/>
                  </a:lnTo>
                  <a:lnTo>
                    <a:pt x="1048695" y="294434"/>
                  </a:lnTo>
                  <a:lnTo>
                    <a:pt x="1050199" y="267901"/>
                  </a:lnTo>
                  <a:lnTo>
                    <a:pt x="1051202" y="274910"/>
                  </a:lnTo>
                  <a:lnTo>
                    <a:pt x="1052205" y="257869"/>
                  </a:lnTo>
                  <a:lnTo>
                    <a:pt x="1053709" y="251360"/>
                  </a:lnTo>
                  <a:lnTo>
                    <a:pt x="1054712" y="260892"/>
                  </a:lnTo>
                  <a:lnTo>
                    <a:pt x="1055715" y="253864"/>
                  </a:lnTo>
                  <a:lnTo>
                    <a:pt x="1057220" y="256867"/>
                  </a:lnTo>
                  <a:lnTo>
                    <a:pt x="1058223" y="248357"/>
                  </a:lnTo>
                  <a:lnTo>
                    <a:pt x="1059225" y="258870"/>
                  </a:lnTo>
                  <a:lnTo>
                    <a:pt x="1060730" y="248857"/>
                  </a:lnTo>
                  <a:lnTo>
                    <a:pt x="1061733" y="260892"/>
                  </a:lnTo>
                  <a:lnTo>
                    <a:pt x="1062756" y="268402"/>
                  </a:lnTo>
                  <a:lnTo>
                    <a:pt x="1063759" y="282419"/>
                  </a:lnTo>
                  <a:lnTo>
                    <a:pt x="1065263" y="285423"/>
                  </a:lnTo>
                  <a:lnTo>
                    <a:pt x="1066266" y="292432"/>
                  </a:lnTo>
                  <a:lnTo>
                    <a:pt x="1067269" y="296437"/>
                  </a:lnTo>
                  <a:lnTo>
                    <a:pt x="1068773" y="299941"/>
                  </a:lnTo>
                  <a:lnTo>
                    <a:pt x="1069776" y="321969"/>
                  </a:lnTo>
                  <a:lnTo>
                    <a:pt x="1070779" y="325473"/>
                  </a:lnTo>
                  <a:lnTo>
                    <a:pt x="1072283" y="339491"/>
                  </a:lnTo>
                  <a:lnTo>
                    <a:pt x="1073286" y="341507"/>
                  </a:lnTo>
                  <a:lnTo>
                    <a:pt x="1074289" y="369041"/>
                  </a:lnTo>
                  <a:lnTo>
                    <a:pt x="1075793" y="379554"/>
                  </a:lnTo>
                  <a:lnTo>
                    <a:pt x="1076796" y="393572"/>
                  </a:lnTo>
                  <a:lnTo>
                    <a:pt x="1077799" y="401582"/>
                  </a:lnTo>
                  <a:lnTo>
                    <a:pt x="1078802" y="428636"/>
                  </a:lnTo>
                  <a:lnTo>
                    <a:pt x="1080306" y="418102"/>
                  </a:lnTo>
                  <a:lnTo>
                    <a:pt x="1081309" y="441652"/>
                  </a:lnTo>
                  <a:lnTo>
                    <a:pt x="1082312" y="433642"/>
                  </a:lnTo>
                  <a:lnTo>
                    <a:pt x="1083817" y="479699"/>
                  </a:lnTo>
                  <a:lnTo>
                    <a:pt x="1084820" y="461176"/>
                  </a:lnTo>
                  <a:lnTo>
                    <a:pt x="1085822" y="478197"/>
                  </a:lnTo>
                  <a:lnTo>
                    <a:pt x="1087327" y="500225"/>
                  </a:lnTo>
                  <a:lnTo>
                    <a:pt x="1088330" y="507247"/>
                  </a:lnTo>
                  <a:lnTo>
                    <a:pt x="1089333" y="489712"/>
                  </a:lnTo>
                  <a:lnTo>
                    <a:pt x="1090837" y="523267"/>
                  </a:lnTo>
                  <a:lnTo>
                    <a:pt x="1091840" y="500225"/>
                  </a:lnTo>
                  <a:lnTo>
                    <a:pt x="1092843" y="501240"/>
                  </a:lnTo>
                  <a:lnTo>
                    <a:pt x="1093846" y="507247"/>
                  </a:lnTo>
                  <a:lnTo>
                    <a:pt x="1095350" y="524268"/>
                  </a:lnTo>
                  <a:lnTo>
                    <a:pt x="1096353" y="498223"/>
                  </a:lnTo>
                  <a:lnTo>
                    <a:pt x="1097356" y="521265"/>
                  </a:lnTo>
                  <a:lnTo>
                    <a:pt x="1098860" y="535783"/>
                  </a:lnTo>
                  <a:lnTo>
                    <a:pt x="1099863" y="521265"/>
                  </a:lnTo>
                  <a:lnTo>
                    <a:pt x="1100866" y="546797"/>
                  </a:lnTo>
                  <a:lnTo>
                    <a:pt x="1102370" y="538286"/>
                  </a:lnTo>
                  <a:lnTo>
                    <a:pt x="1103373" y="501240"/>
                  </a:lnTo>
                  <a:lnTo>
                    <a:pt x="1104376" y="551803"/>
                  </a:lnTo>
                  <a:lnTo>
                    <a:pt x="1105880" y="520263"/>
                  </a:lnTo>
                  <a:lnTo>
                    <a:pt x="1106883" y="576834"/>
                  </a:lnTo>
                  <a:lnTo>
                    <a:pt x="1107886" y="534782"/>
                  </a:lnTo>
                  <a:lnTo>
                    <a:pt x="1108889" y="532278"/>
                  </a:lnTo>
                  <a:lnTo>
                    <a:pt x="1110394" y="511753"/>
                  </a:lnTo>
                  <a:lnTo>
                    <a:pt x="1111396" y="532278"/>
                  </a:lnTo>
                  <a:lnTo>
                    <a:pt x="1112399" y="534782"/>
                  </a:lnTo>
                  <a:lnTo>
                    <a:pt x="1113904" y="526772"/>
                  </a:lnTo>
                  <a:lnTo>
                    <a:pt x="1114907" y="518762"/>
                  </a:lnTo>
                  <a:lnTo>
                    <a:pt x="1115910" y="565320"/>
                  </a:lnTo>
                  <a:lnTo>
                    <a:pt x="1117414" y="555808"/>
                  </a:lnTo>
                  <a:lnTo>
                    <a:pt x="1118417" y="520263"/>
                  </a:lnTo>
                  <a:lnTo>
                    <a:pt x="1119420" y="526772"/>
                  </a:lnTo>
                  <a:lnTo>
                    <a:pt x="1120924" y="523267"/>
                  </a:lnTo>
                  <a:lnTo>
                    <a:pt x="1121927" y="539788"/>
                  </a:lnTo>
                  <a:lnTo>
                    <a:pt x="1122930" y="507247"/>
                  </a:lnTo>
                  <a:lnTo>
                    <a:pt x="1123933" y="530276"/>
                  </a:lnTo>
                  <a:lnTo>
                    <a:pt x="1125437" y="522266"/>
                  </a:lnTo>
                  <a:lnTo>
                    <a:pt x="1126440" y="549300"/>
                  </a:lnTo>
                  <a:lnTo>
                    <a:pt x="1127443" y="550802"/>
                  </a:lnTo>
                  <a:lnTo>
                    <a:pt x="1128947" y="514757"/>
                  </a:lnTo>
                  <a:lnTo>
                    <a:pt x="1129950" y="535783"/>
                  </a:lnTo>
                  <a:lnTo>
                    <a:pt x="1130953" y="517760"/>
                  </a:lnTo>
                  <a:lnTo>
                    <a:pt x="1132457" y="511753"/>
                  </a:lnTo>
                  <a:lnTo>
                    <a:pt x="1133460" y="500225"/>
                  </a:lnTo>
                  <a:lnTo>
                    <a:pt x="1134463" y="490713"/>
                  </a:lnTo>
                  <a:lnTo>
                    <a:pt x="1135968" y="483204"/>
                  </a:lnTo>
                  <a:lnTo>
                    <a:pt x="1136970" y="458673"/>
                  </a:lnTo>
                  <a:lnTo>
                    <a:pt x="1137973" y="470187"/>
                  </a:lnTo>
                  <a:lnTo>
                    <a:pt x="1138976" y="430638"/>
                  </a:lnTo>
                  <a:lnTo>
                    <a:pt x="1140481" y="430137"/>
                  </a:lnTo>
                  <a:lnTo>
                    <a:pt x="1141484" y="401081"/>
                  </a:lnTo>
                  <a:lnTo>
                    <a:pt x="1142486" y="393572"/>
                  </a:lnTo>
                  <a:lnTo>
                    <a:pt x="1143991" y="395074"/>
                  </a:lnTo>
                  <a:lnTo>
                    <a:pt x="1144994" y="367038"/>
                  </a:lnTo>
                  <a:lnTo>
                    <a:pt x="1145997" y="376050"/>
                  </a:lnTo>
                  <a:lnTo>
                    <a:pt x="1147501" y="370042"/>
                  </a:lnTo>
                  <a:lnTo>
                    <a:pt x="1148504" y="344010"/>
                  </a:lnTo>
                  <a:lnTo>
                    <a:pt x="1149507" y="346012"/>
                  </a:lnTo>
                  <a:lnTo>
                    <a:pt x="1151011" y="350017"/>
                  </a:lnTo>
                  <a:lnTo>
                    <a:pt x="1152014" y="342007"/>
                  </a:lnTo>
                  <a:lnTo>
                    <a:pt x="1153017" y="337989"/>
                  </a:lnTo>
                  <a:lnTo>
                    <a:pt x="1154020" y="336487"/>
                  </a:lnTo>
                  <a:lnTo>
                    <a:pt x="1155524" y="318464"/>
                  </a:lnTo>
                  <a:lnTo>
                    <a:pt x="1156527" y="336487"/>
                  </a:lnTo>
                  <a:lnTo>
                    <a:pt x="1157530" y="340505"/>
                  </a:lnTo>
                  <a:lnTo>
                    <a:pt x="1159034" y="354022"/>
                  </a:lnTo>
                  <a:lnTo>
                    <a:pt x="1160037" y="358528"/>
                  </a:lnTo>
                  <a:lnTo>
                    <a:pt x="1161040" y="363534"/>
                  </a:lnTo>
                  <a:lnTo>
                    <a:pt x="1162544" y="383559"/>
                  </a:lnTo>
                  <a:lnTo>
                    <a:pt x="1163547" y="395074"/>
                  </a:lnTo>
                  <a:lnTo>
                    <a:pt x="1164550" y="402082"/>
                  </a:lnTo>
                  <a:lnTo>
                    <a:pt x="1166055" y="405086"/>
                  </a:lnTo>
                  <a:lnTo>
                    <a:pt x="1167058" y="433642"/>
                  </a:lnTo>
                  <a:lnTo>
                    <a:pt x="1168060" y="419104"/>
                  </a:lnTo>
                  <a:lnTo>
                    <a:pt x="1169578" y="456671"/>
                  </a:lnTo>
                  <a:lnTo>
                    <a:pt x="1170581" y="455169"/>
                  </a:lnTo>
                  <a:lnTo>
                    <a:pt x="1171584" y="498223"/>
                  </a:lnTo>
                  <a:lnTo>
                    <a:pt x="1172587" y="497221"/>
                  </a:lnTo>
                  <a:lnTo>
                    <a:pt x="1174091" y="524268"/>
                  </a:lnTo>
                  <a:lnTo>
                    <a:pt x="1175094" y="549300"/>
                  </a:lnTo>
                  <a:lnTo>
                    <a:pt x="1176097" y="528774"/>
                  </a:lnTo>
                  <a:lnTo>
                    <a:pt x="1177601" y="518762"/>
                  </a:lnTo>
                  <a:lnTo>
                    <a:pt x="1178604" y="557310"/>
                  </a:lnTo>
                  <a:lnTo>
                    <a:pt x="1179607" y="561315"/>
                  </a:lnTo>
                  <a:lnTo>
                    <a:pt x="1181112" y="540789"/>
                  </a:lnTo>
                  <a:lnTo>
                    <a:pt x="1182114" y="540789"/>
                  </a:lnTo>
                  <a:lnTo>
                    <a:pt x="1183117" y="549300"/>
                  </a:lnTo>
                  <a:lnTo>
                    <a:pt x="1184622" y="554807"/>
                  </a:lnTo>
                  <a:lnTo>
                    <a:pt x="1185625" y="514757"/>
                  </a:lnTo>
                  <a:lnTo>
                    <a:pt x="1186628" y="549300"/>
                  </a:lnTo>
                  <a:lnTo>
                    <a:pt x="1187630" y="551803"/>
                  </a:lnTo>
                  <a:lnTo>
                    <a:pt x="1189135" y="548298"/>
                  </a:lnTo>
                  <a:lnTo>
                    <a:pt x="1190138" y="562817"/>
                  </a:lnTo>
                  <a:lnTo>
                    <a:pt x="1191141" y="534782"/>
                  </a:lnTo>
                  <a:lnTo>
                    <a:pt x="1192645" y="539788"/>
                  </a:lnTo>
                  <a:lnTo>
                    <a:pt x="1193648" y="573830"/>
                  </a:lnTo>
                  <a:lnTo>
                    <a:pt x="1194651" y="565320"/>
                  </a:lnTo>
                  <a:lnTo>
                    <a:pt x="1196155" y="558812"/>
                  </a:lnTo>
                  <a:lnTo>
                    <a:pt x="1197158" y="548298"/>
                  </a:lnTo>
                  <a:lnTo>
                    <a:pt x="1198161" y="561315"/>
                  </a:lnTo>
                  <a:lnTo>
                    <a:pt x="1199665" y="539788"/>
                  </a:lnTo>
                  <a:lnTo>
                    <a:pt x="1200668" y="561315"/>
                  </a:lnTo>
                  <a:lnTo>
                    <a:pt x="1201671" y="610396"/>
                  </a:lnTo>
                  <a:lnTo>
                    <a:pt x="1202674" y="575332"/>
                  </a:lnTo>
                  <a:lnTo>
                    <a:pt x="1204178" y="545795"/>
                  </a:lnTo>
                  <a:lnTo>
                    <a:pt x="1205181" y="572329"/>
                  </a:lnTo>
                  <a:lnTo>
                    <a:pt x="1206184" y="534782"/>
                  </a:lnTo>
                  <a:lnTo>
                    <a:pt x="1207689" y="581360"/>
                  </a:lnTo>
                  <a:lnTo>
                    <a:pt x="1208691" y="558812"/>
                  </a:lnTo>
                  <a:lnTo>
                    <a:pt x="1209694" y="573830"/>
                  </a:lnTo>
                  <a:lnTo>
                    <a:pt x="1211199" y="541790"/>
                  </a:lnTo>
                  <a:lnTo>
                    <a:pt x="1212202" y="554807"/>
                  </a:lnTo>
                  <a:lnTo>
                    <a:pt x="1213204" y="568324"/>
                  </a:lnTo>
                  <a:lnTo>
                    <a:pt x="1214709" y="578336"/>
                  </a:lnTo>
                  <a:lnTo>
                    <a:pt x="1215712" y="606892"/>
                  </a:lnTo>
                  <a:lnTo>
                    <a:pt x="1216715" y="562817"/>
                  </a:lnTo>
                  <a:lnTo>
                    <a:pt x="1217718" y="562817"/>
                  </a:lnTo>
                  <a:lnTo>
                    <a:pt x="1219222" y="570827"/>
                  </a:lnTo>
                  <a:lnTo>
                    <a:pt x="1220225" y="598381"/>
                  </a:lnTo>
                  <a:lnTo>
                    <a:pt x="1221228" y="555808"/>
                  </a:lnTo>
                  <a:lnTo>
                    <a:pt x="1222732" y="566822"/>
                  </a:lnTo>
                  <a:lnTo>
                    <a:pt x="1223735" y="568324"/>
                  </a:lnTo>
                  <a:lnTo>
                    <a:pt x="1224738" y="572329"/>
                  </a:lnTo>
                  <a:lnTo>
                    <a:pt x="1226242" y="572329"/>
                  </a:lnTo>
                  <a:lnTo>
                    <a:pt x="1227245" y="582862"/>
                  </a:lnTo>
                  <a:lnTo>
                    <a:pt x="1228248" y="595377"/>
                  </a:lnTo>
                  <a:lnTo>
                    <a:pt x="1229752" y="584364"/>
                  </a:lnTo>
                  <a:lnTo>
                    <a:pt x="1230755" y="540789"/>
                  </a:lnTo>
                  <a:lnTo>
                    <a:pt x="1231758" y="568324"/>
                  </a:lnTo>
                  <a:lnTo>
                    <a:pt x="1232761" y="557310"/>
                  </a:lnTo>
                  <a:lnTo>
                    <a:pt x="1234265" y="540789"/>
                  </a:lnTo>
                  <a:lnTo>
                    <a:pt x="1235268" y="566822"/>
                  </a:lnTo>
                  <a:lnTo>
                    <a:pt x="1236271" y="578336"/>
                  </a:lnTo>
                  <a:lnTo>
                    <a:pt x="1237776" y="554807"/>
                  </a:lnTo>
                  <a:lnTo>
                    <a:pt x="1238779" y="543292"/>
                  </a:lnTo>
                  <a:lnTo>
                    <a:pt x="1239781" y="572329"/>
                  </a:lnTo>
                  <a:lnTo>
                    <a:pt x="1241286" y="570827"/>
                  </a:lnTo>
                  <a:lnTo>
                    <a:pt x="1242289" y="572329"/>
                  </a:lnTo>
                  <a:lnTo>
                    <a:pt x="1243292" y="546797"/>
                  </a:lnTo>
                  <a:lnTo>
                    <a:pt x="1244796" y="582862"/>
                  </a:lnTo>
                  <a:lnTo>
                    <a:pt x="1245799" y="585865"/>
                  </a:lnTo>
                  <a:lnTo>
                    <a:pt x="1246802" y="606892"/>
                  </a:lnTo>
                  <a:lnTo>
                    <a:pt x="1247805" y="608394"/>
                  </a:lnTo>
                  <a:lnTo>
                    <a:pt x="1249309" y="587367"/>
                  </a:lnTo>
                  <a:lnTo>
                    <a:pt x="1250312" y="554807"/>
                  </a:lnTo>
                  <a:lnTo>
                    <a:pt x="1251315" y="576834"/>
                  </a:lnTo>
                  <a:lnTo>
                    <a:pt x="1252819" y="581360"/>
                  </a:lnTo>
                  <a:lnTo>
                    <a:pt x="1253822" y="585865"/>
                  </a:lnTo>
                  <a:lnTo>
                    <a:pt x="1254825" y="573830"/>
                  </a:lnTo>
                  <a:lnTo>
                    <a:pt x="1256329" y="584364"/>
                  </a:lnTo>
                  <a:lnTo>
                    <a:pt x="1257332" y="588869"/>
                  </a:lnTo>
                  <a:lnTo>
                    <a:pt x="1258335" y="558812"/>
                  </a:lnTo>
                  <a:lnTo>
                    <a:pt x="1259839" y="572329"/>
                  </a:lnTo>
                  <a:lnTo>
                    <a:pt x="1260842" y="579838"/>
                  </a:lnTo>
                  <a:lnTo>
                    <a:pt x="1261845" y="546797"/>
                  </a:lnTo>
                  <a:lnTo>
                    <a:pt x="1262848" y="582862"/>
                  </a:lnTo>
                  <a:lnTo>
                    <a:pt x="1264353" y="605390"/>
                  </a:lnTo>
                  <a:lnTo>
                    <a:pt x="1265355" y="578336"/>
                  </a:lnTo>
                  <a:lnTo>
                    <a:pt x="1266358" y="578336"/>
                  </a:lnTo>
                  <a:lnTo>
                    <a:pt x="1267863" y="603387"/>
                  </a:lnTo>
                  <a:lnTo>
                    <a:pt x="1268866" y="596879"/>
                  </a:lnTo>
                  <a:lnTo>
                    <a:pt x="1269868" y="566822"/>
                  </a:lnTo>
                  <a:lnTo>
                    <a:pt x="1271373" y="565320"/>
                  </a:lnTo>
                  <a:lnTo>
                    <a:pt x="1272376" y="569825"/>
                  </a:lnTo>
                  <a:lnTo>
                    <a:pt x="1273379" y="587367"/>
                  </a:lnTo>
                  <a:lnTo>
                    <a:pt x="1274903" y="588869"/>
                  </a:lnTo>
                  <a:lnTo>
                    <a:pt x="1275906" y="559813"/>
                  </a:lnTo>
                  <a:lnTo>
                    <a:pt x="1276909" y="598381"/>
                  </a:lnTo>
                  <a:lnTo>
                    <a:pt x="1277912" y="545795"/>
                  </a:lnTo>
                  <a:lnTo>
                    <a:pt x="1279416" y="554807"/>
                  </a:lnTo>
                  <a:lnTo>
                    <a:pt x="1280419" y="573830"/>
                  </a:lnTo>
                  <a:lnTo>
                    <a:pt x="1281422" y="581360"/>
                  </a:lnTo>
                  <a:lnTo>
                    <a:pt x="1282926" y="570827"/>
                  </a:lnTo>
                  <a:lnTo>
                    <a:pt x="1283929" y="588869"/>
                  </a:lnTo>
                  <a:lnTo>
                    <a:pt x="1284932" y="588869"/>
                  </a:lnTo>
                  <a:lnTo>
                    <a:pt x="1286436" y="603387"/>
                  </a:lnTo>
                  <a:lnTo>
                    <a:pt x="1287439" y="603387"/>
                  </a:lnTo>
                  <a:lnTo>
                    <a:pt x="1288442" y="585865"/>
                  </a:lnTo>
                  <a:lnTo>
                    <a:pt x="1289947" y="588869"/>
                  </a:lnTo>
                  <a:lnTo>
                    <a:pt x="1290950" y="595377"/>
                  </a:lnTo>
                  <a:lnTo>
                    <a:pt x="1291952" y="572329"/>
                  </a:lnTo>
                  <a:lnTo>
                    <a:pt x="1293457" y="558812"/>
                  </a:lnTo>
                  <a:lnTo>
                    <a:pt x="1294460" y="545795"/>
                  </a:lnTo>
                  <a:lnTo>
                    <a:pt x="1295463" y="578336"/>
                  </a:lnTo>
                  <a:lnTo>
                    <a:pt x="1296465" y="549300"/>
                  </a:lnTo>
                  <a:lnTo>
                    <a:pt x="1297970" y="573830"/>
                  </a:lnTo>
                  <a:lnTo>
                    <a:pt x="1298973" y="596879"/>
                  </a:lnTo>
                  <a:lnTo>
                    <a:pt x="1299976" y="578336"/>
                  </a:lnTo>
                  <a:lnTo>
                    <a:pt x="1301480" y="579838"/>
                  </a:lnTo>
                  <a:lnTo>
                    <a:pt x="1302483" y="585865"/>
                  </a:lnTo>
                  <a:lnTo>
                    <a:pt x="1303486" y="591873"/>
                  </a:lnTo>
                  <a:lnTo>
                    <a:pt x="1304990" y="601885"/>
                  </a:lnTo>
                  <a:lnTo>
                    <a:pt x="1305993" y="593875"/>
                  </a:lnTo>
                  <a:lnTo>
                    <a:pt x="1306996" y="584364"/>
                  </a:lnTo>
                  <a:lnTo>
                    <a:pt x="1308500" y="538286"/>
                  </a:lnTo>
                  <a:lnTo>
                    <a:pt x="1309503" y="570827"/>
                  </a:lnTo>
                  <a:lnTo>
                    <a:pt x="1310506" y="563818"/>
                  </a:lnTo>
                  <a:lnTo>
                    <a:pt x="1311509" y="610396"/>
                  </a:lnTo>
                  <a:lnTo>
                    <a:pt x="1313013" y="585865"/>
                  </a:lnTo>
                  <a:lnTo>
                    <a:pt x="1314016" y="598381"/>
                  </a:lnTo>
                  <a:lnTo>
                    <a:pt x="1315019" y="603387"/>
                  </a:lnTo>
                  <a:lnTo>
                    <a:pt x="1316524" y="601885"/>
                  </a:lnTo>
                  <a:lnTo>
                    <a:pt x="1317526" y="596879"/>
                  </a:lnTo>
                  <a:lnTo>
                    <a:pt x="1318529" y="582862"/>
                  </a:lnTo>
                  <a:lnTo>
                    <a:pt x="1320034" y="576834"/>
                  </a:lnTo>
                  <a:lnTo>
                    <a:pt x="1321037" y="611898"/>
                  </a:lnTo>
                  <a:lnTo>
                    <a:pt x="1322040" y="603387"/>
                  </a:lnTo>
                  <a:lnTo>
                    <a:pt x="1323544" y="601885"/>
                  </a:lnTo>
                  <a:lnTo>
                    <a:pt x="1324547" y="598381"/>
                  </a:lnTo>
                  <a:lnTo>
                    <a:pt x="1325550" y="578336"/>
                  </a:lnTo>
                  <a:lnTo>
                    <a:pt x="1326553" y="596879"/>
                  </a:lnTo>
                  <a:lnTo>
                    <a:pt x="1328057" y="613901"/>
                  </a:lnTo>
                  <a:lnTo>
                    <a:pt x="1329060" y="588869"/>
                  </a:lnTo>
                  <a:lnTo>
                    <a:pt x="1330063" y="565320"/>
                  </a:lnTo>
                  <a:lnTo>
                    <a:pt x="1331567" y="620909"/>
                  </a:lnTo>
                  <a:lnTo>
                    <a:pt x="1332570" y="575332"/>
                  </a:lnTo>
                  <a:lnTo>
                    <a:pt x="1333573" y="578336"/>
                  </a:lnTo>
                  <a:lnTo>
                    <a:pt x="1335077" y="575332"/>
                  </a:lnTo>
                  <a:lnTo>
                    <a:pt x="1336080" y="572329"/>
                  </a:lnTo>
                  <a:lnTo>
                    <a:pt x="1337083" y="595377"/>
                  </a:lnTo>
                  <a:lnTo>
                    <a:pt x="1338587" y="559813"/>
                  </a:lnTo>
                  <a:lnTo>
                    <a:pt x="1339590" y="569825"/>
                  </a:lnTo>
                  <a:lnTo>
                    <a:pt x="1340593" y="570827"/>
                  </a:lnTo>
                  <a:lnTo>
                    <a:pt x="1341596" y="582862"/>
                  </a:lnTo>
                  <a:lnTo>
                    <a:pt x="1343100" y="555808"/>
                  </a:lnTo>
                  <a:lnTo>
                    <a:pt x="1344103" y="576834"/>
                  </a:lnTo>
                  <a:lnTo>
                    <a:pt x="1345106" y="588869"/>
                  </a:lnTo>
                  <a:lnTo>
                    <a:pt x="1346611" y="559813"/>
                  </a:lnTo>
                  <a:lnTo>
                    <a:pt x="1347614" y="549300"/>
                  </a:lnTo>
                  <a:lnTo>
                    <a:pt x="1348616" y="595377"/>
                  </a:lnTo>
                  <a:lnTo>
                    <a:pt x="1350121" y="570827"/>
                  </a:lnTo>
                  <a:lnTo>
                    <a:pt x="1351124" y="582862"/>
                  </a:lnTo>
                  <a:lnTo>
                    <a:pt x="1352127" y="565320"/>
                  </a:lnTo>
                  <a:lnTo>
                    <a:pt x="1353631" y="578336"/>
                  </a:lnTo>
                  <a:lnTo>
                    <a:pt x="1354634" y="593875"/>
                  </a:lnTo>
                  <a:lnTo>
                    <a:pt x="1355637" y="591873"/>
                  </a:lnTo>
                  <a:lnTo>
                    <a:pt x="1356640" y="573830"/>
                  </a:lnTo>
                  <a:lnTo>
                    <a:pt x="1358144" y="548298"/>
                  </a:lnTo>
                  <a:lnTo>
                    <a:pt x="1359147" y="582862"/>
                  </a:lnTo>
                  <a:lnTo>
                    <a:pt x="1360150" y="605390"/>
                  </a:lnTo>
                  <a:lnTo>
                    <a:pt x="1361654" y="581360"/>
                  </a:lnTo>
                  <a:lnTo>
                    <a:pt x="1362657" y="572329"/>
                  </a:lnTo>
                  <a:lnTo>
                    <a:pt x="1363660" y="581360"/>
                  </a:lnTo>
                  <a:lnTo>
                    <a:pt x="1365164" y="551803"/>
                  </a:lnTo>
                  <a:lnTo>
                    <a:pt x="1366167" y="572329"/>
                  </a:lnTo>
                  <a:lnTo>
                    <a:pt x="1367170" y="591873"/>
                  </a:lnTo>
                  <a:lnTo>
                    <a:pt x="1368674" y="590371"/>
                  </a:lnTo>
                  <a:lnTo>
                    <a:pt x="1369677" y="565320"/>
                  </a:lnTo>
                  <a:lnTo>
                    <a:pt x="1370680" y="581360"/>
                  </a:lnTo>
                  <a:lnTo>
                    <a:pt x="1371683" y="578336"/>
                  </a:lnTo>
                  <a:lnTo>
                    <a:pt x="1373188" y="611898"/>
                  </a:lnTo>
                  <a:lnTo>
                    <a:pt x="1374190" y="584364"/>
                  </a:lnTo>
                  <a:lnTo>
                    <a:pt x="1375193" y="551803"/>
                  </a:lnTo>
                  <a:lnTo>
                    <a:pt x="1376698" y="634426"/>
                  </a:lnTo>
                  <a:lnTo>
                    <a:pt x="1377701" y="581360"/>
                  </a:lnTo>
                  <a:lnTo>
                    <a:pt x="1378704" y="587367"/>
                  </a:lnTo>
                  <a:lnTo>
                    <a:pt x="1380208" y="581360"/>
                  </a:lnTo>
                  <a:lnTo>
                    <a:pt x="1381224" y="588869"/>
                  </a:lnTo>
                  <a:lnTo>
                    <a:pt x="1382227" y="582862"/>
                  </a:lnTo>
                  <a:lnTo>
                    <a:pt x="1383731" y="620909"/>
                  </a:lnTo>
                  <a:lnTo>
                    <a:pt x="1384734" y="588869"/>
                  </a:lnTo>
                  <a:lnTo>
                    <a:pt x="1385737" y="610396"/>
                  </a:lnTo>
                  <a:lnTo>
                    <a:pt x="1386740" y="588869"/>
                  </a:lnTo>
                  <a:lnTo>
                    <a:pt x="1388244" y="575332"/>
                  </a:lnTo>
                  <a:lnTo>
                    <a:pt x="1389247" y="579838"/>
                  </a:lnTo>
                  <a:lnTo>
                    <a:pt x="1390250" y="569825"/>
                  </a:lnTo>
                  <a:lnTo>
                    <a:pt x="1391755" y="596879"/>
                  </a:lnTo>
                  <a:lnTo>
                    <a:pt x="1392758" y="584364"/>
                  </a:lnTo>
                  <a:lnTo>
                    <a:pt x="1393760" y="570827"/>
                  </a:lnTo>
                  <a:lnTo>
                    <a:pt x="1395265" y="558812"/>
                  </a:lnTo>
                  <a:lnTo>
                    <a:pt x="1396268" y="610396"/>
                  </a:lnTo>
                  <a:lnTo>
                    <a:pt x="1397271" y="575332"/>
                  </a:lnTo>
                  <a:lnTo>
                    <a:pt x="1398775" y="590371"/>
                  </a:lnTo>
                  <a:lnTo>
                    <a:pt x="1399778" y="572329"/>
                  </a:lnTo>
                  <a:lnTo>
                    <a:pt x="1400781" y="591873"/>
                  </a:lnTo>
                  <a:lnTo>
                    <a:pt x="1401784" y="617405"/>
                  </a:lnTo>
                  <a:lnTo>
                    <a:pt x="1403288" y="622912"/>
                  </a:lnTo>
                  <a:lnTo>
                    <a:pt x="1404291" y="540789"/>
                  </a:lnTo>
                  <a:lnTo>
                    <a:pt x="1405294" y="562817"/>
                  </a:lnTo>
                  <a:lnTo>
                    <a:pt x="1406798" y="587367"/>
                  </a:lnTo>
                  <a:lnTo>
                    <a:pt x="1407801" y="572329"/>
                  </a:lnTo>
                  <a:lnTo>
                    <a:pt x="1408804" y="557310"/>
                  </a:lnTo>
                  <a:lnTo>
                    <a:pt x="1410308" y="582862"/>
                  </a:lnTo>
                  <a:lnTo>
                    <a:pt x="1411311" y="598381"/>
                  </a:lnTo>
                  <a:lnTo>
                    <a:pt x="1412314" y="563818"/>
                  </a:lnTo>
                  <a:lnTo>
                    <a:pt x="1413818" y="593875"/>
                  </a:lnTo>
                  <a:lnTo>
                    <a:pt x="1414821" y="572329"/>
                  </a:lnTo>
                  <a:lnTo>
                    <a:pt x="1415824" y="588869"/>
                  </a:lnTo>
                  <a:lnTo>
                    <a:pt x="1417329" y="576834"/>
                  </a:lnTo>
                  <a:lnTo>
                    <a:pt x="1418332" y="572329"/>
                  </a:lnTo>
                  <a:lnTo>
                    <a:pt x="1419334" y="558812"/>
                  </a:lnTo>
                  <a:lnTo>
                    <a:pt x="1420337" y="576834"/>
                  </a:lnTo>
                  <a:lnTo>
                    <a:pt x="1421842" y="579838"/>
                  </a:lnTo>
                  <a:lnTo>
                    <a:pt x="1422845" y="585865"/>
                  </a:lnTo>
                  <a:lnTo>
                    <a:pt x="1423848" y="608394"/>
                  </a:lnTo>
                  <a:lnTo>
                    <a:pt x="1425352" y="617405"/>
                  </a:lnTo>
                  <a:lnTo>
                    <a:pt x="1426355" y="585865"/>
                  </a:lnTo>
                  <a:lnTo>
                    <a:pt x="1427358" y="611898"/>
                  </a:lnTo>
                  <a:lnTo>
                    <a:pt x="1428862" y="584364"/>
                  </a:lnTo>
                  <a:lnTo>
                    <a:pt x="1429865" y="593875"/>
                  </a:lnTo>
                  <a:lnTo>
                    <a:pt x="1430868" y="587367"/>
                  </a:lnTo>
                  <a:lnTo>
                    <a:pt x="1432372" y="630421"/>
                  </a:lnTo>
                  <a:lnTo>
                    <a:pt x="1433375" y="559813"/>
                  </a:lnTo>
                  <a:lnTo>
                    <a:pt x="1434378" y="572329"/>
                  </a:lnTo>
                  <a:lnTo>
                    <a:pt x="1435381" y="575332"/>
                  </a:lnTo>
                  <a:lnTo>
                    <a:pt x="1436885" y="570827"/>
                  </a:lnTo>
                  <a:lnTo>
                    <a:pt x="1437888" y="587367"/>
                  </a:lnTo>
                  <a:lnTo>
                    <a:pt x="1438891" y="582862"/>
                  </a:lnTo>
                  <a:lnTo>
                    <a:pt x="1440395" y="573830"/>
                  </a:lnTo>
                  <a:lnTo>
                    <a:pt x="1441398" y="582862"/>
                  </a:lnTo>
                  <a:lnTo>
                    <a:pt x="1442401" y="588869"/>
                  </a:lnTo>
                  <a:lnTo>
                    <a:pt x="1443906" y="558812"/>
                  </a:lnTo>
                  <a:lnTo>
                    <a:pt x="1444908" y="579838"/>
                  </a:lnTo>
                  <a:lnTo>
                    <a:pt x="1445911" y="603387"/>
                  </a:lnTo>
                  <a:lnTo>
                    <a:pt x="1447416" y="573830"/>
                  </a:lnTo>
                  <a:lnTo>
                    <a:pt x="1448419" y="582862"/>
                  </a:lnTo>
                  <a:lnTo>
                    <a:pt x="1449422" y="559813"/>
                  </a:lnTo>
                  <a:lnTo>
                    <a:pt x="1450424" y="581360"/>
                  </a:lnTo>
                  <a:lnTo>
                    <a:pt x="1451929" y="596879"/>
                  </a:lnTo>
                  <a:lnTo>
                    <a:pt x="1452932" y="587367"/>
                  </a:lnTo>
                  <a:lnTo>
                    <a:pt x="1453935" y="557310"/>
                  </a:lnTo>
                  <a:lnTo>
                    <a:pt x="1455439" y="588869"/>
                  </a:lnTo>
                  <a:lnTo>
                    <a:pt x="1456442" y="573830"/>
                  </a:lnTo>
                  <a:lnTo>
                    <a:pt x="1457445" y="557310"/>
                  </a:lnTo>
                  <a:lnTo>
                    <a:pt x="1458949" y="582862"/>
                  </a:lnTo>
                  <a:lnTo>
                    <a:pt x="1459952" y="601885"/>
                  </a:lnTo>
                  <a:lnTo>
                    <a:pt x="1460955" y="576834"/>
                  </a:lnTo>
                  <a:lnTo>
                    <a:pt x="1462459" y="566822"/>
                  </a:lnTo>
                  <a:lnTo>
                    <a:pt x="1463462" y="548298"/>
                  </a:lnTo>
                  <a:lnTo>
                    <a:pt x="1464465" y="575332"/>
                  </a:lnTo>
                  <a:lnTo>
                    <a:pt x="1465468" y="613901"/>
                  </a:lnTo>
                  <a:lnTo>
                    <a:pt x="1466972" y="569825"/>
                  </a:lnTo>
                  <a:lnTo>
                    <a:pt x="1467975" y="591873"/>
                  </a:lnTo>
                  <a:lnTo>
                    <a:pt x="1468978" y="568324"/>
                  </a:lnTo>
                  <a:lnTo>
                    <a:pt x="1470483" y="559813"/>
                  </a:lnTo>
                  <a:lnTo>
                    <a:pt x="1471485" y="566822"/>
                  </a:lnTo>
                  <a:lnTo>
                    <a:pt x="1472488" y="558812"/>
                  </a:lnTo>
                  <a:lnTo>
                    <a:pt x="1473993" y="549300"/>
                  </a:lnTo>
                  <a:lnTo>
                    <a:pt x="1474996" y="559813"/>
                  </a:lnTo>
                  <a:lnTo>
                    <a:pt x="1475998" y="584364"/>
                  </a:lnTo>
                  <a:lnTo>
                    <a:pt x="1477503" y="587367"/>
                  </a:lnTo>
                  <a:lnTo>
                    <a:pt x="1478506" y="588869"/>
                  </a:lnTo>
                  <a:lnTo>
                    <a:pt x="1479509" y="553305"/>
                  </a:lnTo>
                  <a:lnTo>
                    <a:pt x="1480512" y="563818"/>
                  </a:lnTo>
                  <a:lnTo>
                    <a:pt x="1482016" y="573830"/>
                  </a:lnTo>
                  <a:lnTo>
                    <a:pt x="1483019" y="554807"/>
                  </a:lnTo>
                  <a:lnTo>
                    <a:pt x="1484022" y="638431"/>
                  </a:lnTo>
                  <a:lnTo>
                    <a:pt x="1485526" y="550802"/>
                  </a:lnTo>
                  <a:lnTo>
                    <a:pt x="1486549" y="555808"/>
                  </a:lnTo>
                  <a:lnTo>
                    <a:pt x="1487552" y="578336"/>
                  </a:lnTo>
                  <a:lnTo>
                    <a:pt x="1489056" y="596879"/>
                  </a:lnTo>
                  <a:lnTo>
                    <a:pt x="1490059" y="565320"/>
                  </a:lnTo>
                  <a:lnTo>
                    <a:pt x="1491062" y="562817"/>
                  </a:lnTo>
                  <a:lnTo>
                    <a:pt x="1492566" y="570827"/>
                  </a:lnTo>
                  <a:lnTo>
                    <a:pt x="1493569" y="573830"/>
                  </a:lnTo>
                  <a:lnTo>
                    <a:pt x="1494572" y="576834"/>
                  </a:lnTo>
                  <a:lnTo>
                    <a:pt x="1495575" y="576834"/>
                  </a:lnTo>
                  <a:lnTo>
                    <a:pt x="1497079" y="555808"/>
                  </a:lnTo>
                  <a:lnTo>
                    <a:pt x="1498082" y="584364"/>
                  </a:lnTo>
                  <a:lnTo>
                    <a:pt x="1499085" y="559813"/>
                  </a:lnTo>
                  <a:lnTo>
                    <a:pt x="1500590" y="569825"/>
                  </a:lnTo>
                  <a:lnTo>
                    <a:pt x="1501593" y="578336"/>
                  </a:lnTo>
                  <a:lnTo>
                    <a:pt x="1502595" y="573830"/>
                  </a:lnTo>
                  <a:lnTo>
                    <a:pt x="1504100" y="570827"/>
                  </a:lnTo>
                  <a:lnTo>
                    <a:pt x="1505103" y="557310"/>
                  </a:lnTo>
                  <a:lnTo>
                    <a:pt x="1506106" y="603387"/>
                  </a:lnTo>
                  <a:lnTo>
                    <a:pt x="1507610" y="603387"/>
                  </a:lnTo>
                  <a:lnTo>
                    <a:pt x="1508613" y="595377"/>
                  </a:lnTo>
                  <a:lnTo>
                    <a:pt x="1509616" y="555808"/>
                  </a:lnTo>
                  <a:lnTo>
                    <a:pt x="1510619" y="576834"/>
                  </a:lnTo>
                  <a:lnTo>
                    <a:pt x="1512123" y="568324"/>
                  </a:lnTo>
                  <a:lnTo>
                    <a:pt x="1513126" y="548298"/>
                  </a:lnTo>
                  <a:lnTo>
                    <a:pt x="1514129" y="582862"/>
                  </a:lnTo>
                  <a:lnTo>
                    <a:pt x="1515633" y="579838"/>
                  </a:lnTo>
                  <a:lnTo>
                    <a:pt x="1516636" y="558812"/>
                  </a:lnTo>
                  <a:lnTo>
                    <a:pt x="1517639" y="584364"/>
                  </a:lnTo>
                  <a:lnTo>
                    <a:pt x="1519143" y="587367"/>
                  </a:lnTo>
                  <a:lnTo>
                    <a:pt x="1520146" y="572329"/>
                  </a:lnTo>
                  <a:lnTo>
                    <a:pt x="1521149" y="550802"/>
                  </a:lnTo>
                  <a:lnTo>
                    <a:pt x="1522654" y="548298"/>
                  </a:lnTo>
                  <a:lnTo>
                    <a:pt x="1523656" y="545795"/>
                  </a:lnTo>
                  <a:lnTo>
                    <a:pt x="1524659" y="555808"/>
                  </a:lnTo>
                  <a:lnTo>
                    <a:pt x="1525662" y="568324"/>
                  </a:lnTo>
                  <a:lnTo>
                    <a:pt x="1527167" y="575332"/>
                  </a:lnTo>
                  <a:lnTo>
                    <a:pt x="1528169" y="527773"/>
                  </a:lnTo>
                  <a:lnTo>
                    <a:pt x="1529172" y="566822"/>
                  </a:lnTo>
                  <a:lnTo>
                    <a:pt x="1530677" y="549300"/>
                  </a:lnTo>
                  <a:lnTo>
                    <a:pt x="1531680" y="570827"/>
                  </a:lnTo>
                  <a:lnTo>
                    <a:pt x="1532683" y="545795"/>
                  </a:lnTo>
                  <a:lnTo>
                    <a:pt x="1534187" y="548298"/>
                  </a:lnTo>
                  <a:lnTo>
                    <a:pt x="1535190" y="570827"/>
                  </a:lnTo>
                  <a:lnTo>
                    <a:pt x="1536193" y="526772"/>
                  </a:lnTo>
                  <a:lnTo>
                    <a:pt x="1537697" y="531277"/>
                  </a:lnTo>
                  <a:lnTo>
                    <a:pt x="1538700" y="551803"/>
                  </a:lnTo>
                  <a:lnTo>
                    <a:pt x="1539703" y="532278"/>
                  </a:lnTo>
                  <a:lnTo>
                    <a:pt x="1541207" y="513755"/>
                  </a:lnTo>
                  <a:lnTo>
                    <a:pt x="1542210" y="527773"/>
                  </a:lnTo>
                  <a:lnTo>
                    <a:pt x="1543213" y="503242"/>
                  </a:lnTo>
                  <a:lnTo>
                    <a:pt x="1544216" y="511753"/>
                  </a:lnTo>
                  <a:lnTo>
                    <a:pt x="1545720" y="524268"/>
                  </a:lnTo>
                  <a:lnTo>
                    <a:pt x="1546723" y="513755"/>
                  </a:lnTo>
                  <a:lnTo>
                    <a:pt x="1547726" y="510251"/>
                  </a:lnTo>
                  <a:lnTo>
                    <a:pt x="1549230" y="494718"/>
                  </a:lnTo>
                  <a:lnTo>
                    <a:pt x="1550233" y="506246"/>
                  </a:lnTo>
                  <a:lnTo>
                    <a:pt x="1551236" y="504243"/>
                  </a:lnTo>
                  <a:lnTo>
                    <a:pt x="1552741" y="460676"/>
                  </a:lnTo>
                  <a:lnTo>
                    <a:pt x="1553743" y="500225"/>
                  </a:lnTo>
                  <a:lnTo>
                    <a:pt x="1554746" y="483204"/>
                  </a:lnTo>
                  <a:lnTo>
                    <a:pt x="1556251" y="478197"/>
                  </a:lnTo>
                  <a:lnTo>
                    <a:pt x="1557254" y="493717"/>
                  </a:lnTo>
                  <a:lnTo>
                    <a:pt x="1558257" y="487209"/>
                  </a:lnTo>
                  <a:lnTo>
                    <a:pt x="1559259" y="504243"/>
                  </a:lnTo>
                  <a:lnTo>
                    <a:pt x="1560764" y="491714"/>
                  </a:lnTo>
                  <a:lnTo>
                    <a:pt x="1561767" y="491714"/>
                  </a:lnTo>
                  <a:lnTo>
                    <a:pt x="1562770" y="504243"/>
                  </a:lnTo>
                  <a:lnTo>
                    <a:pt x="1564274" y="487709"/>
                  </a:lnTo>
                  <a:lnTo>
                    <a:pt x="1565277" y="516759"/>
                  </a:lnTo>
                  <a:lnTo>
                    <a:pt x="1566280" y="521265"/>
                  </a:lnTo>
                  <a:lnTo>
                    <a:pt x="1567784" y="517760"/>
                  </a:lnTo>
                  <a:lnTo>
                    <a:pt x="1568787" y="548298"/>
                  </a:lnTo>
                  <a:lnTo>
                    <a:pt x="1569790" y="512754"/>
                  </a:lnTo>
                  <a:lnTo>
                    <a:pt x="1571294" y="540789"/>
                  </a:lnTo>
                  <a:lnTo>
                    <a:pt x="1572297" y="524268"/>
                  </a:lnTo>
                  <a:lnTo>
                    <a:pt x="1573300" y="540789"/>
                  </a:lnTo>
                  <a:lnTo>
                    <a:pt x="1574303" y="532278"/>
                  </a:lnTo>
                  <a:lnTo>
                    <a:pt x="1575807" y="535783"/>
                  </a:lnTo>
                  <a:lnTo>
                    <a:pt x="1576810" y="534782"/>
                  </a:lnTo>
                  <a:lnTo>
                    <a:pt x="1577813" y="534782"/>
                  </a:lnTo>
                  <a:lnTo>
                    <a:pt x="1579318" y="530276"/>
                  </a:lnTo>
                  <a:lnTo>
                    <a:pt x="1580320" y="546797"/>
                  </a:lnTo>
                  <a:lnTo>
                    <a:pt x="1581323" y="549300"/>
                  </a:lnTo>
                  <a:lnTo>
                    <a:pt x="1582828" y="566822"/>
                  </a:lnTo>
                  <a:lnTo>
                    <a:pt x="1583831" y="527773"/>
                  </a:lnTo>
                  <a:lnTo>
                    <a:pt x="1584833" y="573830"/>
                  </a:lnTo>
                  <a:lnTo>
                    <a:pt x="1586338" y="532278"/>
                  </a:lnTo>
                  <a:lnTo>
                    <a:pt x="1587341" y="557310"/>
                  </a:lnTo>
                  <a:lnTo>
                    <a:pt x="1588344" y="553305"/>
                  </a:lnTo>
                  <a:lnTo>
                    <a:pt x="1589347" y="554807"/>
                  </a:lnTo>
                  <a:lnTo>
                    <a:pt x="1590851" y="563818"/>
                  </a:lnTo>
                  <a:lnTo>
                    <a:pt x="1591854" y="545795"/>
                  </a:lnTo>
                  <a:lnTo>
                    <a:pt x="1592877" y="601885"/>
                  </a:lnTo>
                  <a:lnTo>
                    <a:pt x="1594381" y="576834"/>
                  </a:lnTo>
                  <a:lnTo>
                    <a:pt x="1595384" y="566822"/>
                  </a:lnTo>
                  <a:lnTo>
                    <a:pt x="1596387" y="559813"/>
                  </a:lnTo>
                  <a:lnTo>
                    <a:pt x="1597891" y="570827"/>
                  </a:lnTo>
                  <a:lnTo>
                    <a:pt x="1598894" y="530276"/>
                  </a:lnTo>
                  <a:lnTo>
                    <a:pt x="1599897" y="566822"/>
                  </a:lnTo>
                  <a:lnTo>
                    <a:pt x="1601401" y="554807"/>
                  </a:lnTo>
                  <a:lnTo>
                    <a:pt x="1602404" y="540789"/>
                  </a:lnTo>
                  <a:lnTo>
                    <a:pt x="1603407" y="553305"/>
                  </a:lnTo>
                  <a:lnTo>
                    <a:pt x="1604410" y="563818"/>
                  </a:lnTo>
                  <a:lnTo>
                    <a:pt x="1605915" y="575332"/>
                  </a:lnTo>
                  <a:lnTo>
                    <a:pt x="1606917" y="546797"/>
                  </a:lnTo>
                  <a:lnTo>
                    <a:pt x="1607920" y="584364"/>
                  </a:lnTo>
                  <a:lnTo>
                    <a:pt x="1609425" y="538286"/>
                  </a:lnTo>
                  <a:lnTo>
                    <a:pt x="1610428" y="528774"/>
                  </a:lnTo>
                  <a:lnTo>
                    <a:pt x="1611430" y="563818"/>
                  </a:lnTo>
                  <a:lnTo>
                    <a:pt x="1612935" y="537285"/>
                  </a:lnTo>
                  <a:lnTo>
                    <a:pt x="1613938" y="561315"/>
                  </a:lnTo>
                  <a:lnTo>
                    <a:pt x="1614941" y="590371"/>
                  </a:lnTo>
                  <a:lnTo>
                    <a:pt x="1616445" y="555808"/>
                  </a:lnTo>
                  <a:lnTo>
                    <a:pt x="1617448" y="554807"/>
                  </a:lnTo>
                  <a:lnTo>
                    <a:pt x="1618451" y="585865"/>
                  </a:lnTo>
                </a:path>
                <a:path w="2200275" h="638810">
                  <a:moveTo>
                    <a:pt x="1618451" y="585865"/>
                  </a:moveTo>
                  <a:lnTo>
                    <a:pt x="1619454" y="565320"/>
                  </a:lnTo>
                  <a:lnTo>
                    <a:pt x="1620958" y="575332"/>
                  </a:lnTo>
                  <a:lnTo>
                    <a:pt x="1621961" y="595377"/>
                  </a:lnTo>
                  <a:lnTo>
                    <a:pt x="1622964" y="573830"/>
                  </a:lnTo>
                  <a:lnTo>
                    <a:pt x="1624468" y="578336"/>
                  </a:lnTo>
                  <a:lnTo>
                    <a:pt x="1625471" y="576834"/>
                  </a:lnTo>
                  <a:lnTo>
                    <a:pt x="1626474" y="565320"/>
                  </a:lnTo>
                  <a:lnTo>
                    <a:pt x="1627978" y="549300"/>
                  </a:lnTo>
                  <a:lnTo>
                    <a:pt x="1628981" y="566822"/>
                  </a:lnTo>
                  <a:lnTo>
                    <a:pt x="1629984" y="561315"/>
                  </a:lnTo>
                  <a:lnTo>
                    <a:pt x="1631489" y="561315"/>
                  </a:lnTo>
                  <a:lnTo>
                    <a:pt x="1632491" y="561315"/>
                  </a:lnTo>
                  <a:lnTo>
                    <a:pt x="1633494" y="544293"/>
                  </a:lnTo>
                  <a:lnTo>
                    <a:pt x="1634497" y="568324"/>
                  </a:lnTo>
                  <a:lnTo>
                    <a:pt x="1636002" y="541790"/>
                  </a:lnTo>
                  <a:lnTo>
                    <a:pt x="1637004" y="576834"/>
                  </a:lnTo>
                  <a:lnTo>
                    <a:pt x="1638007" y="543292"/>
                  </a:lnTo>
                  <a:lnTo>
                    <a:pt x="1639512" y="569825"/>
                  </a:lnTo>
                  <a:lnTo>
                    <a:pt x="1640515" y="561315"/>
                  </a:lnTo>
                  <a:lnTo>
                    <a:pt x="1641518" y="570827"/>
                  </a:lnTo>
                  <a:lnTo>
                    <a:pt x="1643022" y="576834"/>
                  </a:lnTo>
                  <a:lnTo>
                    <a:pt x="1644025" y="554807"/>
                  </a:lnTo>
                  <a:lnTo>
                    <a:pt x="1645028" y="544293"/>
                  </a:lnTo>
                  <a:lnTo>
                    <a:pt x="1646532" y="553305"/>
                  </a:lnTo>
                  <a:lnTo>
                    <a:pt x="1647535" y="575332"/>
                  </a:lnTo>
                  <a:lnTo>
                    <a:pt x="1648538" y="576834"/>
                  </a:lnTo>
                  <a:lnTo>
                    <a:pt x="1650042" y="588869"/>
                  </a:lnTo>
                  <a:lnTo>
                    <a:pt x="1651045" y="537285"/>
                  </a:lnTo>
                  <a:lnTo>
                    <a:pt x="1652048" y="570827"/>
                  </a:lnTo>
                  <a:lnTo>
                    <a:pt x="1653051" y="573830"/>
                  </a:lnTo>
                  <a:lnTo>
                    <a:pt x="1654555" y="546797"/>
                  </a:lnTo>
                  <a:lnTo>
                    <a:pt x="1655558" y="566822"/>
                  </a:lnTo>
                  <a:lnTo>
                    <a:pt x="1656561" y="575332"/>
                  </a:lnTo>
                  <a:lnTo>
                    <a:pt x="1658065" y="578336"/>
                  </a:lnTo>
                  <a:lnTo>
                    <a:pt x="1659068" y="553305"/>
                  </a:lnTo>
                  <a:lnTo>
                    <a:pt x="1660071" y="575332"/>
                  </a:lnTo>
                  <a:lnTo>
                    <a:pt x="1661576" y="576834"/>
                  </a:lnTo>
                  <a:lnTo>
                    <a:pt x="1662579" y="551803"/>
                  </a:lnTo>
                  <a:lnTo>
                    <a:pt x="1663581" y="555808"/>
                  </a:lnTo>
                  <a:lnTo>
                    <a:pt x="1665086" y="558812"/>
                  </a:lnTo>
                  <a:lnTo>
                    <a:pt x="1666089" y="557310"/>
                  </a:lnTo>
                  <a:lnTo>
                    <a:pt x="1667092" y="554807"/>
                  </a:lnTo>
                  <a:lnTo>
                    <a:pt x="1668094" y="549300"/>
                  </a:lnTo>
                  <a:lnTo>
                    <a:pt x="1669599" y="565320"/>
                  </a:lnTo>
                  <a:lnTo>
                    <a:pt x="1670602" y="563818"/>
                  </a:lnTo>
                  <a:lnTo>
                    <a:pt x="1671605" y="532278"/>
                  </a:lnTo>
                  <a:lnTo>
                    <a:pt x="1673109" y="546797"/>
                  </a:lnTo>
                  <a:lnTo>
                    <a:pt x="1674112" y="584364"/>
                  </a:lnTo>
                  <a:lnTo>
                    <a:pt x="1675115" y="587367"/>
                  </a:lnTo>
                  <a:lnTo>
                    <a:pt x="1676619" y="561315"/>
                  </a:lnTo>
                  <a:lnTo>
                    <a:pt x="1677622" y="555808"/>
                  </a:lnTo>
                  <a:lnTo>
                    <a:pt x="1678625" y="603387"/>
                  </a:lnTo>
                  <a:lnTo>
                    <a:pt x="1680129" y="575332"/>
                  </a:lnTo>
                  <a:lnTo>
                    <a:pt x="1681132" y="563818"/>
                  </a:lnTo>
                  <a:lnTo>
                    <a:pt x="1682135" y="557310"/>
                  </a:lnTo>
                  <a:lnTo>
                    <a:pt x="1683138" y="555808"/>
                  </a:lnTo>
                  <a:lnTo>
                    <a:pt x="1684642" y="601885"/>
                  </a:lnTo>
                  <a:lnTo>
                    <a:pt x="1685645" y="566822"/>
                  </a:lnTo>
                  <a:lnTo>
                    <a:pt x="1686648" y="566822"/>
                  </a:lnTo>
                  <a:lnTo>
                    <a:pt x="1688153" y="584364"/>
                  </a:lnTo>
                  <a:lnTo>
                    <a:pt x="1689155" y="532278"/>
                  </a:lnTo>
                  <a:lnTo>
                    <a:pt x="1690158" y="558812"/>
                  </a:lnTo>
                  <a:lnTo>
                    <a:pt x="1691663" y="559813"/>
                  </a:lnTo>
                  <a:lnTo>
                    <a:pt x="1692666" y="520263"/>
                  </a:lnTo>
                  <a:lnTo>
                    <a:pt x="1693669" y="561315"/>
                  </a:lnTo>
                  <a:lnTo>
                    <a:pt x="1695173" y="541790"/>
                  </a:lnTo>
                  <a:lnTo>
                    <a:pt x="1696176" y="573830"/>
                  </a:lnTo>
                  <a:lnTo>
                    <a:pt x="1697179" y="546797"/>
                  </a:lnTo>
                  <a:lnTo>
                    <a:pt x="1698195" y="541790"/>
                  </a:lnTo>
                  <a:lnTo>
                    <a:pt x="1699699" y="544293"/>
                  </a:lnTo>
                  <a:lnTo>
                    <a:pt x="1700702" y="554807"/>
                  </a:lnTo>
                  <a:lnTo>
                    <a:pt x="1701705" y="576834"/>
                  </a:lnTo>
                  <a:lnTo>
                    <a:pt x="1703209" y="557310"/>
                  </a:lnTo>
                  <a:lnTo>
                    <a:pt x="1704212" y="535783"/>
                  </a:lnTo>
                  <a:lnTo>
                    <a:pt x="1705215" y="558812"/>
                  </a:lnTo>
                  <a:lnTo>
                    <a:pt x="1706720" y="558812"/>
                  </a:lnTo>
                  <a:lnTo>
                    <a:pt x="1707723" y="585865"/>
                  </a:lnTo>
                  <a:lnTo>
                    <a:pt x="1708725" y="557310"/>
                  </a:lnTo>
                  <a:lnTo>
                    <a:pt x="1710230" y="537285"/>
                  </a:lnTo>
                  <a:lnTo>
                    <a:pt x="1711233" y="558812"/>
                  </a:lnTo>
                  <a:lnTo>
                    <a:pt x="1712236" y="562817"/>
                  </a:lnTo>
                  <a:lnTo>
                    <a:pt x="1713238" y="565320"/>
                  </a:lnTo>
                  <a:lnTo>
                    <a:pt x="1714743" y="575332"/>
                  </a:lnTo>
                  <a:lnTo>
                    <a:pt x="1715746" y="557310"/>
                  </a:lnTo>
                  <a:lnTo>
                    <a:pt x="1716749" y="539788"/>
                  </a:lnTo>
                  <a:lnTo>
                    <a:pt x="1718253" y="579838"/>
                  </a:lnTo>
                  <a:lnTo>
                    <a:pt x="1719256" y="538286"/>
                  </a:lnTo>
                  <a:lnTo>
                    <a:pt x="1720259" y="576834"/>
                  </a:lnTo>
                  <a:lnTo>
                    <a:pt x="1721763" y="557310"/>
                  </a:lnTo>
                  <a:lnTo>
                    <a:pt x="1722766" y="538286"/>
                  </a:lnTo>
                  <a:lnTo>
                    <a:pt x="1723769" y="548298"/>
                  </a:lnTo>
                  <a:lnTo>
                    <a:pt x="1725273" y="539788"/>
                  </a:lnTo>
                  <a:lnTo>
                    <a:pt x="1726276" y="534782"/>
                  </a:lnTo>
                  <a:lnTo>
                    <a:pt x="1727279" y="531277"/>
                  </a:lnTo>
                  <a:lnTo>
                    <a:pt x="1728282" y="549300"/>
                  </a:lnTo>
                  <a:lnTo>
                    <a:pt x="1729786" y="569825"/>
                  </a:lnTo>
                  <a:lnTo>
                    <a:pt x="1730789" y="551803"/>
                  </a:lnTo>
                  <a:lnTo>
                    <a:pt x="1731792" y="562817"/>
                  </a:lnTo>
                  <a:lnTo>
                    <a:pt x="1733297" y="561315"/>
                  </a:lnTo>
                  <a:lnTo>
                    <a:pt x="1734299" y="566822"/>
                  </a:lnTo>
                  <a:lnTo>
                    <a:pt x="1735302" y="545795"/>
                  </a:lnTo>
                  <a:lnTo>
                    <a:pt x="1736807" y="570827"/>
                  </a:lnTo>
                  <a:lnTo>
                    <a:pt x="1737810" y="569825"/>
                  </a:lnTo>
                  <a:lnTo>
                    <a:pt x="1738813" y="541790"/>
                  </a:lnTo>
                  <a:lnTo>
                    <a:pt x="1740317" y="541790"/>
                  </a:lnTo>
                  <a:lnTo>
                    <a:pt x="1741320" y="562817"/>
                  </a:lnTo>
                  <a:lnTo>
                    <a:pt x="1742323" y="549300"/>
                  </a:lnTo>
                  <a:lnTo>
                    <a:pt x="1743326" y="531277"/>
                  </a:lnTo>
                  <a:lnTo>
                    <a:pt x="1744830" y="559813"/>
                  </a:lnTo>
                  <a:lnTo>
                    <a:pt x="1745833" y="534782"/>
                  </a:lnTo>
                  <a:lnTo>
                    <a:pt x="1746836" y="549300"/>
                  </a:lnTo>
                  <a:lnTo>
                    <a:pt x="1748340" y="582862"/>
                  </a:lnTo>
                  <a:lnTo>
                    <a:pt x="1749343" y="531277"/>
                  </a:lnTo>
                  <a:lnTo>
                    <a:pt x="1750346" y="576834"/>
                  </a:lnTo>
                  <a:lnTo>
                    <a:pt x="1751850" y="562817"/>
                  </a:lnTo>
                  <a:lnTo>
                    <a:pt x="1752853" y="544293"/>
                  </a:lnTo>
                  <a:lnTo>
                    <a:pt x="1753856" y="532278"/>
                  </a:lnTo>
                  <a:lnTo>
                    <a:pt x="1755360" y="537285"/>
                  </a:lnTo>
                  <a:lnTo>
                    <a:pt x="1756363" y="550802"/>
                  </a:lnTo>
                  <a:lnTo>
                    <a:pt x="1757366" y="525770"/>
                  </a:lnTo>
                  <a:lnTo>
                    <a:pt x="1758369" y="510251"/>
                  </a:lnTo>
                  <a:lnTo>
                    <a:pt x="1759873" y="537285"/>
                  </a:lnTo>
                  <a:lnTo>
                    <a:pt x="1760876" y="539788"/>
                  </a:lnTo>
                  <a:lnTo>
                    <a:pt x="1761879" y="549300"/>
                  </a:lnTo>
                  <a:lnTo>
                    <a:pt x="1763384" y="532278"/>
                  </a:lnTo>
                  <a:lnTo>
                    <a:pt x="1764387" y="551803"/>
                  </a:lnTo>
                  <a:lnTo>
                    <a:pt x="1765389" y="566822"/>
                  </a:lnTo>
                  <a:lnTo>
                    <a:pt x="1766894" y="528774"/>
                  </a:lnTo>
                  <a:lnTo>
                    <a:pt x="1767897" y="531277"/>
                  </a:lnTo>
                  <a:lnTo>
                    <a:pt x="1768900" y="532278"/>
                  </a:lnTo>
                  <a:lnTo>
                    <a:pt x="1770404" y="524268"/>
                  </a:lnTo>
                  <a:lnTo>
                    <a:pt x="1771407" y="561315"/>
                  </a:lnTo>
                  <a:lnTo>
                    <a:pt x="1772410" y="534782"/>
                  </a:lnTo>
                  <a:lnTo>
                    <a:pt x="1773914" y="572329"/>
                  </a:lnTo>
                  <a:lnTo>
                    <a:pt x="1774917" y="543292"/>
                  </a:lnTo>
                  <a:lnTo>
                    <a:pt x="1775920" y="562817"/>
                  </a:lnTo>
                  <a:lnTo>
                    <a:pt x="1776923" y="544293"/>
                  </a:lnTo>
                  <a:lnTo>
                    <a:pt x="1778427" y="576834"/>
                  </a:lnTo>
                  <a:lnTo>
                    <a:pt x="1779430" y="551803"/>
                  </a:lnTo>
                  <a:lnTo>
                    <a:pt x="1780433" y="535783"/>
                  </a:lnTo>
                  <a:lnTo>
                    <a:pt x="1781937" y="533780"/>
                  </a:lnTo>
                  <a:lnTo>
                    <a:pt x="1782940" y="537285"/>
                  </a:lnTo>
                  <a:lnTo>
                    <a:pt x="1783943" y="546797"/>
                  </a:lnTo>
                  <a:lnTo>
                    <a:pt x="1785447" y="554807"/>
                  </a:lnTo>
                  <a:lnTo>
                    <a:pt x="1786450" y="504243"/>
                  </a:lnTo>
                  <a:lnTo>
                    <a:pt x="1787453" y="534782"/>
                  </a:lnTo>
                  <a:lnTo>
                    <a:pt x="1788958" y="546797"/>
                  </a:lnTo>
                  <a:lnTo>
                    <a:pt x="1789961" y="533780"/>
                  </a:lnTo>
                  <a:lnTo>
                    <a:pt x="1790963" y="557310"/>
                  </a:lnTo>
                  <a:lnTo>
                    <a:pt x="1791966" y="546797"/>
                  </a:lnTo>
                  <a:lnTo>
                    <a:pt x="1793471" y="531277"/>
                  </a:lnTo>
                  <a:lnTo>
                    <a:pt x="1794474" y="531277"/>
                  </a:lnTo>
                  <a:lnTo>
                    <a:pt x="1795477" y="553305"/>
                  </a:lnTo>
                  <a:lnTo>
                    <a:pt x="1796981" y="559813"/>
                  </a:lnTo>
                  <a:lnTo>
                    <a:pt x="1797984" y="541790"/>
                  </a:lnTo>
                  <a:lnTo>
                    <a:pt x="1798987" y="532278"/>
                  </a:lnTo>
                  <a:lnTo>
                    <a:pt x="1800491" y="532278"/>
                  </a:lnTo>
                  <a:lnTo>
                    <a:pt x="1801494" y="522266"/>
                  </a:lnTo>
                  <a:lnTo>
                    <a:pt x="1802497" y="523267"/>
                  </a:lnTo>
                  <a:lnTo>
                    <a:pt x="1804001" y="545795"/>
                  </a:lnTo>
                  <a:lnTo>
                    <a:pt x="1805017" y="549300"/>
                  </a:lnTo>
                  <a:lnTo>
                    <a:pt x="1806020" y="553305"/>
                  </a:lnTo>
                  <a:lnTo>
                    <a:pt x="1807023" y="497221"/>
                  </a:lnTo>
                  <a:lnTo>
                    <a:pt x="1808528" y="526772"/>
                  </a:lnTo>
                  <a:lnTo>
                    <a:pt x="1809531" y="541790"/>
                  </a:lnTo>
                  <a:lnTo>
                    <a:pt x="1810533" y="517760"/>
                  </a:lnTo>
                  <a:lnTo>
                    <a:pt x="1812038" y="553305"/>
                  </a:lnTo>
                  <a:lnTo>
                    <a:pt x="1813041" y="533780"/>
                  </a:lnTo>
                  <a:lnTo>
                    <a:pt x="1814044" y="563818"/>
                  </a:lnTo>
                  <a:lnTo>
                    <a:pt x="1815548" y="521265"/>
                  </a:lnTo>
                  <a:lnTo>
                    <a:pt x="1816551" y="520263"/>
                  </a:lnTo>
                  <a:lnTo>
                    <a:pt x="1817554" y="520263"/>
                  </a:lnTo>
                  <a:lnTo>
                    <a:pt x="1819058" y="530276"/>
                  </a:lnTo>
                  <a:lnTo>
                    <a:pt x="1820061" y="523267"/>
                  </a:lnTo>
                  <a:lnTo>
                    <a:pt x="1821064" y="549300"/>
                  </a:lnTo>
                  <a:lnTo>
                    <a:pt x="1822067" y="530276"/>
                  </a:lnTo>
                  <a:lnTo>
                    <a:pt x="1823571" y="515758"/>
                  </a:lnTo>
                  <a:lnTo>
                    <a:pt x="1824574" y="546797"/>
                  </a:lnTo>
                  <a:lnTo>
                    <a:pt x="1825577" y="515758"/>
                  </a:lnTo>
                  <a:lnTo>
                    <a:pt x="1827081" y="497221"/>
                  </a:lnTo>
                  <a:lnTo>
                    <a:pt x="1828084" y="507247"/>
                  </a:lnTo>
                  <a:lnTo>
                    <a:pt x="1829087" y="526772"/>
                  </a:lnTo>
                  <a:lnTo>
                    <a:pt x="1830591" y="514757"/>
                  </a:lnTo>
                  <a:lnTo>
                    <a:pt x="1831594" y="523267"/>
                  </a:lnTo>
                  <a:lnTo>
                    <a:pt x="1832597" y="528774"/>
                  </a:lnTo>
                  <a:lnTo>
                    <a:pt x="1834102" y="502241"/>
                  </a:lnTo>
                  <a:lnTo>
                    <a:pt x="1835105" y="520263"/>
                  </a:lnTo>
                  <a:lnTo>
                    <a:pt x="1836107" y="489712"/>
                  </a:lnTo>
                  <a:lnTo>
                    <a:pt x="1837110" y="508248"/>
                  </a:lnTo>
                  <a:lnTo>
                    <a:pt x="1838615" y="522266"/>
                  </a:lnTo>
                  <a:lnTo>
                    <a:pt x="1839618" y="486208"/>
                  </a:lnTo>
                  <a:lnTo>
                    <a:pt x="1840621" y="497221"/>
                  </a:lnTo>
                  <a:lnTo>
                    <a:pt x="1842125" y="472691"/>
                  </a:lnTo>
                  <a:lnTo>
                    <a:pt x="1843128" y="460676"/>
                  </a:lnTo>
                  <a:lnTo>
                    <a:pt x="1844131" y="467684"/>
                  </a:lnTo>
                  <a:lnTo>
                    <a:pt x="1845635" y="456671"/>
                  </a:lnTo>
                  <a:lnTo>
                    <a:pt x="1846638" y="439149"/>
                  </a:lnTo>
                  <a:lnTo>
                    <a:pt x="1847641" y="438648"/>
                  </a:lnTo>
                  <a:lnTo>
                    <a:pt x="1849145" y="448160"/>
                  </a:lnTo>
                  <a:lnTo>
                    <a:pt x="1850148" y="429637"/>
                  </a:lnTo>
                  <a:lnTo>
                    <a:pt x="1851151" y="430137"/>
                  </a:lnTo>
                  <a:lnTo>
                    <a:pt x="1852154" y="412095"/>
                  </a:lnTo>
                  <a:lnTo>
                    <a:pt x="1853658" y="419104"/>
                  </a:lnTo>
                  <a:lnTo>
                    <a:pt x="1854661" y="402583"/>
                  </a:lnTo>
                  <a:lnTo>
                    <a:pt x="1855664" y="383559"/>
                  </a:lnTo>
                  <a:lnTo>
                    <a:pt x="1857168" y="365036"/>
                  </a:lnTo>
                  <a:lnTo>
                    <a:pt x="1858171" y="379554"/>
                  </a:lnTo>
                  <a:lnTo>
                    <a:pt x="1859174" y="376550"/>
                  </a:lnTo>
                  <a:lnTo>
                    <a:pt x="1860679" y="368040"/>
                  </a:lnTo>
                  <a:lnTo>
                    <a:pt x="1861681" y="364035"/>
                  </a:lnTo>
                  <a:lnTo>
                    <a:pt x="1862684" y="359529"/>
                  </a:lnTo>
                  <a:lnTo>
                    <a:pt x="1864189" y="350518"/>
                  </a:lnTo>
                  <a:lnTo>
                    <a:pt x="1865192" y="357026"/>
                  </a:lnTo>
                  <a:lnTo>
                    <a:pt x="1866195" y="335986"/>
                  </a:lnTo>
                  <a:lnTo>
                    <a:pt x="1867197" y="353522"/>
                  </a:lnTo>
                  <a:lnTo>
                    <a:pt x="1868702" y="330980"/>
                  </a:lnTo>
                  <a:lnTo>
                    <a:pt x="1869705" y="343509"/>
                  </a:lnTo>
                  <a:lnTo>
                    <a:pt x="1870708" y="343509"/>
                  </a:lnTo>
                  <a:lnTo>
                    <a:pt x="1872212" y="346513"/>
                  </a:lnTo>
                  <a:lnTo>
                    <a:pt x="1873215" y="338990"/>
                  </a:lnTo>
                  <a:lnTo>
                    <a:pt x="1874218" y="344010"/>
                  </a:lnTo>
                  <a:lnTo>
                    <a:pt x="1875722" y="360530"/>
                  </a:lnTo>
                  <a:lnTo>
                    <a:pt x="1876725" y="353021"/>
                  </a:lnTo>
                  <a:lnTo>
                    <a:pt x="1877728" y="351519"/>
                  </a:lnTo>
                  <a:lnTo>
                    <a:pt x="1879232" y="388065"/>
                  </a:lnTo>
                  <a:lnTo>
                    <a:pt x="1880235" y="372045"/>
                  </a:lnTo>
                  <a:lnTo>
                    <a:pt x="1881238" y="387564"/>
                  </a:lnTo>
                  <a:lnTo>
                    <a:pt x="1882241" y="404085"/>
                  </a:lnTo>
                  <a:lnTo>
                    <a:pt x="1883745" y="375048"/>
                  </a:lnTo>
                  <a:lnTo>
                    <a:pt x="1884748" y="393572"/>
                  </a:lnTo>
                  <a:lnTo>
                    <a:pt x="1885751" y="397076"/>
                  </a:lnTo>
                  <a:lnTo>
                    <a:pt x="1887255" y="414598"/>
                  </a:lnTo>
                  <a:lnTo>
                    <a:pt x="1888258" y="395074"/>
                  </a:lnTo>
                  <a:lnTo>
                    <a:pt x="1889261" y="429637"/>
                  </a:lnTo>
                  <a:lnTo>
                    <a:pt x="1890766" y="435144"/>
                  </a:lnTo>
                  <a:lnTo>
                    <a:pt x="1891769" y="433141"/>
                  </a:lnTo>
                  <a:lnTo>
                    <a:pt x="1892771" y="467684"/>
                  </a:lnTo>
                  <a:lnTo>
                    <a:pt x="1894276" y="456671"/>
                  </a:lnTo>
                  <a:lnTo>
                    <a:pt x="1895279" y="488711"/>
                  </a:lnTo>
                  <a:lnTo>
                    <a:pt x="1896282" y="455169"/>
                  </a:lnTo>
                  <a:lnTo>
                    <a:pt x="1897786" y="478698"/>
                  </a:lnTo>
                  <a:lnTo>
                    <a:pt x="1898789" y="477196"/>
                  </a:lnTo>
                  <a:lnTo>
                    <a:pt x="1899792" y="486208"/>
                  </a:lnTo>
                  <a:lnTo>
                    <a:pt x="1900795" y="514757"/>
                  </a:lnTo>
                  <a:lnTo>
                    <a:pt x="1902299" y="494718"/>
                  </a:lnTo>
                  <a:lnTo>
                    <a:pt x="1903302" y="496220"/>
                  </a:lnTo>
                  <a:lnTo>
                    <a:pt x="1904305" y="494718"/>
                  </a:lnTo>
                  <a:lnTo>
                    <a:pt x="1905809" y="511753"/>
                  </a:lnTo>
                  <a:lnTo>
                    <a:pt x="1906812" y="495719"/>
                  </a:lnTo>
                  <a:lnTo>
                    <a:pt x="1907815" y="493717"/>
                  </a:lnTo>
                  <a:lnTo>
                    <a:pt x="1909319" y="532278"/>
                  </a:lnTo>
                  <a:lnTo>
                    <a:pt x="1910342" y="497221"/>
                  </a:lnTo>
                  <a:lnTo>
                    <a:pt x="1911345" y="502241"/>
                  </a:lnTo>
                  <a:lnTo>
                    <a:pt x="1912850" y="520263"/>
                  </a:lnTo>
                  <a:lnTo>
                    <a:pt x="1913852" y="499224"/>
                  </a:lnTo>
                  <a:lnTo>
                    <a:pt x="1914855" y="522266"/>
                  </a:lnTo>
                  <a:lnTo>
                    <a:pt x="1915858" y="509250"/>
                  </a:lnTo>
                  <a:lnTo>
                    <a:pt x="1917363" y="498223"/>
                  </a:lnTo>
                  <a:lnTo>
                    <a:pt x="1918366" y="538286"/>
                  </a:lnTo>
                  <a:lnTo>
                    <a:pt x="1919368" y="506246"/>
                  </a:lnTo>
                  <a:lnTo>
                    <a:pt x="1920873" y="504243"/>
                  </a:lnTo>
                  <a:lnTo>
                    <a:pt x="1921876" y="510251"/>
                  </a:lnTo>
                  <a:lnTo>
                    <a:pt x="1922879" y="521265"/>
                  </a:lnTo>
                  <a:lnTo>
                    <a:pt x="1924383" y="509250"/>
                  </a:lnTo>
                  <a:lnTo>
                    <a:pt x="1925386" y="514757"/>
                  </a:lnTo>
                  <a:lnTo>
                    <a:pt x="1926389" y="513755"/>
                  </a:lnTo>
                  <a:lnTo>
                    <a:pt x="1927893" y="514757"/>
                  </a:lnTo>
                  <a:lnTo>
                    <a:pt x="1928896" y="496220"/>
                  </a:lnTo>
                  <a:lnTo>
                    <a:pt x="1929899" y="521265"/>
                  </a:lnTo>
                  <a:lnTo>
                    <a:pt x="1930902" y="534782"/>
                  </a:lnTo>
                  <a:lnTo>
                    <a:pt x="1932406" y="491714"/>
                  </a:lnTo>
                  <a:lnTo>
                    <a:pt x="1933409" y="539788"/>
                  </a:lnTo>
                  <a:lnTo>
                    <a:pt x="1934412" y="497221"/>
                  </a:lnTo>
                  <a:lnTo>
                    <a:pt x="1935916" y="482703"/>
                  </a:lnTo>
                  <a:lnTo>
                    <a:pt x="1936919" y="513755"/>
                  </a:lnTo>
                  <a:lnTo>
                    <a:pt x="1937922" y="503242"/>
                  </a:lnTo>
                  <a:lnTo>
                    <a:pt x="1939427" y="507247"/>
                  </a:lnTo>
                  <a:lnTo>
                    <a:pt x="1940429" y="514757"/>
                  </a:lnTo>
                  <a:lnTo>
                    <a:pt x="1941432" y="473692"/>
                  </a:lnTo>
                  <a:lnTo>
                    <a:pt x="1942937" y="483204"/>
                  </a:lnTo>
                  <a:lnTo>
                    <a:pt x="1943940" y="481702"/>
                  </a:lnTo>
                  <a:lnTo>
                    <a:pt x="1944942" y="509250"/>
                  </a:lnTo>
                  <a:lnTo>
                    <a:pt x="1945945" y="500225"/>
                  </a:lnTo>
                  <a:lnTo>
                    <a:pt x="1947450" y="498223"/>
                  </a:lnTo>
                  <a:lnTo>
                    <a:pt x="1948453" y="484205"/>
                  </a:lnTo>
                  <a:lnTo>
                    <a:pt x="1949456" y="503242"/>
                  </a:lnTo>
                  <a:lnTo>
                    <a:pt x="1950960" y="496220"/>
                  </a:lnTo>
                  <a:lnTo>
                    <a:pt x="1951963" y="472691"/>
                  </a:lnTo>
                  <a:lnTo>
                    <a:pt x="1952966" y="518762"/>
                  </a:lnTo>
                  <a:lnTo>
                    <a:pt x="1954470" y="455669"/>
                  </a:lnTo>
                  <a:lnTo>
                    <a:pt x="1955473" y="453166"/>
                  </a:lnTo>
                  <a:lnTo>
                    <a:pt x="1956476" y="451664"/>
                  </a:lnTo>
                  <a:lnTo>
                    <a:pt x="1957980" y="476195"/>
                  </a:lnTo>
                  <a:lnTo>
                    <a:pt x="1958983" y="473692"/>
                  </a:lnTo>
                  <a:lnTo>
                    <a:pt x="1959986" y="462678"/>
                  </a:lnTo>
                  <a:lnTo>
                    <a:pt x="1960989" y="416100"/>
                  </a:lnTo>
                  <a:lnTo>
                    <a:pt x="1962493" y="419604"/>
                  </a:lnTo>
                  <a:lnTo>
                    <a:pt x="1963496" y="426633"/>
                  </a:lnTo>
                  <a:lnTo>
                    <a:pt x="1964499" y="428135"/>
                  </a:lnTo>
                  <a:lnTo>
                    <a:pt x="1966003" y="407589"/>
                  </a:lnTo>
                  <a:lnTo>
                    <a:pt x="1967006" y="415599"/>
                  </a:lnTo>
                  <a:lnTo>
                    <a:pt x="1968009" y="419104"/>
                  </a:lnTo>
                  <a:lnTo>
                    <a:pt x="1969514" y="410593"/>
                  </a:lnTo>
                  <a:lnTo>
                    <a:pt x="1970516" y="392570"/>
                  </a:lnTo>
                  <a:lnTo>
                    <a:pt x="1971519" y="410092"/>
                  </a:lnTo>
                  <a:lnTo>
                    <a:pt x="1973024" y="388065"/>
                  </a:lnTo>
                  <a:lnTo>
                    <a:pt x="1974027" y="386563"/>
                  </a:lnTo>
                  <a:lnTo>
                    <a:pt x="1975030" y="398077"/>
                  </a:lnTo>
                  <a:lnTo>
                    <a:pt x="1976032" y="365036"/>
                  </a:lnTo>
                  <a:lnTo>
                    <a:pt x="1977537" y="366538"/>
                  </a:lnTo>
                  <a:lnTo>
                    <a:pt x="1978540" y="389567"/>
                  </a:lnTo>
                  <a:lnTo>
                    <a:pt x="1979543" y="375549"/>
                  </a:lnTo>
                  <a:lnTo>
                    <a:pt x="1981047" y="378553"/>
                  </a:lnTo>
                  <a:lnTo>
                    <a:pt x="1982050" y="381056"/>
                  </a:lnTo>
                  <a:lnTo>
                    <a:pt x="1983053" y="384060"/>
                  </a:lnTo>
                  <a:lnTo>
                    <a:pt x="1984557" y="380055"/>
                  </a:lnTo>
                  <a:lnTo>
                    <a:pt x="1985560" y="387564"/>
                  </a:lnTo>
                  <a:lnTo>
                    <a:pt x="1986563" y="394072"/>
                  </a:lnTo>
                  <a:lnTo>
                    <a:pt x="1988067" y="400080"/>
                  </a:lnTo>
                  <a:lnTo>
                    <a:pt x="1989070" y="398077"/>
                  </a:lnTo>
                  <a:lnTo>
                    <a:pt x="1990073" y="400580"/>
                  </a:lnTo>
                  <a:lnTo>
                    <a:pt x="1991076" y="419104"/>
                  </a:lnTo>
                  <a:lnTo>
                    <a:pt x="1992580" y="398077"/>
                  </a:lnTo>
                  <a:lnTo>
                    <a:pt x="1993583" y="417602"/>
                  </a:lnTo>
                  <a:lnTo>
                    <a:pt x="1994586" y="410092"/>
                  </a:lnTo>
                  <a:lnTo>
                    <a:pt x="1996091" y="415099"/>
                  </a:lnTo>
                  <a:lnTo>
                    <a:pt x="1997093" y="436646"/>
                  </a:lnTo>
                  <a:lnTo>
                    <a:pt x="1998096" y="429637"/>
                  </a:lnTo>
                  <a:lnTo>
                    <a:pt x="1999601" y="424630"/>
                  </a:lnTo>
                  <a:lnTo>
                    <a:pt x="2000604" y="425632"/>
                  </a:lnTo>
                  <a:lnTo>
                    <a:pt x="2001606" y="455169"/>
                  </a:lnTo>
                  <a:lnTo>
                    <a:pt x="2003111" y="452666"/>
                  </a:lnTo>
                  <a:lnTo>
                    <a:pt x="2004114" y="462678"/>
                  </a:lnTo>
                  <a:lnTo>
                    <a:pt x="2005117" y="465181"/>
                  </a:lnTo>
                  <a:lnTo>
                    <a:pt x="2006120" y="471189"/>
                  </a:lnTo>
                  <a:lnTo>
                    <a:pt x="2007624" y="487709"/>
                  </a:lnTo>
                  <a:lnTo>
                    <a:pt x="2008627" y="470187"/>
                  </a:lnTo>
                  <a:lnTo>
                    <a:pt x="2009630" y="458673"/>
                  </a:lnTo>
                  <a:lnTo>
                    <a:pt x="2011134" y="482703"/>
                  </a:lnTo>
                  <a:lnTo>
                    <a:pt x="2012137" y="503242"/>
                  </a:lnTo>
                  <a:lnTo>
                    <a:pt x="2013140" y="503242"/>
                  </a:lnTo>
                  <a:lnTo>
                    <a:pt x="2014644" y="497221"/>
                  </a:lnTo>
                  <a:lnTo>
                    <a:pt x="2015647" y="490713"/>
                  </a:lnTo>
                  <a:lnTo>
                    <a:pt x="2016663" y="487209"/>
                  </a:lnTo>
                  <a:lnTo>
                    <a:pt x="2018168" y="515758"/>
                  </a:lnTo>
                  <a:lnTo>
                    <a:pt x="2019171" y="465181"/>
                  </a:lnTo>
                  <a:lnTo>
                    <a:pt x="2020174" y="504243"/>
                  </a:lnTo>
                  <a:lnTo>
                    <a:pt x="2021678" y="517760"/>
                  </a:lnTo>
                  <a:lnTo>
                    <a:pt x="2022681" y="507247"/>
                  </a:lnTo>
                  <a:lnTo>
                    <a:pt x="2023684" y="494718"/>
                  </a:lnTo>
                  <a:lnTo>
                    <a:pt x="2024687" y="505245"/>
                  </a:lnTo>
                  <a:lnTo>
                    <a:pt x="2026191" y="489712"/>
                  </a:lnTo>
                  <a:lnTo>
                    <a:pt x="2027194" y="492716"/>
                  </a:lnTo>
                  <a:lnTo>
                    <a:pt x="2028197" y="508248"/>
                  </a:lnTo>
                  <a:lnTo>
                    <a:pt x="2029701" y="494718"/>
                  </a:lnTo>
                  <a:lnTo>
                    <a:pt x="2030704" y="506246"/>
                  </a:lnTo>
                  <a:lnTo>
                    <a:pt x="2031707" y="484205"/>
                  </a:lnTo>
                  <a:lnTo>
                    <a:pt x="2033211" y="505245"/>
                  </a:lnTo>
                  <a:lnTo>
                    <a:pt x="2034214" y="522266"/>
                  </a:lnTo>
                  <a:lnTo>
                    <a:pt x="2035217" y="500225"/>
                  </a:lnTo>
                  <a:lnTo>
                    <a:pt x="2036721" y="499224"/>
                  </a:lnTo>
                  <a:lnTo>
                    <a:pt x="2037724" y="503242"/>
                  </a:lnTo>
                  <a:lnTo>
                    <a:pt x="2038727" y="508248"/>
                  </a:lnTo>
                  <a:lnTo>
                    <a:pt x="2039730" y="508248"/>
                  </a:lnTo>
                  <a:lnTo>
                    <a:pt x="2041235" y="545795"/>
                  </a:lnTo>
                  <a:lnTo>
                    <a:pt x="2042237" y="496220"/>
                  </a:lnTo>
                  <a:lnTo>
                    <a:pt x="2043240" y="501240"/>
                  </a:lnTo>
                  <a:lnTo>
                    <a:pt x="2044745" y="520263"/>
                  </a:lnTo>
                  <a:lnTo>
                    <a:pt x="2045748" y="518762"/>
                  </a:lnTo>
                  <a:lnTo>
                    <a:pt x="2046750" y="530276"/>
                  </a:lnTo>
                  <a:lnTo>
                    <a:pt x="2048255" y="506246"/>
                  </a:lnTo>
                  <a:lnTo>
                    <a:pt x="2049258" y="493717"/>
                  </a:lnTo>
                  <a:lnTo>
                    <a:pt x="2050261" y="544293"/>
                  </a:lnTo>
                  <a:lnTo>
                    <a:pt x="2051765" y="510251"/>
                  </a:lnTo>
                  <a:lnTo>
                    <a:pt x="2052768" y="517760"/>
                  </a:lnTo>
                  <a:lnTo>
                    <a:pt x="2053771" y="523267"/>
                  </a:lnTo>
                  <a:lnTo>
                    <a:pt x="2054774" y="497221"/>
                  </a:lnTo>
                  <a:lnTo>
                    <a:pt x="2056278" y="513755"/>
                  </a:lnTo>
                  <a:lnTo>
                    <a:pt x="2057281" y="510251"/>
                  </a:lnTo>
                  <a:lnTo>
                    <a:pt x="2058284" y="513755"/>
                  </a:lnTo>
                  <a:lnTo>
                    <a:pt x="2059788" y="515758"/>
                  </a:lnTo>
                  <a:lnTo>
                    <a:pt x="2060791" y="516759"/>
                  </a:lnTo>
                  <a:lnTo>
                    <a:pt x="2061794" y="530276"/>
                  </a:lnTo>
                  <a:lnTo>
                    <a:pt x="2063298" y="510251"/>
                  </a:lnTo>
                  <a:lnTo>
                    <a:pt x="2064301" y="506246"/>
                  </a:lnTo>
                  <a:lnTo>
                    <a:pt x="2065304" y="515758"/>
                  </a:lnTo>
                  <a:lnTo>
                    <a:pt x="2066809" y="511753"/>
                  </a:lnTo>
                  <a:lnTo>
                    <a:pt x="2067811" y="513755"/>
                  </a:lnTo>
                  <a:lnTo>
                    <a:pt x="2068814" y="522266"/>
                  </a:lnTo>
                  <a:lnTo>
                    <a:pt x="2069817" y="494718"/>
                  </a:lnTo>
                  <a:lnTo>
                    <a:pt x="2071322" y="482703"/>
                  </a:lnTo>
                  <a:lnTo>
                    <a:pt x="2072325" y="485206"/>
                  </a:lnTo>
                  <a:lnTo>
                    <a:pt x="2073327" y="525770"/>
                  </a:lnTo>
                  <a:lnTo>
                    <a:pt x="2074832" y="516759"/>
                  </a:lnTo>
                  <a:lnTo>
                    <a:pt x="2075835" y="522266"/>
                  </a:lnTo>
                  <a:lnTo>
                    <a:pt x="2076838" y="510251"/>
                  </a:lnTo>
                  <a:lnTo>
                    <a:pt x="2078342" y="527773"/>
                  </a:lnTo>
                  <a:lnTo>
                    <a:pt x="2079345" y="493717"/>
                  </a:lnTo>
                  <a:lnTo>
                    <a:pt x="2080348" y="520263"/>
                  </a:lnTo>
                  <a:lnTo>
                    <a:pt x="2081852" y="518762"/>
                  </a:lnTo>
                  <a:lnTo>
                    <a:pt x="2082855" y="508248"/>
                  </a:lnTo>
                  <a:lnTo>
                    <a:pt x="2083858" y="502241"/>
                  </a:lnTo>
                  <a:lnTo>
                    <a:pt x="2084861" y="500225"/>
                  </a:lnTo>
                  <a:lnTo>
                    <a:pt x="2086365" y="503242"/>
                  </a:lnTo>
                  <a:lnTo>
                    <a:pt x="2087368" y="501240"/>
                  </a:lnTo>
                  <a:lnTo>
                    <a:pt x="2088371" y="507247"/>
                  </a:lnTo>
                  <a:lnTo>
                    <a:pt x="2089875" y="498223"/>
                  </a:lnTo>
                  <a:lnTo>
                    <a:pt x="2090878" y="538286"/>
                  </a:lnTo>
                  <a:lnTo>
                    <a:pt x="2091881" y="503242"/>
                  </a:lnTo>
                  <a:lnTo>
                    <a:pt x="2093385" y="525770"/>
                  </a:lnTo>
                  <a:lnTo>
                    <a:pt x="2094388" y="499224"/>
                  </a:lnTo>
                  <a:lnTo>
                    <a:pt x="2095391" y="484205"/>
                  </a:lnTo>
                  <a:lnTo>
                    <a:pt x="2096896" y="528774"/>
                  </a:lnTo>
                  <a:lnTo>
                    <a:pt x="2097899" y="531277"/>
                  </a:lnTo>
                  <a:lnTo>
                    <a:pt x="2098901" y="496220"/>
                  </a:lnTo>
                  <a:lnTo>
                    <a:pt x="2099904" y="524268"/>
                  </a:lnTo>
                  <a:lnTo>
                    <a:pt x="2101409" y="504243"/>
                  </a:lnTo>
                  <a:lnTo>
                    <a:pt x="2102412" y="509250"/>
                  </a:lnTo>
                  <a:lnTo>
                    <a:pt x="2103415" y="496220"/>
                  </a:lnTo>
                  <a:lnTo>
                    <a:pt x="2104919" y="514757"/>
                  </a:lnTo>
                  <a:lnTo>
                    <a:pt x="2105922" y="521265"/>
                  </a:lnTo>
                  <a:lnTo>
                    <a:pt x="2106925" y="524268"/>
                  </a:lnTo>
                  <a:lnTo>
                    <a:pt x="2108429" y="490713"/>
                  </a:lnTo>
                  <a:lnTo>
                    <a:pt x="2109432" y="515758"/>
                  </a:lnTo>
                  <a:lnTo>
                    <a:pt x="2110435" y="528774"/>
                  </a:lnTo>
                  <a:lnTo>
                    <a:pt x="2111939" y="517760"/>
                  </a:lnTo>
                  <a:lnTo>
                    <a:pt x="2112942" y="528774"/>
                  </a:lnTo>
                  <a:lnTo>
                    <a:pt x="2113945" y="516759"/>
                  </a:lnTo>
                  <a:lnTo>
                    <a:pt x="2114948" y="526772"/>
                  </a:lnTo>
                  <a:lnTo>
                    <a:pt x="2116452" y="510251"/>
                  </a:lnTo>
                  <a:lnTo>
                    <a:pt x="2117455" y="512754"/>
                  </a:lnTo>
                  <a:lnTo>
                    <a:pt x="2118458" y="507247"/>
                  </a:lnTo>
                  <a:lnTo>
                    <a:pt x="2119962" y="503242"/>
                  </a:lnTo>
                  <a:lnTo>
                    <a:pt x="2120965" y="500225"/>
                  </a:lnTo>
                  <a:lnTo>
                    <a:pt x="2121968" y="511753"/>
                  </a:lnTo>
                  <a:lnTo>
                    <a:pt x="2123493" y="520263"/>
                  </a:lnTo>
                  <a:lnTo>
                    <a:pt x="2124496" y="509250"/>
                  </a:lnTo>
                  <a:lnTo>
                    <a:pt x="2125498" y="495719"/>
                  </a:lnTo>
                  <a:lnTo>
                    <a:pt x="2127003" y="521265"/>
                  </a:lnTo>
                  <a:lnTo>
                    <a:pt x="2128006" y="509250"/>
                  </a:lnTo>
                  <a:lnTo>
                    <a:pt x="2129009" y="495719"/>
                  </a:lnTo>
                  <a:lnTo>
                    <a:pt x="2130011" y="501240"/>
                  </a:lnTo>
                  <a:lnTo>
                    <a:pt x="2131516" y="532278"/>
                  </a:lnTo>
                  <a:lnTo>
                    <a:pt x="2132519" y="508248"/>
                  </a:lnTo>
                  <a:lnTo>
                    <a:pt x="2133522" y="517760"/>
                  </a:lnTo>
                  <a:lnTo>
                    <a:pt x="2135026" y="502241"/>
                  </a:lnTo>
                  <a:lnTo>
                    <a:pt x="2136029" y="512754"/>
                  </a:lnTo>
                  <a:lnTo>
                    <a:pt x="2137032" y="507247"/>
                  </a:lnTo>
                  <a:lnTo>
                    <a:pt x="2138536" y="505245"/>
                  </a:lnTo>
                  <a:lnTo>
                    <a:pt x="2139539" y="490713"/>
                  </a:lnTo>
                  <a:lnTo>
                    <a:pt x="2140542" y="531277"/>
                  </a:lnTo>
                  <a:lnTo>
                    <a:pt x="2142046" y="498223"/>
                  </a:lnTo>
                  <a:lnTo>
                    <a:pt x="2143049" y="493717"/>
                  </a:lnTo>
                  <a:lnTo>
                    <a:pt x="2144052" y="526772"/>
                  </a:lnTo>
                  <a:lnTo>
                    <a:pt x="2145556" y="524268"/>
                  </a:lnTo>
                  <a:lnTo>
                    <a:pt x="2146559" y="501240"/>
                  </a:lnTo>
                  <a:lnTo>
                    <a:pt x="2147562" y="502241"/>
                  </a:lnTo>
                  <a:lnTo>
                    <a:pt x="2148565" y="520263"/>
                  </a:lnTo>
                  <a:lnTo>
                    <a:pt x="2150070" y="505245"/>
                  </a:lnTo>
                  <a:lnTo>
                    <a:pt x="2151072" y="499224"/>
                  </a:lnTo>
                  <a:lnTo>
                    <a:pt x="2152075" y="494718"/>
                  </a:lnTo>
                  <a:lnTo>
                    <a:pt x="2153580" y="503242"/>
                  </a:lnTo>
                  <a:lnTo>
                    <a:pt x="2154583" y="498223"/>
                  </a:lnTo>
                  <a:lnTo>
                    <a:pt x="2155586" y="502241"/>
                  </a:lnTo>
                  <a:lnTo>
                    <a:pt x="2157090" y="488711"/>
                  </a:lnTo>
                  <a:lnTo>
                    <a:pt x="2158093" y="514757"/>
                  </a:lnTo>
                  <a:lnTo>
                    <a:pt x="2159096" y="487709"/>
                  </a:lnTo>
                  <a:lnTo>
                    <a:pt x="2160600" y="501240"/>
                  </a:lnTo>
                  <a:lnTo>
                    <a:pt x="2161603" y="502241"/>
                  </a:lnTo>
                  <a:lnTo>
                    <a:pt x="2162606" y="506246"/>
                  </a:lnTo>
                  <a:lnTo>
                    <a:pt x="2163609" y="501240"/>
                  </a:lnTo>
                  <a:lnTo>
                    <a:pt x="2165113" y="487209"/>
                  </a:lnTo>
                  <a:lnTo>
                    <a:pt x="2166116" y="502241"/>
                  </a:lnTo>
                  <a:lnTo>
                    <a:pt x="2167119" y="496220"/>
                  </a:lnTo>
                  <a:lnTo>
                    <a:pt x="2168623" y="492716"/>
                  </a:lnTo>
                  <a:lnTo>
                    <a:pt x="2169626" y="499224"/>
                  </a:lnTo>
                  <a:lnTo>
                    <a:pt x="2170629" y="487209"/>
                  </a:lnTo>
                  <a:lnTo>
                    <a:pt x="2172133" y="499224"/>
                  </a:lnTo>
                  <a:lnTo>
                    <a:pt x="2173136" y="502241"/>
                  </a:lnTo>
                  <a:lnTo>
                    <a:pt x="2174139" y="510251"/>
                  </a:lnTo>
                  <a:lnTo>
                    <a:pt x="2175644" y="514757"/>
                  </a:lnTo>
                  <a:lnTo>
                    <a:pt x="2176646" y="516759"/>
                  </a:lnTo>
                  <a:lnTo>
                    <a:pt x="2177649" y="469687"/>
                  </a:lnTo>
                  <a:lnTo>
                    <a:pt x="2178652" y="497221"/>
                  </a:lnTo>
                  <a:lnTo>
                    <a:pt x="2180157" y="483204"/>
                  </a:lnTo>
                  <a:lnTo>
                    <a:pt x="2181160" y="478197"/>
                  </a:lnTo>
                  <a:lnTo>
                    <a:pt x="2182162" y="478698"/>
                  </a:lnTo>
                  <a:lnTo>
                    <a:pt x="2183667" y="495719"/>
                  </a:lnTo>
                  <a:lnTo>
                    <a:pt x="2184670" y="484205"/>
                  </a:lnTo>
                  <a:lnTo>
                    <a:pt x="2185673" y="489712"/>
                  </a:lnTo>
                  <a:lnTo>
                    <a:pt x="2187177" y="499224"/>
                  </a:lnTo>
                  <a:lnTo>
                    <a:pt x="2188180" y="488711"/>
                  </a:lnTo>
                  <a:lnTo>
                    <a:pt x="2189183" y="501240"/>
                  </a:lnTo>
                  <a:lnTo>
                    <a:pt x="2190687" y="502241"/>
                  </a:lnTo>
                  <a:lnTo>
                    <a:pt x="2191690" y="479699"/>
                  </a:lnTo>
                  <a:lnTo>
                    <a:pt x="2192693" y="487709"/>
                  </a:lnTo>
                  <a:lnTo>
                    <a:pt x="2193696" y="501240"/>
                  </a:lnTo>
                  <a:lnTo>
                    <a:pt x="2195200" y="502241"/>
                  </a:lnTo>
                  <a:lnTo>
                    <a:pt x="2196203" y="514757"/>
                  </a:lnTo>
                  <a:lnTo>
                    <a:pt x="2197206" y="475194"/>
                  </a:lnTo>
                  <a:lnTo>
                    <a:pt x="2198710" y="520263"/>
                  </a:lnTo>
                  <a:lnTo>
                    <a:pt x="2199713" y="505245"/>
                  </a:lnTo>
                </a:path>
              </a:pathLst>
            </a:custGeom>
            <a:ln w="3175">
              <a:solidFill>
                <a:srgbClr val="FFC2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635925" y="2063103"/>
              <a:ext cx="2200275" cy="621665"/>
            </a:xfrm>
            <a:custGeom>
              <a:avLst/>
              <a:gdLst/>
              <a:ahLst/>
              <a:cxnLst/>
              <a:rect l="l" t="t" r="r" b="b"/>
              <a:pathLst>
                <a:path w="2200275" h="621664">
                  <a:moveTo>
                    <a:pt x="0" y="287906"/>
                  </a:moveTo>
                  <a:lnTo>
                    <a:pt x="1002" y="280397"/>
                  </a:lnTo>
                  <a:lnTo>
                    <a:pt x="2520" y="289909"/>
                  </a:lnTo>
                  <a:lnTo>
                    <a:pt x="3523" y="301423"/>
                  </a:lnTo>
                  <a:lnTo>
                    <a:pt x="4526" y="306950"/>
                  </a:lnTo>
                  <a:lnTo>
                    <a:pt x="6030" y="292412"/>
                  </a:lnTo>
                  <a:lnTo>
                    <a:pt x="7033" y="291911"/>
                  </a:lnTo>
                  <a:lnTo>
                    <a:pt x="8036" y="290409"/>
                  </a:lnTo>
                  <a:lnTo>
                    <a:pt x="9039" y="294915"/>
                  </a:lnTo>
                  <a:lnTo>
                    <a:pt x="10543" y="290409"/>
                  </a:lnTo>
                  <a:lnTo>
                    <a:pt x="11546" y="292412"/>
                  </a:lnTo>
                  <a:lnTo>
                    <a:pt x="12549" y="305949"/>
                  </a:lnTo>
                  <a:lnTo>
                    <a:pt x="14054" y="302424"/>
                  </a:lnTo>
                  <a:lnTo>
                    <a:pt x="15056" y="298920"/>
                  </a:lnTo>
                  <a:lnTo>
                    <a:pt x="16059" y="306950"/>
                  </a:lnTo>
                  <a:lnTo>
                    <a:pt x="17564" y="309954"/>
                  </a:lnTo>
                  <a:lnTo>
                    <a:pt x="18567" y="308452"/>
                  </a:lnTo>
                  <a:lnTo>
                    <a:pt x="19569" y="291911"/>
                  </a:lnTo>
                  <a:lnTo>
                    <a:pt x="21074" y="290910"/>
                  </a:lnTo>
                  <a:lnTo>
                    <a:pt x="22077" y="300422"/>
                  </a:lnTo>
                  <a:lnTo>
                    <a:pt x="23080" y="308953"/>
                  </a:lnTo>
                  <a:lnTo>
                    <a:pt x="24083" y="304447"/>
                  </a:lnTo>
                  <a:lnTo>
                    <a:pt x="25587" y="301423"/>
                  </a:lnTo>
                  <a:lnTo>
                    <a:pt x="26590" y="311456"/>
                  </a:lnTo>
                  <a:lnTo>
                    <a:pt x="27593" y="319966"/>
                  </a:lnTo>
                  <a:lnTo>
                    <a:pt x="29097" y="301423"/>
                  </a:lnTo>
                  <a:lnTo>
                    <a:pt x="30100" y="303926"/>
                  </a:lnTo>
                  <a:lnTo>
                    <a:pt x="31103" y="303426"/>
                  </a:lnTo>
                  <a:lnTo>
                    <a:pt x="32607" y="319466"/>
                  </a:lnTo>
                  <a:lnTo>
                    <a:pt x="33610" y="311956"/>
                  </a:lnTo>
                  <a:lnTo>
                    <a:pt x="34613" y="331481"/>
                  </a:lnTo>
                  <a:lnTo>
                    <a:pt x="36117" y="314960"/>
                  </a:lnTo>
                  <a:lnTo>
                    <a:pt x="37120" y="304447"/>
                  </a:lnTo>
                  <a:lnTo>
                    <a:pt x="38123" y="311956"/>
                  </a:lnTo>
                  <a:lnTo>
                    <a:pt x="39126" y="313959"/>
                  </a:lnTo>
                  <a:lnTo>
                    <a:pt x="40630" y="307451"/>
                  </a:lnTo>
                  <a:lnTo>
                    <a:pt x="41633" y="311956"/>
                  </a:lnTo>
                  <a:lnTo>
                    <a:pt x="42636" y="324472"/>
                  </a:lnTo>
                  <a:lnTo>
                    <a:pt x="44141" y="309453"/>
                  </a:lnTo>
                  <a:lnTo>
                    <a:pt x="45144" y="310955"/>
                  </a:lnTo>
                  <a:lnTo>
                    <a:pt x="46146" y="315461"/>
                  </a:lnTo>
                  <a:lnTo>
                    <a:pt x="47651" y="311456"/>
                  </a:lnTo>
                  <a:lnTo>
                    <a:pt x="48654" y="331981"/>
                  </a:lnTo>
                  <a:lnTo>
                    <a:pt x="49657" y="324973"/>
                  </a:lnTo>
                  <a:lnTo>
                    <a:pt x="51161" y="324472"/>
                  </a:lnTo>
                  <a:lnTo>
                    <a:pt x="52164" y="322970"/>
                  </a:lnTo>
                  <a:lnTo>
                    <a:pt x="53167" y="337989"/>
                  </a:lnTo>
                  <a:lnTo>
                    <a:pt x="54170" y="323971"/>
                  </a:lnTo>
                  <a:lnTo>
                    <a:pt x="55674" y="328477"/>
                  </a:lnTo>
                  <a:lnTo>
                    <a:pt x="56677" y="321969"/>
                  </a:lnTo>
                  <a:lnTo>
                    <a:pt x="57680" y="313458"/>
                  </a:lnTo>
                  <a:lnTo>
                    <a:pt x="59184" y="326474"/>
                  </a:lnTo>
                  <a:lnTo>
                    <a:pt x="60187" y="331981"/>
                  </a:lnTo>
                  <a:lnTo>
                    <a:pt x="61190" y="327976"/>
                  </a:lnTo>
                  <a:lnTo>
                    <a:pt x="62694" y="324472"/>
                  </a:lnTo>
                  <a:lnTo>
                    <a:pt x="63697" y="313959"/>
                  </a:lnTo>
                  <a:lnTo>
                    <a:pt x="64700" y="331481"/>
                  </a:lnTo>
                  <a:lnTo>
                    <a:pt x="66204" y="323971"/>
                  </a:lnTo>
                  <a:lnTo>
                    <a:pt x="67207" y="313959"/>
                  </a:lnTo>
                  <a:lnTo>
                    <a:pt x="68210" y="325974"/>
                  </a:lnTo>
                  <a:lnTo>
                    <a:pt x="69715" y="319466"/>
                  </a:lnTo>
                  <a:lnTo>
                    <a:pt x="70718" y="330479"/>
                  </a:lnTo>
                  <a:lnTo>
                    <a:pt x="71720" y="321969"/>
                  </a:lnTo>
                  <a:lnTo>
                    <a:pt x="72723" y="315961"/>
                  </a:lnTo>
                  <a:lnTo>
                    <a:pt x="74228" y="322469"/>
                  </a:lnTo>
                  <a:lnTo>
                    <a:pt x="75231" y="301423"/>
                  </a:lnTo>
                  <a:lnTo>
                    <a:pt x="76233" y="330479"/>
                  </a:lnTo>
                  <a:lnTo>
                    <a:pt x="77738" y="325473"/>
                  </a:lnTo>
                  <a:lnTo>
                    <a:pt x="78741" y="328978"/>
                  </a:lnTo>
                  <a:lnTo>
                    <a:pt x="79744" y="336988"/>
                  </a:lnTo>
                  <a:lnTo>
                    <a:pt x="81248" y="312958"/>
                  </a:lnTo>
                  <a:lnTo>
                    <a:pt x="82251" y="335486"/>
                  </a:lnTo>
                  <a:lnTo>
                    <a:pt x="83254" y="312958"/>
                  </a:lnTo>
                  <a:lnTo>
                    <a:pt x="84758" y="308452"/>
                  </a:lnTo>
                  <a:lnTo>
                    <a:pt x="85761" y="302424"/>
                  </a:lnTo>
                  <a:lnTo>
                    <a:pt x="86764" y="277393"/>
                  </a:lnTo>
                  <a:lnTo>
                    <a:pt x="87767" y="230835"/>
                  </a:lnTo>
                  <a:lnTo>
                    <a:pt x="89271" y="187267"/>
                  </a:lnTo>
                  <a:lnTo>
                    <a:pt x="90274" y="147217"/>
                  </a:lnTo>
                  <a:lnTo>
                    <a:pt x="91277" y="105144"/>
                  </a:lnTo>
                  <a:lnTo>
                    <a:pt x="92781" y="79112"/>
                  </a:lnTo>
                  <a:lnTo>
                    <a:pt x="93784" y="65094"/>
                  </a:lnTo>
                  <a:lnTo>
                    <a:pt x="94787" y="38047"/>
                  </a:lnTo>
                  <a:lnTo>
                    <a:pt x="96292" y="27033"/>
                  </a:lnTo>
                  <a:lnTo>
                    <a:pt x="97294" y="23028"/>
                  </a:lnTo>
                  <a:lnTo>
                    <a:pt x="98297" y="14017"/>
                  </a:lnTo>
                  <a:lnTo>
                    <a:pt x="99802" y="9511"/>
                  </a:lnTo>
                  <a:lnTo>
                    <a:pt x="100805" y="1501"/>
                  </a:lnTo>
                  <a:lnTo>
                    <a:pt x="101807" y="10513"/>
                  </a:lnTo>
                  <a:lnTo>
                    <a:pt x="102810" y="0"/>
                  </a:lnTo>
                  <a:lnTo>
                    <a:pt x="104315" y="9011"/>
                  </a:lnTo>
                  <a:lnTo>
                    <a:pt x="105318" y="4505"/>
                  </a:lnTo>
                  <a:lnTo>
                    <a:pt x="106321" y="1501"/>
                  </a:lnTo>
                  <a:lnTo>
                    <a:pt x="107825" y="12015"/>
                  </a:lnTo>
                  <a:lnTo>
                    <a:pt x="108848" y="14017"/>
                  </a:lnTo>
                  <a:lnTo>
                    <a:pt x="109851" y="24030"/>
                  </a:lnTo>
                  <a:lnTo>
                    <a:pt x="111355" y="28535"/>
                  </a:lnTo>
                  <a:lnTo>
                    <a:pt x="112358" y="51063"/>
                  </a:lnTo>
                  <a:lnTo>
                    <a:pt x="113361" y="77610"/>
                  </a:lnTo>
                  <a:lnTo>
                    <a:pt x="114865" y="111652"/>
                  </a:lnTo>
                  <a:lnTo>
                    <a:pt x="115868" y="142191"/>
                  </a:lnTo>
                  <a:lnTo>
                    <a:pt x="116871" y="177254"/>
                  </a:lnTo>
                  <a:lnTo>
                    <a:pt x="117874" y="214301"/>
                  </a:lnTo>
                  <a:lnTo>
                    <a:pt x="119378" y="250860"/>
                  </a:lnTo>
                  <a:lnTo>
                    <a:pt x="120381" y="276892"/>
                  </a:lnTo>
                  <a:lnTo>
                    <a:pt x="121384" y="299421"/>
                  </a:lnTo>
                  <a:lnTo>
                    <a:pt x="122889" y="306449"/>
                  </a:lnTo>
                  <a:lnTo>
                    <a:pt x="123891" y="327976"/>
                  </a:lnTo>
                  <a:lnTo>
                    <a:pt x="124894" y="342494"/>
                  </a:lnTo>
                  <a:lnTo>
                    <a:pt x="126399" y="325473"/>
                  </a:lnTo>
                  <a:lnTo>
                    <a:pt x="127402" y="333984"/>
                  </a:lnTo>
                  <a:lnTo>
                    <a:pt x="128405" y="336988"/>
                  </a:lnTo>
                  <a:lnTo>
                    <a:pt x="129909" y="334484"/>
                  </a:lnTo>
                  <a:lnTo>
                    <a:pt x="130912" y="332983"/>
                  </a:lnTo>
                  <a:lnTo>
                    <a:pt x="131915" y="339991"/>
                  </a:lnTo>
                  <a:lnTo>
                    <a:pt x="132918" y="336487"/>
                  </a:lnTo>
                  <a:lnTo>
                    <a:pt x="134422" y="344497"/>
                  </a:lnTo>
                  <a:lnTo>
                    <a:pt x="135425" y="328477"/>
                  </a:lnTo>
                  <a:lnTo>
                    <a:pt x="136428" y="350504"/>
                  </a:lnTo>
                  <a:lnTo>
                    <a:pt x="137932" y="354509"/>
                  </a:lnTo>
                  <a:lnTo>
                    <a:pt x="138935" y="344998"/>
                  </a:lnTo>
                  <a:lnTo>
                    <a:pt x="139938" y="342995"/>
                  </a:lnTo>
                  <a:lnTo>
                    <a:pt x="141442" y="345498"/>
                  </a:lnTo>
                  <a:lnTo>
                    <a:pt x="142445" y="331981"/>
                  </a:lnTo>
                  <a:lnTo>
                    <a:pt x="143448" y="336988"/>
                  </a:lnTo>
                  <a:lnTo>
                    <a:pt x="144952" y="338489"/>
                  </a:lnTo>
                  <a:lnTo>
                    <a:pt x="145955" y="338990"/>
                  </a:lnTo>
                  <a:lnTo>
                    <a:pt x="146958" y="350004"/>
                  </a:lnTo>
                  <a:lnTo>
                    <a:pt x="147961" y="355010"/>
                  </a:lnTo>
                  <a:lnTo>
                    <a:pt x="149465" y="339491"/>
                  </a:lnTo>
                  <a:lnTo>
                    <a:pt x="150468" y="345498"/>
                  </a:lnTo>
                  <a:lnTo>
                    <a:pt x="151471" y="360517"/>
                  </a:lnTo>
                  <a:lnTo>
                    <a:pt x="152976" y="355511"/>
                  </a:lnTo>
                  <a:lnTo>
                    <a:pt x="153979" y="337989"/>
                  </a:lnTo>
                  <a:lnTo>
                    <a:pt x="154981" y="349503"/>
                  </a:lnTo>
                  <a:lnTo>
                    <a:pt x="156486" y="346499"/>
                  </a:lnTo>
                  <a:lnTo>
                    <a:pt x="157489" y="344497"/>
                  </a:lnTo>
                  <a:lnTo>
                    <a:pt x="158492" y="351005"/>
                  </a:lnTo>
                  <a:lnTo>
                    <a:pt x="159996" y="351506"/>
                  </a:lnTo>
                  <a:lnTo>
                    <a:pt x="160999" y="332983"/>
                  </a:lnTo>
                  <a:lnTo>
                    <a:pt x="162002" y="344998"/>
                  </a:lnTo>
                  <a:lnTo>
                    <a:pt x="163005" y="344497"/>
                  </a:lnTo>
                  <a:lnTo>
                    <a:pt x="164509" y="352006"/>
                  </a:lnTo>
                  <a:lnTo>
                    <a:pt x="165512" y="353008"/>
                  </a:lnTo>
                  <a:lnTo>
                    <a:pt x="166515" y="340993"/>
                  </a:lnTo>
                  <a:lnTo>
                    <a:pt x="168019" y="368026"/>
                  </a:lnTo>
                  <a:lnTo>
                    <a:pt x="169022" y="349003"/>
                  </a:lnTo>
                  <a:lnTo>
                    <a:pt x="170025" y="354009"/>
                  </a:lnTo>
                  <a:lnTo>
                    <a:pt x="171529" y="370530"/>
                  </a:lnTo>
                  <a:lnTo>
                    <a:pt x="172532" y="359516"/>
                  </a:lnTo>
                  <a:lnTo>
                    <a:pt x="173535" y="348001"/>
                  </a:lnTo>
                  <a:lnTo>
                    <a:pt x="175039" y="356011"/>
                  </a:lnTo>
                  <a:lnTo>
                    <a:pt x="176042" y="359516"/>
                  </a:lnTo>
                  <a:lnTo>
                    <a:pt x="177045" y="357513"/>
                  </a:lnTo>
                  <a:lnTo>
                    <a:pt x="178048" y="353008"/>
                  </a:lnTo>
                  <a:lnTo>
                    <a:pt x="179553" y="363521"/>
                  </a:lnTo>
                  <a:lnTo>
                    <a:pt x="180555" y="352507"/>
                  </a:lnTo>
                  <a:lnTo>
                    <a:pt x="181558" y="358514"/>
                  </a:lnTo>
                  <a:lnTo>
                    <a:pt x="183063" y="353008"/>
                  </a:lnTo>
                  <a:lnTo>
                    <a:pt x="184066" y="345498"/>
                  </a:lnTo>
                  <a:lnTo>
                    <a:pt x="185069" y="364522"/>
                  </a:lnTo>
                  <a:lnTo>
                    <a:pt x="186573" y="351005"/>
                  </a:lnTo>
                  <a:lnTo>
                    <a:pt x="187576" y="381043"/>
                  </a:lnTo>
                  <a:lnTo>
                    <a:pt x="188579" y="358514"/>
                  </a:lnTo>
                  <a:lnTo>
                    <a:pt x="190083" y="354509"/>
                  </a:lnTo>
                  <a:lnTo>
                    <a:pt x="191086" y="350004"/>
                  </a:lnTo>
                  <a:lnTo>
                    <a:pt x="192089" y="353008"/>
                  </a:lnTo>
                  <a:lnTo>
                    <a:pt x="193593" y="369028"/>
                  </a:lnTo>
                  <a:lnTo>
                    <a:pt x="194596" y="352507"/>
                  </a:lnTo>
                  <a:lnTo>
                    <a:pt x="195599" y="357013"/>
                  </a:lnTo>
                  <a:lnTo>
                    <a:pt x="196602" y="363020"/>
                  </a:lnTo>
                  <a:lnTo>
                    <a:pt x="198106" y="361018"/>
                  </a:lnTo>
                  <a:lnTo>
                    <a:pt x="199109" y="354509"/>
                  </a:lnTo>
                  <a:lnTo>
                    <a:pt x="200112" y="364021"/>
                  </a:lnTo>
                  <a:lnTo>
                    <a:pt x="201616" y="357013"/>
                  </a:lnTo>
                  <a:lnTo>
                    <a:pt x="202619" y="370029"/>
                  </a:lnTo>
                  <a:lnTo>
                    <a:pt x="203622" y="361518"/>
                  </a:lnTo>
                  <a:lnTo>
                    <a:pt x="205127" y="364021"/>
                  </a:lnTo>
                  <a:lnTo>
                    <a:pt x="206129" y="363020"/>
                  </a:lnTo>
                  <a:lnTo>
                    <a:pt x="207132" y="362519"/>
                  </a:lnTo>
                  <a:lnTo>
                    <a:pt x="208637" y="374034"/>
                  </a:lnTo>
                  <a:lnTo>
                    <a:pt x="209640" y="361518"/>
                  </a:lnTo>
                  <a:lnTo>
                    <a:pt x="210643" y="357013"/>
                  </a:lnTo>
                  <a:lnTo>
                    <a:pt x="211645" y="370029"/>
                  </a:lnTo>
                  <a:lnTo>
                    <a:pt x="213150" y="361518"/>
                  </a:lnTo>
                  <a:lnTo>
                    <a:pt x="214153" y="366525"/>
                  </a:lnTo>
                  <a:lnTo>
                    <a:pt x="215169" y="367526"/>
                  </a:lnTo>
                  <a:lnTo>
                    <a:pt x="216673" y="357013"/>
                  </a:lnTo>
                  <a:lnTo>
                    <a:pt x="217676" y="364522"/>
                  </a:lnTo>
                  <a:lnTo>
                    <a:pt x="218679" y="360517"/>
                  </a:lnTo>
                  <a:lnTo>
                    <a:pt x="220183" y="378540"/>
                  </a:lnTo>
                  <a:lnTo>
                    <a:pt x="221186" y="358014"/>
                  </a:lnTo>
                  <a:lnTo>
                    <a:pt x="222189" y="365023"/>
                  </a:lnTo>
                  <a:lnTo>
                    <a:pt x="223694" y="366525"/>
                  </a:lnTo>
                  <a:lnTo>
                    <a:pt x="224697" y="367526"/>
                  </a:lnTo>
                  <a:lnTo>
                    <a:pt x="225699" y="353008"/>
                  </a:lnTo>
                  <a:lnTo>
                    <a:pt x="226702" y="367025"/>
                  </a:lnTo>
                  <a:lnTo>
                    <a:pt x="228207" y="366525"/>
                  </a:lnTo>
                  <a:lnTo>
                    <a:pt x="229210" y="378540"/>
                  </a:lnTo>
                  <a:lnTo>
                    <a:pt x="230213" y="361018"/>
                  </a:lnTo>
                  <a:lnTo>
                    <a:pt x="231717" y="365523"/>
                  </a:lnTo>
                  <a:lnTo>
                    <a:pt x="232720" y="370530"/>
                  </a:lnTo>
                  <a:lnTo>
                    <a:pt x="233723" y="367526"/>
                  </a:lnTo>
                  <a:lnTo>
                    <a:pt x="235227" y="368026"/>
                  </a:lnTo>
                  <a:lnTo>
                    <a:pt x="236230" y="369028"/>
                  </a:lnTo>
                  <a:lnTo>
                    <a:pt x="237233" y="352507"/>
                  </a:lnTo>
                  <a:lnTo>
                    <a:pt x="238737" y="340993"/>
                  </a:lnTo>
                  <a:lnTo>
                    <a:pt x="239740" y="343996"/>
                  </a:lnTo>
                  <a:lnTo>
                    <a:pt x="240743" y="336988"/>
                  </a:lnTo>
                  <a:lnTo>
                    <a:pt x="241746" y="310955"/>
                  </a:lnTo>
                  <a:lnTo>
                    <a:pt x="243250" y="280897"/>
                  </a:lnTo>
                  <a:lnTo>
                    <a:pt x="244253" y="274890"/>
                  </a:lnTo>
                  <a:lnTo>
                    <a:pt x="245256" y="248357"/>
                  </a:lnTo>
                  <a:lnTo>
                    <a:pt x="246760" y="222311"/>
                  </a:lnTo>
                  <a:lnTo>
                    <a:pt x="247763" y="185265"/>
                  </a:lnTo>
                  <a:lnTo>
                    <a:pt x="248766" y="164238"/>
                  </a:lnTo>
                  <a:lnTo>
                    <a:pt x="250271" y="144213"/>
                  </a:lnTo>
                  <a:lnTo>
                    <a:pt x="251273" y="119162"/>
                  </a:lnTo>
                  <a:lnTo>
                    <a:pt x="252276" y="87622"/>
                  </a:lnTo>
                  <a:lnTo>
                    <a:pt x="253781" y="79612"/>
                  </a:lnTo>
                  <a:lnTo>
                    <a:pt x="254784" y="56570"/>
                  </a:lnTo>
                  <a:lnTo>
                    <a:pt x="255787" y="58573"/>
                  </a:lnTo>
                  <a:lnTo>
                    <a:pt x="256789" y="48560"/>
                  </a:lnTo>
                  <a:lnTo>
                    <a:pt x="258294" y="44055"/>
                  </a:lnTo>
                  <a:lnTo>
                    <a:pt x="259297" y="44555"/>
                  </a:lnTo>
                  <a:lnTo>
                    <a:pt x="260300" y="39048"/>
                  </a:lnTo>
                  <a:lnTo>
                    <a:pt x="261804" y="35043"/>
                  </a:lnTo>
                  <a:lnTo>
                    <a:pt x="262807" y="36045"/>
                  </a:lnTo>
                  <a:lnTo>
                    <a:pt x="263810" y="45556"/>
                  </a:lnTo>
                  <a:lnTo>
                    <a:pt x="265314" y="54067"/>
                  </a:lnTo>
                  <a:lnTo>
                    <a:pt x="266317" y="51063"/>
                  </a:lnTo>
                  <a:lnTo>
                    <a:pt x="267320" y="60575"/>
                  </a:lnTo>
                  <a:lnTo>
                    <a:pt x="268824" y="65094"/>
                  </a:lnTo>
                  <a:lnTo>
                    <a:pt x="269827" y="94631"/>
                  </a:lnTo>
                  <a:lnTo>
                    <a:pt x="270830" y="107147"/>
                  </a:lnTo>
                  <a:lnTo>
                    <a:pt x="271833" y="129675"/>
                  </a:lnTo>
                  <a:lnTo>
                    <a:pt x="273337" y="149720"/>
                  </a:lnTo>
                  <a:lnTo>
                    <a:pt x="274340" y="180759"/>
                  </a:lnTo>
                  <a:lnTo>
                    <a:pt x="275343" y="210296"/>
                  </a:lnTo>
                  <a:lnTo>
                    <a:pt x="276847" y="244352"/>
                  </a:lnTo>
                  <a:lnTo>
                    <a:pt x="277850" y="272887"/>
                  </a:lnTo>
                  <a:lnTo>
                    <a:pt x="278853" y="293914"/>
                  </a:lnTo>
                  <a:lnTo>
                    <a:pt x="280358" y="322970"/>
                  </a:lnTo>
                  <a:lnTo>
                    <a:pt x="281361" y="324973"/>
                  </a:lnTo>
                  <a:lnTo>
                    <a:pt x="282363" y="343496"/>
                  </a:lnTo>
                  <a:lnTo>
                    <a:pt x="283868" y="345498"/>
                  </a:lnTo>
                  <a:lnTo>
                    <a:pt x="284871" y="378039"/>
                  </a:lnTo>
                  <a:lnTo>
                    <a:pt x="285874" y="366525"/>
                  </a:lnTo>
                  <a:lnTo>
                    <a:pt x="286877" y="391069"/>
                  </a:lnTo>
                  <a:lnTo>
                    <a:pt x="288381" y="376036"/>
                  </a:lnTo>
                  <a:lnTo>
                    <a:pt x="289384" y="377538"/>
                  </a:lnTo>
                  <a:lnTo>
                    <a:pt x="290387" y="391069"/>
                  </a:lnTo>
                  <a:lnTo>
                    <a:pt x="291891" y="390568"/>
                  </a:lnTo>
                  <a:lnTo>
                    <a:pt x="292894" y="397076"/>
                  </a:lnTo>
                  <a:lnTo>
                    <a:pt x="293897" y="377538"/>
                  </a:lnTo>
                  <a:lnTo>
                    <a:pt x="295401" y="386563"/>
                  </a:lnTo>
                  <a:lnTo>
                    <a:pt x="296404" y="403584"/>
                  </a:lnTo>
                  <a:lnTo>
                    <a:pt x="297407" y="401582"/>
                  </a:lnTo>
                  <a:lnTo>
                    <a:pt x="298911" y="399079"/>
                  </a:lnTo>
                  <a:lnTo>
                    <a:pt x="299914" y="387564"/>
                  </a:lnTo>
                  <a:lnTo>
                    <a:pt x="300917" y="399079"/>
                  </a:lnTo>
                  <a:lnTo>
                    <a:pt x="301920" y="378540"/>
                  </a:lnTo>
                  <a:lnTo>
                    <a:pt x="303424" y="412595"/>
                  </a:lnTo>
                  <a:lnTo>
                    <a:pt x="304427" y="384560"/>
                  </a:lnTo>
                  <a:lnTo>
                    <a:pt x="305430" y="401081"/>
                  </a:lnTo>
                  <a:lnTo>
                    <a:pt x="306935" y="388565"/>
                  </a:lnTo>
                  <a:lnTo>
                    <a:pt x="307938" y="385562"/>
                  </a:lnTo>
                  <a:lnTo>
                    <a:pt x="308940" y="405086"/>
                  </a:lnTo>
                  <a:lnTo>
                    <a:pt x="310445" y="399579"/>
                  </a:lnTo>
                  <a:lnTo>
                    <a:pt x="311448" y="384046"/>
                  </a:lnTo>
                  <a:lnTo>
                    <a:pt x="312451" y="383045"/>
                  </a:lnTo>
                  <a:lnTo>
                    <a:pt x="313955" y="399579"/>
                  </a:lnTo>
                  <a:lnTo>
                    <a:pt x="314958" y="404585"/>
                  </a:lnTo>
                  <a:lnTo>
                    <a:pt x="315961" y="398077"/>
                  </a:lnTo>
                  <a:lnTo>
                    <a:pt x="317465" y="405587"/>
                  </a:lnTo>
                  <a:lnTo>
                    <a:pt x="318468" y="407089"/>
                  </a:lnTo>
                  <a:lnTo>
                    <a:pt x="319471" y="399079"/>
                  </a:lnTo>
                  <a:lnTo>
                    <a:pt x="320487" y="386563"/>
                  </a:lnTo>
                  <a:lnTo>
                    <a:pt x="321992" y="413096"/>
                  </a:lnTo>
                  <a:lnTo>
                    <a:pt x="322994" y="408090"/>
                  </a:lnTo>
                  <a:lnTo>
                    <a:pt x="323997" y="413096"/>
                  </a:lnTo>
                  <a:lnTo>
                    <a:pt x="325502" y="397076"/>
                  </a:lnTo>
                  <a:lnTo>
                    <a:pt x="326505" y="409592"/>
                  </a:lnTo>
                  <a:lnTo>
                    <a:pt x="327507" y="405587"/>
                  </a:lnTo>
                  <a:lnTo>
                    <a:pt x="329012" y="416100"/>
                  </a:lnTo>
                  <a:lnTo>
                    <a:pt x="330015" y="407589"/>
                  </a:lnTo>
                  <a:lnTo>
                    <a:pt x="331018" y="403584"/>
                  </a:lnTo>
                  <a:lnTo>
                    <a:pt x="332522" y="416600"/>
                  </a:lnTo>
                  <a:lnTo>
                    <a:pt x="333525" y="408090"/>
                  </a:lnTo>
                  <a:lnTo>
                    <a:pt x="334528" y="396075"/>
                  </a:lnTo>
                  <a:lnTo>
                    <a:pt x="335531" y="393572"/>
                  </a:lnTo>
                  <a:lnTo>
                    <a:pt x="337035" y="408090"/>
                  </a:lnTo>
                  <a:lnTo>
                    <a:pt x="338038" y="425612"/>
                  </a:lnTo>
                  <a:lnTo>
                    <a:pt x="339041" y="401081"/>
                  </a:lnTo>
                  <a:lnTo>
                    <a:pt x="340545" y="423109"/>
                  </a:lnTo>
                  <a:lnTo>
                    <a:pt x="341548" y="388065"/>
                  </a:lnTo>
                  <a:lnTo>
                    <a:pt x="342551" y="404585"/>
                  </a:lnTo>
                  <a:lnTo>
                    <a:pt x="344055" y="399579"/>
                  </a:lnTo>
                  <a:lnTo>
                    <a:pt x="345058" y="402082"/>
                  </a:lnTo>
                  <a:lnTo>
                    <a:pt x="346061" y="401582"/>
                  </a:lnTo>
                  <a:lnTo>
                    <a:pt x="347566" y="416100"/>
                  </a:lnTo>
                  <a:lnTo>
                    <a:pt x="348568" y="408590"/>
                  </a:lnTo>
                  <a:lnTo>
                    <a:pt x="349571" y="407589"/>
                  </a:lnTo>
                  <a:lnTo>
                    <a:pt x="350574" y="405086"/>
                  </a:lnTo>
                  <a:lnTo>
                    <a:pt x="352079" y="399579"/>
                  </a:lnTo>
                  <a:lnTo>
                    <a:pt x="353082" y="404585"/>
                  </a:lnTo>
                  <a:lnTo>
                    <a:pt x="354084" y="399079"/>
                  </a:lnTo>
                  <a:lnTo>
                    <a:pt x="355589" y="414598"/>
                  </a:lnTo>
                  <a:lnTo>
                    <a:pt x="356592" y="410593"/>
                  </a:lnTo>
                  <a:lnTo>
                    <a:pt x="357595" y="399579"/>
                  </a:lnTo>
                  <a:lnTo>
                    <a:pt x="359099" y="427114"/>
                  </a:lnTo>
                  <a:lnTo>
                    <a:pt x="360102" y="402082"/>
                  </a:lnTo>
                  <a:lnTo>
                    <a:pt x="361105" y="411594"/>
                  </a:lnTo>
                  <a:lnTo>
                    <a:pt x="362609" y="412095"/>
                  </a:lnTo>
                  <a:lnTo>
                    <a:pt x="363612" y="401081"/>
                  </a:lnTo>
                  <a:lnTo>
                    <a:pt x="364615" y="417602"/>
                  </a:lnTo>
                  <a:lnTo>
                    <a:pt x="365618" y="418102"/>
                  </a:lnTo>
                  <a:lnTo>
                    <a:pt x="367122" y="412095"/>
                  </a:lnTo>
                  <a:lnTo>
                    <a:pt x="368125" y="435124"/>
                  </a:lnTo>
                  <a:lnTo>
                    <a:pt x="369128" y="413096"/>
                  </a:lnTo>
                  <a:lnTo>
                    <a:pt x="370632" y="410092"/>
                  </a:lnTo>
                  <a:lnTo>
                    <a:pt x="371635" y="415599"/>
                  </a:lnTo>
                  <a:lnTo>
                    <a:pt x="372638" y="411094"/>
                  </a:lnTo>
                  <a:lnTo>
                    <a:pt x="374142" y="415099"/>
                  </a:lnTo>
                  <a:lnTo>
                    <a:pt x="375145" y="422608"/>
                  </a:lnTo>
                  <a:lnTo>
                    <a:pt x="376148" y="412595"/>
                  </a:lnTo>
                  <a:lnTo>
                    <a:pt x="377653" y="428615"/>
                  </a:lnTo>
                  <a:lnTo>
                    <a:pt x="378656" y="422608"/>
                  </a:lnTo>
                  <a:lnTo>
                    <a:pt x="379658" y="435624"/>
                  </a:lnTo>
                  <a:lnTo>
                    <a:pt x="380661" y="397577"/>
                  </a:lnTo>
                  <a:lnTo>
                    <a:pt x="382166" y="415599"/>
                  </a:lnTo>
                  <a:lnTo>
                    <a:pt x="383169" y="419604"/>
                  </a:lnTo>
                  <a:lnTo>
                    <a:pt x="384171" y="404585"/>
                  </a:lnTo>
                  <a:lnTo>
                    <a:pt x="385676" y="419104"/>
                  </a:lnTo>
                  <a:lnTo>
                    <a:pt x="386679" y="411594"/>
                  </a:lnTo>
                  <a:lnTo>
                    <a:pt x="387682" y="402583"/>
                  </a:lnTo>
                  <a:lnTo>
                    <a:pt x="389186" y="416600"/>
                  </a:lnTo>
                  <a:lnTo>
                    <a:pt x="390189" y="417101"/>
                  </a:lnTo>
                  <a:lnTo>
                    <a:pt x="391192" y="406588"/>
                  </a:lnTo>
                  <a:lnTo>
                    <a:pt x="392696" y="428615"/>
                  </a:lnTo>
                  <a:lnTo>
                    <a:pt x="393699" y="400080"/>
                  </a:lnTo>
                  <a:lnTo>
                    <a:pt x="394702" y="424610"/>
                  </a:lnTo>
                  <a:lnTo>
                    <a:pt x="395705" y="414598"/>
                  </a:lnTo>
                  <a:lnTo>
                    <a:pt x="397209" y="417101"/>
                  </a:lnTo>
                  <a:lnTo>
                    <a:pt x="398212" y="427614"/>
                  </a:lnTo>
                  <a:lnTo>
                    <a:pt x="399215" y="416100"/>
                  </a:lnTo>
                  <a:lnTo>
                    <a:pt x="400719" y="407589"/>
                  </a:lnTo>
                  <a:lnTo>
                    <a:pt x="401722" y="409592"/>
                  </a:lnTo>
                  <a:lnTo>
                    <a:pt x="402725" y="405587"/>
                  </a:lnTo>
                  <a:lnTo>
                    <a:pt x="404230" y="411594"/>
                  </a:lnTo>
                  <a:lnTo>
                    <a:pt x="405232" y="408090"/>
                  </a:lnTo>
                  <a:lnTo>
                    <a:pt x="406235" y="418102"/>
                  </a:lnTo>
                  <a:lnTo>
                    <a:pt x="407740" y="420605"/>
                  </a:lnTo>
                  <a:lnTo>
                    <a:pt x="408743" y="413597"/>
                  </a:lnTo>
                  <a:lnTo>
                    <a:pt x="409746" y="396575"/>
                  </a:lnTo>
                  <a:lnTo>
                    <a:pt x="410748" y="410092"/>
                  </a:lnTo>
                  <a:lnTo>
                    <a:pt x="412253" y="406588"/>
                  </a:lnTo>
                  <a:lnTo>
                    <a:pt x="413256" y="424610"/>
                  </a:lnTo>
                  <a:lnTo>
                    <a:pt x="414259" y="413096"/>
                  </a:lnTo>
                  <a:lnTo>
                    <a:pt x="415763" y="410593"/>
                  </a:lnTo>
                  <a:lnTo>
                    <a:pt x="416766" y="419104"/>
                  </a:lnTo>
                  <a:lnTo>
                    <a:pt x="417769" y="423609"/>
                  </a:lnTo>
                  <a:lnTo>
                    <a:pt x="419273" y="412595"/>
                  </a:lnTo>
                  <a:lnTo>
                    <a:pt x="420276" y="415599"/>
                  </a:lnTo>
                  <a:lnTo>
                    <a:pt x="421279" y="419104"/>
                  </a:lnTo>
                  <a:lnTo>
                    <a:pt x="422783" y="410092"/>
                  </a:lnTo>
                  <a:lnTo>
                    <a:pt x="423786" y="427114"/>
                  </a:lnTo>
                  <a:lnTo>
                    <a:pt x="424789" y="424110"/>
                  </a:lnTo>
                  <a:lnTo>
                    <a:pt x="425792" y="418102"/>
                  </a:lnTo>
                  <a:lnTo>
                    <a:pt x="427316" y="426613"/>
                  </a:lnTo>
                  <a:lnTo>
                    <a:pt x="428319" y="420105"/>
                  </a:lnTo>
                  <a:lnTo>
                    <a:pt x="429322" y="408090"/>
                  </a:lnTo>
                  <a:lnTo>
                    <a:pt x="430827" y="407589"/>
                  </a:lnTo>
                  <a:lnTo>
                    <a:pt x="431829" y="423609"/>
                  </a:lnTo>
                  <a:lnTo>
                    <a:pt x="432832" y="429617"/>
                  </a:lnTo>
                  <a:lnTo>
                    <a:pt x="434337" y="403084"/>
                  </a:lnTo>
                  <a:lnTo>
                    <a:pt x="435340" y="418603"/>
                  </a:lnTo>
                  <a:lnTo>
                    <a:pt x="436343" y="424110"/>
                  </a:lnTo>
                  <a:lnTo>
                    <a:pt x="437847" y="424610"/>
                  </a:lnTo>
                  <a:lnTo>
                    <a:pt x="438850" y="414598"/>
                  </a:lnTo>
                  <a:lnTo>
                    <a:pt x="439853" y="428115"/>
                  </a:lnTo>
                  <a:lnTo>
                    <a:pt x="441357" y="425612"/>
                  </a:lnTo>
                  <a:lnTo>
                    <a:pt x="442360" y="420105"/>
                  </a:lnTo>
                  <a:lnTo>
                    <a:pt x="443363" y="427614"/>
                  </a:lnTo>
                  <a:lnTo>
                    <a:pt x="444366" y="418603"/>
                  </a:lnTo>
                  <a:lnTo>
                    <a:pt x="445870" y="410593"/>
                  </a:lnTo>
                  <a:lnTo>
                    <a:pt x="446873" y="417101"/>
                  </a:lnTo>
                  <a:lnTo>
                    <a:pt x="447876" y="416600"/>
                  </a:lnTo>
                  <a:lnTo>
                    <a:pt x="449380" y="437126"/>
                  </a:lnTo>
                  <a:lnTo>
                    <a:pt x="450383" y="423609"/>
                  </a:lnTo>
                  <a:lnTo>
                    <a:pt x="451386" y="423609"/>
                  </a:lnTo>
                  <a:lnTo>
                    <a:pt x="452890" y="415599"/>
                  </a:lnTo>
                  <a:lnTo>
                    <a:pt x="453893" y="414097"/>
                  </a:lnTo>
                  <a:lnTo>
                    <a:pt x="454896" y="416600"/>
                  </a:lnTo>
                  <a:lnTo>
                    <a:pt x="456401" y="418603"/>
                  </a:lnTo>
                  <a:lnTo>
                    <a:pt x="457403" y="424610"/>
                  </a:lnTo>
                  <a:lnTo>
                    <a:pt x="458406" y="424110"/>
                  </a:lnTo>
                  <a:lnTo>
                    <a:pt x="459409" y="413597"/>
                  </a:lnTo>
                  <a:lnTo>
                    <a:pt x="460914" y="404585"/>
                  </a:lnTo>
                  <a:lnTo>
                    <a:pt x="461917" y="424610"/>
                  </a:lnTo>
                  <a:lnTo>
                    <a:pt x="462919" y="405587"/>
                  </a:lnTo>
                  <a:lnTo>
                    <a:pt x="464424" y="426613"/>
                  </a:lnTo>
                  <a:lnTo>
                    <a:pt x="465427" y="411094"/>
                  </a:lnTo>
                  <a:lnTo>
                    <a:pt x="466430" y="424610"/>
                  </a:lnTo>
                  <a:lnTo>
                    <a:pt x="467934" y="419104"/>
                  </a:lnTo>
                  <a:lnTo>
                    <a:pt x="468937" y="428115"/>
                  </a:lnTo>
                  <a:lnTo>
                    <a:pt x="469940" y="414097"/>
                  </a:lnTo>
                  <a:lnTo>
                    <a:pt x="471444" y="415099"/>
                  </a:lnTo>
                  <a:lnTo>
                    <a:pt x="472447" y="424110"/>
                  </a:lnTo>
                  <a:lnTo>
                    <a:pt x="473450" y="419104"/>
                  </a:lnTo>
                  <a:lnTo>
                    <a:pt x="474453" y="426613"/>
                  </a:lnTo>
                  <a:lnTo>
                    <a:pt x="475957" y="417101"/>
                  </a:lnTo>
                  <a:lnTo>
                    <a:pt x="476960" y="420105"/>
                  </a:lnTo>
                  <a:lnTo>
                    <a:pt x="477963" y="411094"/>
                  </a:lnTo>
                  <a:lnTo>
                    <a:pt x="479467" y="398077"/>
                  </a:lnTo>
                  <a:lnTo>
                    <a:pt x="480470" y="414097"/>
                  </a:lnTo>
                  <a:lnTo>
                    <a:pt x="481473" y="416600"/>
                  </a:lnTo>
                  <a:lnTo>
                    <a:pt x="482977" y="425111"/>
                  </a:lnTo>
                  <a:lnTo>
                    <a:pt x="483980" y="425612"/>
                  </a:lnTo>
                  <a:lnTo>
                    <a:pt x="484983" y="405587"/>
                  </a:lnTo>
                  <a:lnTo>
                    <a:pt x="486488" y="404085"/>
                  </a:lnTo>
                  <a:lnTo>
                    <a:pt x="487491" y="413597"/>
                  </a:lnTo>
                  <a:lnTo>
                    <a:pt x="488493" y="404585"/>
                  </a:lnTo>
                  <a:lnTo>
                    <a:pt x="489496" y="405086"/>
                  </a:lnTo>
                  <a:lnTo>
                    <a:pt x="491001" y="406087"/>
                  </a:lnTo>
                  <a:lnTo>
                    <a:pt x="492004" y="411594"/>
                  </a:lnTo>
                  <a:lnTo>
                    <a:pt x="493007" y="414598"/>
                  </a:lnTo>
                  <a:lnTo>
                    <a:pt x="494511" y="406087"/>
                  </a:lnTo>
                  <a:lnTo>
                    <a:pt x="495514" y="393071"/>
                  </a:lnTo>
                  <a:lnTo>
                    <a:pt x="496517" y="415599"/>
                  </a:lnTo>
                  <a:lnTo>
                    <a:pt x="498021" y="390568"/>
                  </a:lnTo>
                  <a:lnTo>
                    <a:pt x="499024" y="385061"/>
                  </a:lnTo>
                  <a:lnTo>
                    <a:pt x="500027" y="395074"/>
                  </a:lnTo>
                  <a:lnTo>
                    <a:pt x="501531" y="395574"/>
                  </a:lnTo>
                  <a:lnTo>
                    <a:pt x="502534" y="406087"/>
                  </a:lnTo>
                  <a:lnTo>
                    <a:pt x="503537" y="399579"/>
                  </a:lnTo>
                  <a:lnTo>
                    <a:pt x="504540" y="393071"/>
                  </a:lnTo>
                  <a:lnTo>
                    <a:pt x="506044" y="400080"/>
                  </a:lnTo>
                  <a:lnTo>
                    <a:pt x="507047" y="397076"/>
                  </a:lnTo>
                  <a:lnTo>
                    <a:pt x="508050" y="401081"/>
                  </a:lnTo>
                  <a:lnTo>
                    <a:pt x="509554" y="381043"/>
                  </a:lnTo>
                  <a:lnTo>
                    <a:pt x="510557" y="389567"/>
                  </a:lnTo>
                  <a:lnTo>
                    <a:pt x="511560" y="402082"/>
                  </a:lnTo>
                  <a:lnTo>
                    <a:pt x="513065" y="392070"/>
                  </a:lnTo>
                  <a:lnTo>
                    <a:pt x="514067" y="399579"/>
                  </a:lnTo>
                  <a:lnTo>
                    <a:pt x="515070" y="384560"/>
                  </a:lnTo>
                  <a:lnTo>
                    <a:pt x="516575" y="405086"/>
                  </a:lnTo>
                  <a:lnTo>
                    <a:pt x="517578" y="405587"/>
                  </a:lnTo>
                  <a:lnTo>
                    <a:pt x="518581" y="393071"/>
                  </a:lnTo>
                  <a:lnTo>
                    <a:pt x="519583" y="424110"/>
                  </a:lnTo>
                  <a:lnTo>
                    <a:pt x="521088" y="406087"/>
                  </a:lnTo>
                  <a:lnTo>
                    <a:pt x="522091" y="403084"/>
                  </a:lnTo>
                  <a:lnTo>
                    <a:pt x="523094" y="392570"/>
                  </a:lnTo>
                  <a:lnTo>
                    <a:pt x="524598" y="416100"/>
                  </a:lnTo>
                  <a:lnTo>
                    <a:pt x="525601" y="420605"/>
                  </a:lnTo>
                  <a:lnTo>
                    <a:pt x="526604" y="386563"/>
                  </a:lnTo>
                  <a:lnTo>
                    <a:pt x="528108" y="409592"/>
                  </a:lnTo>
                  <a:lnTo>
                    <a:pt x="529111" y="411094"/>
                  </a:lnTo>
                  <a:lnTo>
                    <a:pt x="530114" y="407089"/>
                  </a:lnTo>
                  <a:lnTo>
                    <a:pt x="531618" y="425111"/>
                  </a:lnTo>
                  <a:lnTo>
                    <a:pt x="532641" y="426112"/>
                  </a:lnTo>
                  <a:lnTo>
                    <a:pt x="533644" y="415099"/>
                  </a:lnTo>
                  <a:lnTo>
                    <a:pt x="534647" y="413597"/>
                  </a:lnTo>
                  <a:lnTo>
                    <a:pt x="536151" y="416100"/>
                  </a:lnTo>
                  <a:lnTo>
                    <a:pt x="537154" y="412595"/>
                  </a:lnTo>
                  <a:lnTo>
                    <a:pt x="538157" y="428615"/>
                  </a:lnTo>
                  <a:lnTo>
                    <a:pt x="539662" y="411094"/>
                  </a:lnTo>
                  <a:lnTo>
                    <a:pt x="540664" y="393071"/>
                  </a:lnTo>
                  <a:lnTo>
                    <a:pt x="541667" y="374034"/>
                  </a:lnTo>
                  <a:lnTo>
                    <a:pt x="543172" y="398077"/>
                  </a:lnTo>
                  <a:lnTo>
                    <a:pt x="544175" y="379541"/>
                  </a:lnTo>
                  <a:lnTo>
                    <a:pt x="545178" y="390067"/>
                  </a:lnTo>
                  <a:lnTo>
                    <a:pt x="546682" y="374535"/>
                  </a:lnTo>
                  <a:lnTo>
                    <a:pt x="547685" y="392570"/>
                  </a:lnTo>
                  <a:lnTo>
                    <a:pt x="548688" y="384046"/>
                  </a:lnTo>
                  <a:lnTo>
                    <a:pt x="550192" y="387564"/>
                  </a:lnTo>
                  <a:lnTo>
                    <a:pt x="551195" y="403084"/>
                  </a:lnTo>
                  <a:lnTo>
                    <a:pt x="552198" y="398578"/>
                  </a:lnTo>
                  <a:lnTo>
                    <a:pt x="553201" y="384046"/>
                  </a:lnTo>
                  <a:lnTo>
                    <a:pt x="554705" y="390568"/>
                  </a:lnTo>
                  <a:lnTo>
                    <a:pt x="555708" y="427614"/>
                  </a:lnTo>
                  <a:lnTo>
                    <a:pt x="556711" y="407089"/>
                  </a:lnTo>
                  <a:lnTo>
                    <a:pt x="558215" y="391069"/>
                  </a:lnTo>
                  <a:lnTo>
                    <a:pt x="559218" y="388065"/>
                  </a:lnTo>
                  <a:lnTo>
                    <a:pt x="560221" y="401582"/>
                  </a:lnTo>
                  <a:lnTo>
                    <a:pt x="561725" y="395074"/>
                  </a:lnTo>
                  <a:lnTo>
                    <a:pt x="562728" y="417101"/>
                  </a:lnTo>
                  <a:lnTo>
                    <a:pt x="563731" y="418102"/>
                  </a:lnTo>
                  <a:lnTo>
                    <a:pt x="565236" y="434623"/>
                  </a:lnTo>
                  <a:lnTo>
                    <a:pt x="566238" y="437126"/>
                  </a:lnTo>
                  <a:lnTo>
                    <a:pt x="567241" y="424110"/>
                  </a:lnTo>
                  <a:lnTo>
                    <a:pt x="568244" y="445136"/>
                  </a:lnTo>
                  <a:lnTo>
                    <a:pt x="569749" y="451144"/>
                  </a:lnTo>
                  <a:lnTo>
                    <a:pt x="570752" y="441131"/>
                  </a:lnTo>
                  <a:lnTo>
                    <a:pt x="571754" y="422608"/>
                  </a:lnTo>
                  <a:lnTo>
                    <a:pt x="573259" y="439129"/>
                  </a:lnTo>
                  <a:lnTo>
                    <a:pt x="574262" y="429116"/>
                  </a:lnTo>
                  <a:lnTo>
                    <a:pt x="575265" y="423109"/>
                  </a:lnTo>
                  <a:lnTo>
                    <a:pt x="576769" y="429116"/>
                  </a:lnTo>
                  <a:lnTo>
                    <a:pt x="577772" y="424610"/>
                  </a:lnTo>
                  <a:lnTo>
                    <a:pt x="578775" y="423109"/>
                  </a:lnTo>
                  <a:lnTo>
                    <a:pt x="580279" y="432120"/>
                  </a:lnTo>
                  <a:lnTo>
                    <a:pt x="581282" y="429617"/>
                  </a:lnTo>
                  <a:lnTo>
                    <a:pt x="582285" y="429116"/>
                  </a:lnTo>
                  <a:lnTo>
                    <a:pt x="583288" y="427614"/>
                  </a:lnTo>
                  <a:lnTo>
                    <a:pt x="584792" y="425612"/>
                  </a:lnTo>
                  <a:lnTo>
                    <a:pt x="585795" y="435624"/>
                  </a:lnTo>
                  <a:lnTo>
                    <a:pt x="586798" y="446137"/>
                  </a:lnTo>
                  <a:lnTo>
                    <a:pt x="588302" y="431119"/>
                  </a:lnTo>
                  <a:lnTo>
                    <a:pt x="589305" y="412595"/>
                  </a:lnTo>
                  <a:lnTo>
                    <a:pt x="590308" y="441632"/>
                  </a:lnTo>
                  <a:lnTo>
                    <a:pt x="591813" y="449141"/>
                  </a:lnTo>
                  <a:lnTo>
                    <a:pt x="592815" y="447139"/>
                  </a:lnTo>
                  <a:lnTo>
                    <a:pt x="593818" y="428115"/>
                  </a:lnTo>
                  <a:lnTo>
                    <a:pt x="595323" y="449141"/>
                  </a:lnTo>
                  <a:lnTo>
                    <a:pt x="596326" y="437126"/>
                  </a:lnTo>
                  <a:lnTo>
                    <a:pt x="597328" y="433121"/>
                  </a:lnTo>
                  <a:lnTo>
                    <a:pt x="598331" y="425612"/>
                  </a:lnTo>
                  <a:lnTo>
                    <a:pt x="599836" y="436625"/>
                  </a:lnTo>
                  <a:lnTo>
                    <a:pt x="600839" y="436625"/>
                  </a:lnTo>
                  <a:lnTo>
                    <a:pt x="601842" y="449642"/>
                  </a:lnTo>
                  <a:lnTo>
                    <a:pt x="603346" y="435124"/>
                  </a:lnTo>
                  <a:lnTo>
                    <a:pt x="604349" y="434623"/>
                  </a:lnTo>
                  <a:lnTo>
                    <a:pt x="605352" y="440130"/>
                  </a:lnTo>
                  <a:lnTo>
                    <a:pt x="606856" y="451644"/>
                  </a:lnTo>
                  <a:lnTo>
                    <a:pt x="607859" y="435124"/>
                  </a:lnTo>
                  <a:lnTo>
                    <a:pt x="608862" y="443134"/>
                  </a:lnTo>
                  <a:lnTo>
                    <a:pt x="610366" y="436625"/>
                  </a:lnTo>
                  <a:lnTo>
                    <a:pt x="611369" y="442132"/>
                  </a:lnTo>
                  <a:lnTo>
                    <a:pt x="612372" y="452646"/>
                  </a:lnTo>
                  <a:lnTo>
                    <a:pt x="613375" y="434122"/>
                  </a:lnTo>
                  <a:lnTo>
                    <a:pt x="614879" y="416100"/>
                  </a:lnTo>
                  <a:lnTo>
                    <a:pt x="615882" y="444636"/>
                  </a:lnTo>
                  <a:lnTo>
                    <a:pt x="616885" y="442132"/>
                  </a:lnTo>
                  <a:lnTo>
                    <a:pt x="618389" y="445136"/>
                  </a:lnTo>
                  <a:lnTo>
                    <a:pt x="619392" y="441632"/>
                  </a:lnTo>
                  <a:lnTo>
                    <a:pt x="620395" y="442132"/>
                  </a:lnTo>
                  <a:lnTo>
                    <a:pt x="621900" y="436625"/>
                  </a:lnTo>
                  <a:lnTo>
                    <a:pt x="622903" y="433121"/>
                  </a:lnTo>
                  <a:lnTo>
                    <a:pt x="623905" y="454648"/>
                  </a:lnTo>
                  <a:lnTo>
                    <a:pt x="625410" y="435124"/>
                  </a:lnTo>
                  <a:lnTo>
                    <a:pt x="626413" y="443634"/>
                  </a:lnTo>
                  <a:lnTo>
                    <a:pt x="627416" y="441131"/>
                  </a:lnTo>
                  <a:lnTo>
                    <a:pt x="628418" y="457151"/>
                  </a:lnTo>
                  <a:lnTo>
                    <a:pt x="629923" y="416600"/>
                  </a:lnTo>
                  <a:lnTo>
                    <a:pt x="630926" y="426613"/>
                  </a:lnTo>
                  <a:lnTo>
                    <a:pt x="631929" y="451644"/>
                  </a:lnTo>
                  <a:lnTo>
                    <a:pt x="633433" y="433622"/>
                  </a:lnTo>
                  <a:lnTo>
                    <a:pt x="634436" y="434122"/>
                  </a:lnTo>
                  <a:lnTo>
                    <a:pt x="635439" y="445637"/>
                  </a:lnTo>
                  <a:lnTo>
                    <a:pt x="636943" y="444636"/>
                  </a:lnTo>
                  <a:lnTo>
                    <a:pt x="637946" y="438127"/>
                  </a:lnTo>
                  <a:lnTo>
                    <a:pt x="638962" y="444636"/>
                  </a:lnTo>
                  <a:lnTo>
                    <a:pt x="640467" y="437627"/>
                  </a:lnTo>
                  <a:lnTo>
                    <a:pt x="641470" y="448140"/>
                  </a:lnTo>
                  <a:lnTo>
                    <a:pt x="642472" y="442633"/>
                  </a:lnTo>
                  <a:lnTo>
                    <a:pt x="643475" y="434122"/>
                  </a:lnTo>
                  <a:lnTo>
                    <a:pt x="644980" y="432620"/>
                  </a:lnTo>
                  <a:lnTo>
                    <a:pt x="645983" y="453146"/>
                  </a:lnTo>
                  <a:lnTo>
                    <a:pt x="646986" y="439629"/>
                  </a:lnTo>
                  <a:lnTo>
                    <a:pt x="648490" y="427114"/>
                  </a:lnTo>
                  <a:lnTo>
                    <a:pt x="649493" y="431119"/>
                  </a:lnTo>
                  <a:lnTo>
                    <a:pt x="650496" y="426112"/>
                  </a:lnTo>
                  <a:lnTo>
                    <a:pt x="652000" y="432120"/>
                  </a:lnTo>
                  <a:lnTo>
                    <a:pt x="653003" y="443634"/>
                  </a:lnTo>
                  <a:lnTo>
                    <a:pt x="654006" y="427614"/>
                  </a:lnTo>
                  <a:lnTo>
                    <a:pt x="655510" y="442132"/>
                  </a:lnTo>
                  <a:lnTo>
                    <a:pt x="656513" y="447139"/>
                  </a:lnTo>
                  <a:lnTo>
                    <a:pt x="657516" y="433121"/>
                  </a:lnTo>
                  <a:lnTo>
                    <a:pt x="658519" y="431619"/>
                  </a:lnTo>
                  <a:lnTo>
                    <a:pt x="660023" y="451644"/>
                  </a:lnTo>
                  <a:lnTo>
                    <a:pt x="661026" y="442633"/>
                  </a:lnTo>
                  <a:lnTo>
                    <a:pt x="662029" y="460155"/>
                  </a:lnTo>
                  <a:lnTo>
                    <a:pt x="663533" y="421607"/>
                  </a:lnTo>
                  <a:lnTo>
                    <a:pt x="664536" y="441632"/>
                  </a:lnTo>
                  <a:lnTo>
                    <a:pt x="665539" y="451144"/>
                  </a:lnTo>
                  <a:lnTo>
                    <a:pt x="667044" y="446137"/>
                  </a:lnTo>
                  <a:lnTo>
                    <a:pt x="668047" y="460656"/>
                  </a:lnTo>
                  <a:lnTo>
                    <a:pt x="669049" y="437627"/>
                  </a:lnTo>
                  <a:lnTo>
                    <a:pt x="670554" y="436625"/>
                  </a:lnTo>
                  <a:lnTo>
                    <a:pt x="671557" y="465181"/>
                  </a:lnTo>
                  <a:lnTo>
                    <a:pt x="672560" y="460155"/>
                  </a:lnTo>
                  <a:lnTo>
                    <a:pt x="674064" y="431619"/>
                  </a:lnTo>
                  <a:lnTo>
                    <a:pt x="675067" y="442633"/>
                  </a:lnTo>
                  <a:lnTo>
                    <a:pt x="676070" y="441632"/>
                  </a:lnTo>
                  <a:lnTo>
                    <a:pt x="677073" y="476696"/>
                  </a:lnTo>
                  <a:lnTo>
                    <a:pt x="678577" y="452145"/>
                  </a:lnTo>
                  <a:lnTo>
                    <a:pt x="679580" y="454147"/>
                  </a:lnTo>
                  <a:lnTo>
                    <a:pt x="680583" y="442132"/>
                  </a:lnTo>
                  <a:lnTo>
                    <a:pt x="682087" y="466182"/>
                  </a:lnTo>
                  <a:lnTo>
                    <a:pt x="683090" y="443134"/>
                  </a:lnTo>
                  <a:lnTo>
                    <a:pt x="684093" y="432620"/>
                  </a:lnTo>
                  <a:lnTo>
                    <a:pt x="685597" y="459154"/>
                  </a:lnTo>
                  <a:lnTo>
                    <a:pt x="686600" y="441131"/>
                  </a:lnTo>
                  <a:lnTo>
                    <a:pt x="687603" y="434623"/>
                  </a:lnTo>
                  <a:lnTo>
                    <a:pt x="689107" y="437126"/>
                  </a:lnTo>
                  <a:lnTo>
                    <a:pt x="690110" y="439629"/>
                  </a:lnTo>
                  <a:lnTo>
                    <a:pt x="691113" y="456651"/>
                  </a:lnTo>
                  <a:lnTo>
                    <a:pt x="692116" y="432620"/>
                  </a:lnTo>
                  <a:lnTo>
                    <a:pt x="693621" y="445136"/>
                  </a:lnTo>
                  <a:lnTo>
                    <a:pt x="694623" y="434623"/>
                  </a:lnTo>
                  <a:lnTo>
                    <a:pt x="695626" y="464160"/>
                  </a:lnTo>
                  <a:lnTo>
                    <a:pt x="697131" y="472691"/>
                  </a:lnTo>
                  <a:lnTo>
                    <a:pt x="698134" y="434122"/>
                  </a:lnTo>
                  <a:lnTo>
                    <a:pt x="699137" y="455649"/>
                  </a:lnTo>
                  <a:lnTo>
                    <a:pt x="700641" y="474192"/>
                  </a:lnTo>
                  <a:lnTo>
                    <a:pt x="701644" y="457652"/>
                  </a:lnTo>
                  <a:lnTo>
                    <a:pt x="702647" y="450142"/>
                  </a:lnTo>
                  <a:lnTo>
                    <a:pt x="704151" y="447139"/>
                  </a:lnTo>
                  <a:lnTo>
                    <a:pt x="705154" y="437126"/>
                  </a:lnTo>
                  <a:lnTo>
                    <a:pt x="706157" y="445136"/>
                  </a:lnTo>
                  <a:lnTo>
                    <a:pt x="707160" y="438628"/>
                  </a:lnTo>
                  <a:lnTo>
                    <a:pt x="708664" y="455649"/>
                  </a:lnTo>
                  <a:lnTo>
                    <a:pt x="709667" y="450142"/>
                  </a:lnTo>
                  <a:lnTo>
                    <a:pt x="710670" y="453146"/>
                  </a:lnTo>
                  <a:lnTo>
                    <a:pt x="712174" y="431619"/>
                  </a:lnTo>
                  <a:lnTo>
                    <a:pt x="713177" y="438628"/>
                  </a:lnTo>
                  <a:lnTo>
                    <a:pt x="714180" y="459654"/>
                  </a:lnTo>
                  <a:lnTo>
                    <a:pt x="715684" y="442633"/>
                  </a:lnTo>
                  <a:lnTo>
                    <a:pt x="716687" y="442633"/>
                  </a:lnTo>
                  <a:lnTo>
                    <a:pt x="717690" y="441632"/>
                  </a:lnTo>
                  <a:lnTo>
                    <a:pt x="719195" y="425111"/>
                  </a:lnTo>
                  <a:lnTo>
                    <a:pt x="720197" y="435124"/>
                  </a:lnTo>
                  <a:lnTo>
                    <a:pt x="721200" y="407589"/>
                  </a:lnTo>
                  <a:lnTo>
                    <a:pt x="722203" y="397076"/>
                  </a:lnTo>
                  <a:lnTo>
                    <a:pt x="723708" y="387064"/>
                  </a:lnTo>
                  <a:lnTo>
                    <a:pt x="724711" y="384046"/>
                  </a:lnTo>
                  <a:lnTo>
                    <a:pt x="725713" y="366525"/>
                  </a:lnTo>
                  <a:lnTo>
                    <a:pt x="727218" y="350504"/>
                  </a:lnTo>
                  <a:lnTo>
                    <a:pt x="728221" y="339991"/>
                  </a:lnTo>
                  <a:lnTo>
                    <a:pt x="729224" y="332482"/>
                  </a:lnTo>
                  <a:lnTo>
                    <a:pt x="730728" y="309453"/>
                  </a:lnTo>
                  <a:lnTo>
                    <a:pt x="731731" y="309453"/>
                  </a:lnTo>
                  <a:lnTo>
                    <a:pt x="732734" y="301423"/>
                  </a:lnTo>
                  <a:lnTo>
                    <a:pt x="734238" y="293413"/>
                  </a:lnTo>
                  <a:lnTo>
                    <a:pt x="735241" y="298419"/>
                  </a:lnTo>
                  <a:lnTo>
                    <a:pt x="736244" y="279896"/>
                  </a:lnTo>
                  <a:lnTo>
                    <a:pt x="737247" y="283401"/>
                  </a:lnTo>
                  <a:lnTo>
                    <a:pt x="738751" y="280897"/>
                  </a:lnTo>
                  <a:lnTo>
                    <a:pt x="739754" y="292412"/>
                  </a:lnTo>
                  <a:lnTo>
                    <a:pt x="740757" y="284902"/>
                  </a:lnTo>
                  <a:lnTo>
                    <a:pt x="742261" y="297919"/>
                  </a:lnTo>
                  <a:lnTo>
                    <a:pt x="743264" y="296917"/>
                  </a:lnTo>
                  <a:lnTo>
                    <a:pt x="744267" y="291911"/>
                  </a:lnTo>
                  <a:lnTo>
                    <a:pt x="745792" y="308452"/>
                  </a:lnTo>
                  <a:lnTo>
                    <a:pt x="746794" y="311956"/>
                  </a:lnTo>
                  <a:lnTo>
                    <a:pt x="747797" y="326975"/>
                  </a:lnTo>
                  <a:lnTo>
                    <a:pt x="749302" y="319466"/>
                  </a:lnTo>
                  <a:lnTo>
                    <a:pt x="750305" y="337989"/>
                  </a:lnTo>
                  <a:lnTo>
                    <a:pt x="751307" y="366525"/>
                  </a:lnTo>
                  <a:lnTo>
                    <a:pt x="752310" y="370029"/>
                  </a:lnTo>
                  <a:lnTo>
                    <a:pt x="753815" y="387064"/>
                  </a:lnTo>
                  <a:lnTo>
                    <a:pt x="754818" y="394573"/>
                  </a:lnTo>
                  <a:lnTo>
                    <a:pt x="755821" y="401582"/>
                  </a:lnTo>
                  <a:lnTo>
                    <a:pt x="757325" y="437126"/>
                  </a:lnTo>
                  <a:lnTo>
                    <a:pt x="758328" y="425612"/>
                  </a:lnTo>
                  <a:lnTo>
                    <a:pt x="759331" y="436625"/>
                  </a:lnTo>
                  <a:lnTo>
                    <a:pt x="760835" y="449642"/>
                  </a:lnTo>
                  <a:lnTo>
                    <a:pt x="761838" y="466683"/>
                  </a:lnTo>
                  <a:lnTo>
                    <a:pt x="762841" y="445136"/>
                  </a:lnTo>
                  <a:lnTo>
                    <a:pt x="764345" y="453146"/>
                  </a:lnTo>
                  <a:lnTo>
                    <a:pt x="765348" y="444636"/>
                  </a:lnTo>
                  <a:lnTo>
                    <a:pt x="766351" y="465181"/>
                  </a:lnTo>
                  <a:lnTo>
                    <a:pt x="767354" y="471189"/>
                  </a:lnTo>
                  <a:lnTo>
                    <a:pt x="768858" y="452646"/>
                  </a:lnTo>
                  <a:lnTo>
                    <a:pt x="769861" y="473191"/>
                  </a:lnTo>
                  <a:lnTo>
                    <a:pt x="770864" y="451144"/>
                  </a:lnTo>
                  <a:lnTo>
                    <a:pt x="772368" y="457652"/>
                  </a:lnTo>
                  <a:lnTo>
                    <a:pt x="773371" y="464160"/>
                  </a:lnTo>
                  <a:lnTo>
                    <a:pt x="774374" y="446638"/>
                  </a:lnTo>
                  <a:lnTo>
                    <a:pt x="775879" y="451144"/>
                  </a:lnTo>
                  <a:lnTo>
                    <a:pt x="776882" y="467184"/>
                  </a:lnTo>
                  <a:lnTo>
                    <a:pt x="777884" y="457151"/>
                  </a:lnTo>
                  <a:lnTo>
                    <a:pt x="779389" y="456651"/>
                  </a:lnTo>
                  <a:lnTo>
                    <a:pt x="780392" y="466182"/>
                  </a:lnTo>
                  <a:lnTo>
                    <a:pt x="781395" y="462157"/>
                  </a:lnTo>
                  <a:lnTo>
                    <a:pt x="782398" y="476696"/>
                  </a:lnTo>
                  <a:lnTo>
                    <a:pt x="783902" y="459654"/>
                  </a:lnTo>
                  <a:lnTo>
                    <a:pt x="784905" y="483704"/>
                  </a:lnTo>
                  <a:lnTo>
                    <a:pt x="785908" y="479699"/>
                  </a:lnTo>
                  <a:lnTo>
                    <a:pt x="787412" y="478698"/>
                  </a:lnTo>
                  <a:lnTo>
                    <a:pt x="788415" y="470187"/>
                  </a:lnTo>
                  <a:lnTo>
                    <a:pt x="789418" y="482202"/>
                  </a:lnTo>
                  <a:lnTo>
                    <a:pt x="790922" y="452145"/>
                  </a:lnTo>
                  <a:lnTo>
                    <a:pt x="791925" y="467184"/>
                  </a:lnTo>
                  <a:lnTo>
                    <a:pt x="792921" y="476696"/>
                  </a:lnTo>
                  <a:lnTo>
                    <a:pt x="794426" y="476696"/>
                  </a:lnTo>
                  <a:lnTo>
                    <a:pt x="795429" y="481702"/>
                  </a:lnTo>
                  <a:lnTo>
                    <a:pt x="796431" y="470688"/>
                  </a:lnTo>
                  <a:lnTo>
                    <a:pt x="797936" y="476195"/>
                  </a:lnTo>
                  <a:lnTo>
                    <a:pt x="798939" y="466182"/>
                  </a:lnTo>
                  <a:lnTo>
                    <a:pt x="799942" y="462157"/>
                  </a:lnTo>
                  <a:lnTo>
                    <a:pt x="800945" y="469186"/>
                  </a:lnTo>
                  <a:lnTo>
                    <a:pt x="802449" y="486708"/>
                  </a:lnTo>
                  <a:lnTo>
                    <a:pt x="803452" y="481201"/>
                  </a:lnTo>
                  <a:lnTo>
                    <a:pt x="804455" y="490213"/>
                  </a:lnTo>
                  <a:lnTo>
                    <a:pt x="805959" y="470688"/>
                  </a:lnTo>
                  <a:lnTo>
                    <a:pt x="806962" y="489712"/>
                  </a:lnTo>
                  <a:lnTo>
                    <a:pt x="807965" y="479699"/>
                  </a:lnTo>
                  <a:lnTo>
                    <a:pt x="809469" y="477697"/>
                  </a:lnTo>
                </a:path>
                <a:path w="2200275" h="621664">
                  <a:moveTo>
                    <a:pt x="809469" y="477697"/>
                  </a:moveTo>
                  <a:lnTo>
                    <a:pt x="810472" y="476195"/>
                  </a:lnTo>
                  <a:lnTo>
                    <a:pt x="811475" y="476696"/>
                  </a:lnTo>
                  <a:lnTo>
                    <a:pt x="812979" y="482202"/>
                  </a:lnTo>
                  <a:lnTo>
                    <a:pt x="813982" y="480200"/>
                  </a:lnTo>
                  <a:lnTo>
                    <a:pt x="814985" y="486708"/>
                  </a:lnTo>
                  <a:lnTo>
                    <a:pt x="815988" y="493216"/>
                  </a:lnTo>
                  <a:lnTo>
                    <a:pt x="817492" y="472190"/>
                  </a:lnTo>
                  <a:lnTo>
                    <a:pt x="818495" y="493216"/>
                  </a:lnTo>
                  <a:lnTo>
                    <a:pt x="819498" y="497221"/>
                  </a:lnTo>
                  <a:lnTo>
                    <a:pt x="821003" y="491214"/>
                  </a:lnTo>
                  <a:lnTo>
                    <a:pt x="822005" y="498723"/>
                  </a:lnTo>
                  <a:lnTo>
                    <a:pt x="823008" y="476696"/>
                  </a:lnTo>
                  <a:lnTo>
                    <a:pt x="824513" y="462157"/>
                  </a:lnTo>
                  <a:lnTo>
                    <a:pt x="825516" y="475194"/>
                  </a:lnTo>
                  <a:lnTo>
                    <a:pt x="826519" y="480200"/>
                  </a:lnTo>
                  <a:lnTo>
                    <a:pt x="828023" y="483204"/>
                  </a:lnTo>
                  <a:lnTo>
                    <a:pt x="829026" y="479699"/>
                  </a:lnTo>
                  <a:lnTo>
                    <a:pt x="830029" y="491714"/>
                  </a:lnTo>
                  <a:lnTo>
                    <a:pt x="831032" y="478197"/>
                  </a:lnTo>
                  <a:lnTo>
                    <a:pt x="832536" y="488711"/>
                  </a:lnTo>
                  <a:lnTo>
                    <a:pt x="833539" y="487209"/>
                  </a:lnTo>
                  <a:lnTo>
                    <a:pt x="834542" y="482202"/>
                  </a:lnTo>
                  <a:lnTo>
                    <a:pt x="836046" y="468185"/>
                  </a:lnTo>
                  <a:lnTo>
                    <a:pt x="837049" y="509737"/>
                  </a:lnTo>
                  <a:lnTo>
                    <a:pt x="838052" y="483704"/>
                  </a:lnTo>
                  <a:lnTo>
                    <a:pt x="839556" y="480200"/>
                  </a:lnTo>
                  <a:lnTo>
                    <a:pt x="840559" y="483204"/>
                  </a:lnTo>
                  <a:lnTo>
                    <a:pt x="841562" y="488711"/>
                  </a:lnTo>
                  <a:lnTo>
                    <a:pt x="843066" y="466683"/>
                  </a:lnTo>
                  <a:lnTo>
                    <a:pt x="844069" y="501727"/>
                  </a:lnTo>
                  <a:lnTo>
                    <a:pt x="845072" y="488711"/>
                  </a:lnTo>
                  <a:lnTo>
                    <a:pt x="846075" y="496220"/>
                  </a:lnTo>
                  <a:lnTo>
                    <a:pt x="847580" y="494218"/>
                  </a:lnTo>
                  <a:lnTo>
                    <a:pt x="848582" y="498723"/>
                  </a:lnTo>
                  <a:lnTo>
                    <a:pt x="849585" y="497221"/>
                  </a:lnTo>
                  <a:lnTo>
                    <a:pt x="851110" y="474192"/>
                  </a:lnTo>
                  <a:lnTo>
                    <a:pt x="852113" y="508235"/>
                  </a:lnTo>
                  <a:lnTo>
                    <a:pt x="853116" y="469186"/>
                  </a:lnTo>
                  <a:lnTo>
                    <a:pt x="854620" y="501727"/>
                  </a:lnTo>
                  <a:lnTo>
                    <a:pt x="855623" y="495719"/>
                  </a:lnTo>
                  <a:lnTo>
                    <a:pt x="856626" y="468185"/>
                  </a:lnTo>
                  <a:lnTo>
                    <a:pt x="858130" y="492716"/>
                  </a:lnTo>
                  <a:lnTo>
                    <a:pt x="859133" y="484706"/>
                  </a:lnTo>
                  <a:lnTo>
                    <a:pt x="860136" y="509236"/>
                  </a:lnTo>
                  <a:lnTo>
                    <a:pt x="861139" y="490213"/>
                  </a:lnTo>
                  <a:lnTo>
                    <a:pt x="862643" y="515744"/>
                  </a:lnTo>
                  <a:lnTo>
                    <a:pt x="863646" y="478197"/>
                  </a:lnTo>
                  <a:lnTo>
                    <a:pt x="864649" y="486708"/>
                  </a:lnTo>
                  <a:lnTo>
                    <a:pt x="866153" y="509737"/>
                  </a:lnTo>
                  <a:lnTo>
                    <a:pt x="867156" y="483704"/>
                  </a:lnTo>
                  <a:lnTo>
                    <a:pt x="868159" y="505732"/>
                  </a:lnTo>
                  <a:lnTo>
                    <a:pt x="869663" y="515744"/>
                  </a:lnTo>
                  <a:lnTo>
                    <a:pt x="870666" y="501226"/>
                  </a:lnTo>
                  <a:lnTo>
                    <a:pt x="871669" y="510738"/>
                  </a:lnTo>
                  <a:lnTo>
                    <a:pt x="873174" y="504230"/>
                  </a:lnTo>
                  <a:lnTo>
                    <a:pt x="874176" y="466683"/>
                  </a:lnTo>
                  <a:lnTo>
                    <a:pt x="875179" y="481702"/>
                  </a:lnTo>
                  <a:lnTo>
                    <a:pt x="876182" y="480200"/>
                  </a:lnTo>
                  <a:lnTo>
                    <a:pt x="877687" y="515744"/>
                  </a:lnTo>
                  <a:lnTo>
                    <a:pt x="878690" y="494718"/>
                  </a:lnTo>
                  <a:lnTo>
                    <a:pt x="879692" y="482202"/>
                  </a:lnTo>
                  <a:lnTo>
                    <a:pt x="881197" y="514243"/>
                  </a:lnTo>
                  <a:lnTo>
                    <a:pt x="882200" y="501226"/>
                  </a:lnTo>
                  <a:lnTo>
                    <a:pt x="883203" y="464661"/>
                  </a:lnTo>
                  <a:lnTo>
                    <a:pt x="884707" y="491714"/>
                  </a:lnTo>
                  <a:lnTo>
                    <a:pt x="885710" y="509737"/>
                  </a:lnTo>
                  <a:lnTo>
                    <a:pt x="886713" y="478698"/>
                  </a:lnTo>
                  <a:lnTo>
                    <a:pt x="888217" y="494718"/>
                  </a:lnTo>
                  <a:lnTo>
                    <a:pt x="889220" y="500225"/>
                  </a:lnTo>
                  <a:lnTo>
                    <a:pt x="890223" y="504230"/>
                  </a:lnTo>
                  <a:lnTo>
                    <a:pt x="891226" y="503229"/>
                  </a:lnTo>
                  <a:lnTo>
                    <a:pt x="892730" y="499724"/>
                  </a:lnTo>
                  <a:lnTo>
                    <a:pt x="893733" y="512240"/>
                  </a:lnTo>
                  <a:lnTo>
                    <a:pt x="894736" y="505732"/>
                  </a:lnTo>
                  <a:lnTo>
                    <a:pt x="896240" y="517246"/>
                  </a:lnTo>
                  <a:lnTo>
                    <a:pt x="897243" y="487209"/>
                  </a:lnTo>
                  <a:lnTo>
                    <a:pt x="898246" y="496220"/>
                  </a:lnTo>
                  <a:lnTo>
                    <a:pt x="899751" y="503229"/>
                  </a:lnTo>
                  <a:lnTo>
                    <a:pt x="900753" y="510738"/>
                  </a:lnTo>
                  <a:lnTo>
                    <a:pt x="901756" y="490213"/>
                  </a:lnTo>
                  <a:lnTo>
                    <a:pt x="903261" y="511739"/>
                  </a:lnTo>
                  <a:lnTo>
                    <a:pt x="904264" y="497722"/>
                  </a:lnTo>
                  <a:lnTo>
                    <a:pt x="905266" y="491714"/>
                  </a:lnTo>
                  <a:lnTo>
                    <a:pt x="906269" y="494718"/>
                  </a:lnTo>
                  <a:lnTo>
                    <a:pt x="907774" y="503229"/>
                  </a:lnTo>
                  <a:lnTo>
                    <a:pt x="908777" y="491714"/>
                  </a:lnTo>
                  <a:lnTo>
                    <a:pt x="909780" y="488711"/>
                  </a:lnTo>
                  <a:lnTo>
                    <a:pt x="911284" y="502728"/>
                  </a:lnTo>
                  <a:lnTo>
                    <a:pt x="912287" y="521752"/>
                  </a:lnTo>
                  <a:lnTo>
                    <a:pt x="913290" y="483704"/>
                  </a:lnTo>
                  <a:lnTo>
                    <a:pt x="914794" y="496220"/>
                  </a:lnTo>
                  <a:lnTo>
                    <a:pt x="915797" y="509737"/>
                  </a:lnTo>
                  <a:lnTo>
                    <a:pt x="916800" y="529762"/>
                  </a:lnTo>
                  <a:lnTo>
                    <a:pt x="918304" y="487209"/>
                  </a:lnTo>
                  <a:lnTo>
                    <a:pt x="919307" y="494218"/>
                  </a:lnTo>
                  <a:lnTo>
                    <a:pt x="920310" y="508235"/>
                  </a:lnTo>
                  <a:lnTo>
                    <a:pt x="921814" y="478197"/>
                  </a:lnTo>
                  <a:lnTo>
                    <a:pt x="922817" y="528761"/>
                  </a:lnTo>
                  <a:lnTo>
                    <a:pt x="923820" y="495719"/>
                  </a:lnTo>
                  <a:lnTo>
                    <a:pt x="924823" y="509236"/>
                  </a:lnTo>
                  <a:lnTo>
                    <a:pt x="926327" y="509737"/>
                  </a:lnTo>
                  <a:lnTo>
                    <a:pt x="927330" y="506733"/>
                  </a:lnTo>
                  <a:lnTo>
                    <a:pt x="928333" y="501727"/>
                  </a:lnTo>
                  <a:lnTo>
                    <a:pt x="929838" y="501226"/>
                  </a:lnTo>
                  <a:lnTo>
                    <a:pt x="930841" y="512240"/>
                  </a:lnTo>
                  <a:lnTo>
                    <a:pt x="931843" y="499724"/>
                  </a:lnTo>
                  <a:lnTo>
                    <a:pt x="933348" y="502728"/>
                  </a:lnTo>
                  <a:lnTo>
                    <a:pt x="934351" y="487209"/>
                  </a:lnTo>
                  <a:lnTo>
                    <a:pt x="935354" y="521752"/>
                  </a:lnTo>
                  <a:lnTo>
                    <a:pt x="936858" y="481702"/>
                  </a:lnTo>
                  <a:lnTo>
                    <a:pt x="937861" y="502728"/>
                  </a:lnTo>
                  <a:lnTo>
                    <a:pt x="938864" y="521752"/>
                  </a:lnTo>
                  <a:lnTo>
                    <a:pt x="939867" y="500225"/>
                  </a:lnTo>
                  <a:lnTo>
                    <a:pt x="941371" y="499724"/>
                  </a:lnTo>
                  <a:lnTo>
                    <a:pt x="942374" y="525256"/>
                  </a:lnTo>
                  <a:lnTo>
                    <a:pt x="943377" y="511739"/>
                  </a:lnTo>
                  <a:lnTo>
                    <a:pt x="944881" y="513241"/>
                  </a:lnTo>
                  <a:lnTo>
                    <a:pt x="945884" y="510738"/>
                  </a:lnTo>
                  <a:lnTo>
                    <a:pt x="946887" y="503229"/>
                  </a:lnTo>
                  <a:lnTo>
                    <a:pt x="948391" y="497221"/>
                  </a:lnTo>
                  <a:lnTo>
                    <a:pt x="949394" y="504230"/>
                  </a:lnTo>
                  <a:lnTo>
                    <a:pt x="950397" y="504230"/>
                  </a:lnTo>
                  <a:lnTo>
                    <a:pt x="951901" y="501226"/>
                  </a:lnTo>
                  <a:lnTo>
                    <a:pt x="952904" y="496220"/>
                  </a:lnTo>
                  <a:lnTo>
                    <a:pt x="953907" y="501226"/>
                  </a:lnTo>
                  <a:lnTo>
                    <a:pt x="954910" y="510738"/>
                  </a:lnTo>
                  <a:lnTo>
                    <a:pt x="956428" y="506733"/>
                  </a:lnTo>
                  <a:lnTo>
                    <a:pt x="957431" y="524255"/>
                  </a:lnTo>
                  <a:lnTo>
                    <a:pt x="958434" y="498723"/>
                  </a:lnTo>
                  <a:lnTo>
                    <a:pt x="959938" y="505732"/>
                  </a:lnTo>
                  <a:lnTo>
                    <a:pt x="960941" y="507234"/>
                  </a:lnTo>
                  <a:lnTo>
                    <a:pt x="961944" y="508235"/>
                  </a:lnTo>
                  <a:lnTo>
                    <a:pt x="963448" y="510738"/>
                  </a:lnTo>
                  <a:lnTo>
                    <a:pt x="964451" y="530763"/>
                  </a:lnTo>
                  <a:lnTo>
                    <a:pt x="965454" y="524255"/>
                  </a:lnTo>
                  <a:lnTo>
                    <a:pt x="966958" y="498723"/>
                  </a:lnTo>
                  <a:lnTo>
                    <a:pt x="967961" y="513241"/>
                  </a:lnTo>
                  <a:lnTo>
                    <a:pt x="968964" y="511739"/>
                  </a:lnTo>
                  <a:lnTo>
                    <a:pt x="969967" y="522753"/>
                  </a:lnTo>
                  <a:lnTo>
                    <a:pt x="971471" y="535269"/>
                  </a:lnTo>
                  <a:lnTo>
                    <a:pt x="972474" y="509737"/>
                  </a:lnTo>
                  <a:lnTo>
                    <a:pt x="973477" y="522753"/>
                  </a:lnTo>
                  <a:lnTo>
                    <a:pt x="974982" y="539274"/>
                  </a:lnTo>
                  <a:lnTo>
                    <a:pt x="975985" y="525256"/>
                  </a:lnTo>
                  <a:lnTo>
                    <a:pt x="976987" y="504230"/>
                  </a:lnTo>
                  <a:lnTo>
                    <a:pt x="978492" y="494218"/>
                  </a:lnTo>
                  <a:lnTo>
                    <a:pt x="979495" y="505732"/>
                  </a:lnTo>
                  <a:lnTo>
                    <a:pt x="980498" y="499724"/>
                  </a:lnTo>
                  <a:lnTo>
                    <a:pt x="982002" y="517246"/>
                  </a:lnTo>
                  <a:lnTo>
                    <a:pt x="983005" y="499724"/>
                  </a:lnTo>
                  <a:lnTo>
                    <a:pt x="984008" y="501226"/>
                  </a:lnTo>
                  <a:lnTo>
                    <a:pt x="985011" y="524255"/>
                  </a:lnTo>
                  <a:lnTo>
                    <a:pt x="986515" y="497221"/>
                  </a:lnTo>
                  <a:lnTo>
                    <a:pt x="987518" y="504230"/>
                  </a:lnTo>
                  <a:lnTo>
                    <a:pt x="988521" y="501727"/>
                  </a:lnTo>
                  <a:lnTo>
                    <a:pt x="990025" y="496220"/>
                  </a:lnTo>
                  <a:lnTo>
                    <a:pt x="991028" y="497722"/>
                  </a:lnTo>
                  <a:lnTo>
                    <a:pt x="992031" y="516746"/>
                  </a:lnTo>
                  <a:lnTo>
                    <a:pt x="993535" y="497221"/>
                  </a:lnTo>
                  <a:lnTo>
                    <a:pt x="994538" y="546797"/>
                  </a:lnTo>
                  <a:lnTo>
                    <a:pt x="995541" y="511739"/>
                  </a:lnTo>
                  <a:lnTo>
                    <a:pt x="997045" y="508235"/>
                  </a:lnTo>
                  <a:lnTo>
                    <a:pt x="998048" y="483204"/>
                  </a:lnTo>
                  <a:lnTo>
                    <a:pt x="999051" y="541777"/>
                  </a:lnTo>
                  <a:lnTo>
                    <a:pt x="1000054" y="506733"/>
                  </a:lnTo>
                  <a:lnTo>
                    <a:pt x="1001559" y="514743"/>
                  </a:lnTo>
                  <a:lnTo>
                    <a:pt x="1002561" y="488210"/>
                  </a:lnTo>
                  <a:lnTo>
                    <a:pt x="1003564" y="502728"/>
                  </a:lnTo>
                  <a:lnTo>
                    <a:pt x="1005069" y="478197"/>
                  </a:lnTo>
                  <a:lnTo>
                    <a:pt x="1006072" y="503229"/>
                  </a:lnTo>
                  <a:lnTo>
                    <a:pt x="1007075" y="519749"/>
                  </a:lnTo>
                  <a:lnTo>
                    <a:pt x="1008579" y="510738"/>
                  </a:lnTo>
                  <a:lnTo>
                    <a:pt x="1009582" y="494218"/>
                  </a:lnTo>
                  <a:lnTo>
                    <a:pt x="1010585" y="510738"/>
                  </a:lnTo>
                  <a:lnTo>
                    <a:pt x="1012089" y="497722"/>
                  </a:lnTo>
                  <a:lnTo>
                    <a:pt x="1013092" y="496220"/>
                  </a:lnTo>
                  <a:lnTo>
                    <a:pt x="1014095" y="516746"/>
                  </a:lnTo>
                  <a:lnTo>
                    <a:pt x="1015098" y="494718"/>
                  </a:lnTo>
                  <a:lnTo>
                    <a:pt x="1016602" y="497722"/>
                  </a:lnTo>
                  <a:lnTo>
                    <a:pt x="1017605" y="515744"/>
                  </a:lnTo>
                  <a:lnTo>
                    <a:pt x="1018608" y="501226"/>
                  </a:lnTo>
                  <a:lnTo>
                    <a:pt x="1020112" y="509737"/>
                  </a:lnTo>
                  <a:lnTo>
                    <a:pt x="1021115" y="508235"/>
                  </a:lnTo>
                  <a:lnTo>
                    <a:pt x="1022118" y="502728"/>
                  </a:lnTo>
                  <a:lnTo>
                    <a:pt x="1023622" y="501727"/>
                  </a:lnTo>
                  <a:lnTo>
                    <a:pt x="1024625" y="492716"/>
                  </a:lnTo>
                  <a:lnTo>
                    <a:pt x="1025628" y="482202"/>
                  </a:lnTo>
                  <a:lnTo>
                    <a:pt x="1027133" y="478197"/>
                  </a:lnTo>
                  <a:lnTo>
                    <a:pt x="1028135" y="462658"/>
                  </a:lnTo>
                  <a:lnTo>
                    <a:pt x="1029138" y="450142"/>
                  </a:lnTo>
                  <a:lnTo>
                    <a:pt x="1030141" y="460155"/>
                  </a:lnTo>
                  <a:lnTo>
                    <a:pt x="1031646" y="456651"/>
                  </a:lnTo>
                  <a:lnTo>
                    <a:pt x="1032649" y="434623"/>
                  </a:lnTo>
                  <a:lnTo>
                    <a:pt x="1033651" y="448140"/>
                  </a:lnTo>
                  <a:lnTo>
                    <a:pt x="1035156" y="404585"/>
                  </a:lnTo>
                  <a:lnTo>
                    <a:pt x="1036159" y="409091"/>
                  </a:lnTo>
                  <a:lnTo>
                    <a:pt x="1037162" y="379541"/>
                  </a:lnTo>
                  <a:lnTo>
                    <a:pt x="1038666" y="371030"/>
                  </a:lnTo>
                  <a:lnTo>
                    <a:pt x="1039669" y="363521"/>
                  </a:lnTo>
                  <a:lnTo>
                    <a:pt x="1040672" y="365523"/>
                  </a:lnTo>
                  <a:lnTo>
                    <a:pt x="1042176" y="334484"/>
                  </a:lnTo>
                  <a:lnTo>
                    <a:pt x="1043179" y="336988"/>
                  </a:lnTo>
                  <a:lnTo>
                    <a:pt x="1044182" y="334985"/>
                  </a:lnTo>
                  <a:lnTo>
                    <a:pt x="1045686" y="322469"/>
                  </a:lnTo>
                  <a:lnTo>
                    <a:pt x="1046689" y="297919"/>
                  </a:lnTo>
                  <a:lnTo>
                    <a:pt x="1047692" y="303426"/>
                  </a:lnTo>
                  <a:lnTo>
                    <a:pt x="1048695" y="296417"/>
                  </a:lnTo>
                  <a:lnTo>
                    <a:pt x="1050199" y="281398"/>
                  </a:lnTo>
                  <a:lnTo>
                    <a:pt x="1051202" y="273388"/>
                  </a:lnTo>
                  <a:lnTo>
                    <a:pt x="1052205" y="282900"/>
                  </a:lnTo>
                  <a:lnTo>
                    <a:pt x="1053709" y="279396"/>
                  </a:lnTo>
                  <a:lnTo>
                    <a:pt x="1054712" y="273388"/>
                  </a:lnTo>
                  <a:lnTo>
                    <a:pt x="1055715" y="267881"/>
                  </a:lnTo>
                  <a:lnTo>
                    <a:pt x="1057220" y="270384"/>
                  </a:lnTo>
                  <a:lnTo>
                    <a:pt x="1058223" y="279896"/>
                  </a:lnTo>
                  <a:lnTo>
                    <a:pt x="1059225" y="266880"/>
                  </a:lnTo>
                  <a:lnTo>
                    <a:pt x="1060730" y="280897"/>
                  </a:lnTo>
                  <a:lnTo>
                    <a:pt x="1061733" y="283401"/>
                  </a:lnTo>
                  <a:lnTo>
                    <a:pt x="1062756" y="276892"/>
                  </a:lnTo>
                  <a:lnTo>
                    <a:pt x="1063759" y="309954"/>
                  </a:lnTo>
                  <a:lnTo>
                    <a:pt x="1065263" y="291911"/>
                  </a:lnTo>
                  <a:lnTo>
                    <a:pt x="1066266" y="312457"/>
                  </a:lnTo>
                  <a:lnTo>
                    <a:pt x="1067269" y="308452"/>
                  </a:lnTo>
                  <a:lnTo>
                    <a:pt x="1068773" y="313458"/>
                  </a:lnTo>
                  <a:lnTo>
                    <a:pt x="1069776" y="320968"/>
                  </a:lnTo>
                  <a:lnTo>
                    <a:pt x="1070779" y="344998"/>
                  </a:lnTo>
                  <a:lnTo>
                    <a:pt x="1072283" y="349003"/>
                  </a:lnTo>
                  <a:lnTo>
                    <a:pt x="1073286" y="372031"/>
                  </a:lnTo>
                  <a:lnTo>
                    <a:pt x="1074289" y="387064"/>
                  </a:lnTo>
                  <a:lnTo>
                    <a:pt x="1075793" y="375035"/>
                  </a:lnTo>
                  <a:lnTo>
                    <a:pt x="1076796" y="391569"/>
                  </a:lnTo>
                  <a:lnTo>
                    <a:pt x="1077799" y="399079"/>
                  </a:lnTo>
                  <a:lnTo>
                    <a:pt x="1078802" y="421106"/>
                  </a:lnTo>
                  <a:lnTo>
                    <a:pt x="1080306" y="436625"/>
                  </a:lnTo>
                  <a:lnTo>
                    <a:pt x="1081309" y="451144"/>
                  </a:lnTo>
                  <a:lnTo>
                    <a:pt x="1082312" y="441632"/>
                  </a:lnTo>
                  <a:lnTo>
                    <a:pt x="1083817" y="493216"/>
                  </a:lnTo>
                  <a:lnTo>
                    <a:pt x="1084820" y="467184"/>
                  </a:lnTo>
                  <a:lnTo>
                    <a:pt x="1085822" y="491214"/>
                  </a:lnTo>
                  <a:lnTo>
                    <a:pt x="1087327" y="499724"/>
                  </a:lnTo>
                  <a:lnTo>
                    <a:pt x="1088330" y="487209"/>
                  </a:lnTo>
                  <a:lnTo>
                    <a:pt x="1089333" y="522753"/>
                  </a:lnTo>
                  <a:lnTo>
                    <a:pt x="1090837" y="533266"/>
                  </a:lnTo>
                  <a:lnTo>
                    <a:pt x="1091840" y="498723"/>
                  </a:lnTo>
                  <a:lnTo>
                    <a:pt x="1092843" y="503229"/>
                  </a:lnTo>
                  <a:lnTo>
                    <a:pt x="1093846" y="492716"/>
                  </a:lnTo>
                  <a:lnTo>
                    <a:pt x="1095350" y="500225"/>
                  </a:lnTo>
                  <a:lnTo>
                    <a:pt x="1096353" y="509236"/>
                  </a:lnTo>
                  <a:lnTo>
                    <a:pt x="1097356" y="513241"/>
                  </a:lnTo>
                  <a:lnTo>
                    <a:pt x="1098860" y="528761"/>
                  </a:lnTo>
                  <a:lnTo>
                    <a:pt x="1099863" y="526258"/>
                  </a:lnTo>
                  <a:lnTo>
                    <a:pt x="1100866" y="524255"/>
                  </a:lnTo>
                  <a:lnTo>
                    <a:pt x="1102370" y="520751"/>
                  </a:lnTo>
                  <a:lnTo>
                    <a:pt x="1103373" y="493216"/>
                  </a:lnTo>
                  <a:lnTo>
                    <a:pt x="1104376" y="537271"/>
                  </a:lnTo>
                  <a:lnTo>
                    <a:pt x="1105880" y="515744"/>
                  </a:lnTo>
                  <a:lnTo>
                    <a:pt x="1106883" y="530763"/>
                  </a:lnTo>
                  <a:lnTo>
                    <a:pt x="1107886" y="527259"/>
                  </a:lnTo>
                  <a:lnTo>
                    <a:pt x="1108889" y="521752"/>
                  </a:lnTo>
                  <a:lnTo>
                    <a:pt x="1110394" y="552804"/>
                  </a:lnTo>
                  <a:lnTo>
                    <a:pt x="1111396" y="547798"/>
                  </a:lnTo>
                  <a:lnTo>
                    <a:pt x="1112399" y="550802"/>
                  </a:lnTo>
                  <a:lnTo>
                    <a:pt x="1113904" y="531764"/>
                  </a:lnTo>
                  <a:lnTo>
                    <a:pt x="1114907" y="532265"/>
                  </a:lnTo>
                  <a:lnTo>
                    <a:pt x="1115910" y="547798"/>
                  </a:lnTo>
                  <a:lnTo>
                    <a:pt x="1117414" y="520751"/>
                  </a:lnTo>
                  <a:lnTo>
                    <a:pt x="1118417" y="511739"/>
                  </a:lnTo>
                  <a:lnTo>
                    <a:pt x="1119420" y="529762"/>
                  </a:lnTo>
                  <a:lnTo>
                    <a:pt x="1120924" y="513241"/>
                  </a:lnTo>
                  <a:lnTo>
                    <a:pt x="1121927" y="531764"/>
                  </a:lnTo>
                  <a:lnTo>
                    <a:pt x="1122930" y="504230"/>
                  </a:lnTo>
                  <a:lnTo>
                    <a:pt x="1123933" y="541777"/>
                  </a:lnTo>
                  <a:lnTo>
                    <a:pt x="1125437" y="497722"/>
                  </a:lnTo>
                  <a:lnTo>
                    <a:pt x="1126440" y="516746"/>
                  </a:lnTo>
                  <a:lnTo>
                    <a:pt x="1127443" y="521752"/>
                  </a:lnTo>
                  <a:lnTo>
                    <a:pt x="1128947" y="511739"/>
                  </a:lnTo>
                  <a:lnTo>
                    <a:pt x="1129950" y="536270"/>
                  </a:lnTo>
                  <a:lnTo>
                    <a:pt x="1130953" y="516746"/>
                  </a:lnTo>
                  <a:lnTo>
                    <a:pt x="1132457" y="519749"/>
                  </a:lnTo>
                  <a:lnTo>
                    <a:pt x="1133460" y="504230"/>
                  </a:lnTo>
                  <a:lnTo>
                    <a:pt x="1134463" y="486708"/>
                  </a:lnTo>
                  <a:lnTo>
                    <a:pt x="1135968" y="452646"/>
                  </a:lnTo>
                  <a:lnTo>
                    <a:pt x="1136970" y="476195"/>
                  </a:lnTo>
                  <a:lnTo>
                    <a:pt x="1137973" y="481201"/>
                  </a:lnTo>
                  <a:lnTo>
                    <a:pt x="1138976" y="438628"/>
                  </a:lnTo>
                  <a:lnTo>
                    <a:pt x="1140481" y="441131"/>
                  </a:lnTo>
                  <a:lnTo>
                    <a:pt x="1141484" y="423609"/>
                  </a:lnTo>
                  <a:lnTo>
                    <a:pt x="1142486" y="405086"/>
                  </a:lnTo>
                  <a:lnTo>
                    <a:pt x="1143991" y="402583"/>
                  </a:lnTo>
                  <a:lnTo>
                    <a:pt x="1144994" y="384560"/>
                  </a:lnTo>
                  <a:lnTo>
                    <a:pt x="1145997" y="354509"/>
                  </a:lnTo>
                  <a:lnTo>
                    <a:pt x="1147501" y="357013"/>
                  </a:lnTo>
                  <a:lnTo>
                    <a:pt x="1148504" y="354009"/>
                  </a:lnTo>
                  <a:lnTo>
                    <a:pt x="1149507" y="363020"/>
                  </a:lnTo>
                  <a:lnTo>
                    <a:pt x="1151011" y="341994"/>
                  </a:lnTo>
                  <a:lnTo>
                    <a:pt x="1152014" y="361518"/>
                  </a:lnTo>
                  <a:lnTo>
                    <a:pt x="1153017" y="348001"/>
                  </a:lnTo>
                  <a:lnTo>
                    <a:pt x="1154020" y="355511"/>
                  </a:lnTo>
                  <a:lnTo>
                    <a:pt x="1155524" y="337488"/>
                  </a:lnTo>
                  <a:lnTo>
                    <a:pt x="1156527" y="341493"/>
                  </a:lnTo>
                  <a:lnTo>
                    <a:pt x="1157530" y="342995"/>
                  </a:lnTo>
                  <a:lnTo>
                    <a:pt x="1159034" y="372532"/>
                  </a:lnTo>
                  <a:lnTo>
                    <a:pt x="1160037" y="367526"/>
                  </a:lnTo>
                  <a:lnTo>
                    <a:pt x="1161040" y="366525"/>
                  </a:lnTo>
                  <a:lnTo>
                    <a:pt x="1162544" y="381043"/>
                  </a:lnTo>
                  <a:lnTo>
                    <a:pt x="1163547" y="407089"/>
                  </a:lnTo>
                  <a:lnTo>
                    <a:pt x="1164550" y="402583"/>
                  </a:lnTo>
                  <a:lnTo>
                    <a:pt x="1166055" y="402583"/>
                  </a:lnTo>
                  <a:lnTo>
                    <a:pt x="1167058" y="434122"/>
                  </a:lnTo>
                  <a:lnTo>
                    <a:pt x="1168060" y="432620"/>
                  </a:lnTo>
                  <a:lnTo>
                    <a:pt x="1169578" y="453146"/>
                  </a:lnTo>
                  <a:lnTo>
                    <a:pt x="1170581" y="478698"/>
                  </a:lnTo>
                  <a:lnTo>
                    <a:pt x="1171584" y="505231"/>
                  </a:lnTo>
                  <a:lnTo>
                    <a:pt x="1172587" y="500225"/>
                  </a:lnTo>
                  <a:lnTo>
                    <a:pt x="1174091" y="494718"/>
                  </a:lnTo>
                  <a:lnTo>
                    <a:pt x="1175094" y="527759"/>
                  </a:lnTo>
                  <a:lnTo>
                    <a:pt x="1176097" y="515744"/>
                  </a:lnTo>
                  <a:lnTo>
                    <a:pt x="1177601" y="534268"/>
                  </a:lnTo>
                  <a:lnTo>
                    <a:pt x="1178604" y="547798"/>
                  </a:lnTo>
                  <a:lnTo>
                    <a:pt x="1179607" y="545795"/>
                  </a:lnTo>
                  <a:lnTo>
                    <a:pt x="1181112" y="537271"/>
                  </a:lnTo>
                  <a:lnTo>
                    <a:pt x="1182114" y="561315"/>
                  </a:lnTo>
                  <a:lnTo>
                    <a:pt x="1183117" y="540275"/>
                  </a:lnTo>
                  <a:lnTo>
                    <a:pt x="1184622" y="542778"/>
                  </a:lnTo>
                  <a:lnTo>
                    <a:pt x="1185625" y="528761"/>
                  </a:lnTo>
                  <a:lnTo>
                    <a:pt x="1186628" y="534268"/>
                  </a:lnTo>
                  <a:lnTo>
                    <a:pt x="1187630" y="543779"/>
                  </a:lnTo>
                  <a:lnTo>
                    <a:pt x="1189135" y="533266"/>
                  </a:lnTo>
                  <a:lnTo>
                    <a:pt x="1190138" y="545795"/>
                  </a:lnTo>
                  <a:lnTo>
                    <a:pt x="1191141" y="534268"/>
                  </a:lnTo>
                  <a:lnTo>
                    <a:pt x="1192645" y="540776"/>
                  </a:lnTo>
                  <a:lnTo>
                    <a:pt x="1193648" y="574832"/>
                  </a:lnTo>
                  <a:lnTo>
                    <a:pt x="1194651" y="546797"/>
                  </a:lnTo>
                  <a:lnTo>
                    <a:pt x="1196155" y="543779"/>
                  </a:lnTo>
                  <a:lnTo>
                    <a:pt x="1197158" y="547798"/>
                  </a:lnTo>
                  <a:lnTo>
                    <a:pt x="1198161" y="556308"/>
                  </a:lnTo>
                  <a:lnTo>
                    <a:pt x="1199665" y="578336"/>
                  </a:lnTo>
                  <a:lnTo>
                    <a:pt x="1200668" y="539274"/>
                  </a:lnTo>
                  <a:lnTo>
                    <a:pt x="1201671" y="556308"/>
                  </a:lnTo>
                  <a:lnTo>
                    <a:pt x="1202674" y="529762"/>
                  </a:lnTo>
                  <a:lnTo>
                    <a:pt x="1204178" y="558311"/>
                  </a:lnTo>
                  <a:lnTo>
                    <a:pt x="1205181" y="543779"/>
                  </a:lnTo>
                  <a:lnTo>
                    <a:pt x="1206184" y="536270"/>
                  </a:lnTo>
                  <a:lnTo>
                    <a:pt x="1207689" y="571327"/>
                  </a:lnTo>
                  <a:lnTo>
                    <a:pt x="1208691" y="542778"/>
                  </a:lnTo>
                  <a:lnTo>
                    <a:pt x="1209694" y="576834"/>
                  </a:lnTo>
                  <a:lnTo>
                    <a:pt x="1211199" y="571327"/>
                  </a:lnTo>
                  <a:lnTo>
                    <a:pt x="1212202" y="547798"/>
                  </a:lnTo>
                  <a:lnTo>
                    <a:pt x="1213204" y="571327"/>
                  </a:lnTo>
                  <a:lnTo>
                    <a:pt x="1214709" y="556308"/>
                  </a:lnTo>
                  <a:lnTo>
                    <a:pt x="1215712" y="567823"/>
                  </a:lnTo>
                  <a:lnTo>
                    <a:pt x="1216715" y="572329"/>
                  </a:lnTo>
                  <a:lnTo>
                    <a:pt x="1217718" y="540776"/>
                  </a:lnTo>
                  <a:lnTo>
                    <a:pt x="1219222" y="573330"/>
                  </a:lnTo>
                  <a:lnTo>
                    <a:pt x="1220225" y="542778"/>
                  </a:lnTo>
                  <a:lnTo>
                    <a:pt x="1221228" y="565820"/>
                  </a:lnTo>
                  <a:lnTo>
                    <a:pt x="1222732" y="566822"/>
                  </a:lnTo>
                  <a:lnTo>
                    <a:pt x="1223735" y="564819"/>
                  </a:lnTo>
                  <a:lnTo>
                    <a:pt x="1224738" y="574832"/>
                  </a:lnTo>
                  <a:lnTo>
                    <a:pt x="1226242" y="582842"/>
                  </a:lnTo>
                  <a:lnTo>
                    <a:pt x="1227245" y="567823"/>
                  </a:lnTo>
                  <a:lnTo>
                    <a:pt x="1228248" y="562316"/>
                  </a:lnTo>
                  <a:lnTo>
                    <a:pt x="1229752" y="558311"/>
                  </a:lnTo>
                  <a:lnTo>
                    <a:pt x="1230755" y="570326"/>
                  </a:lnTo>
                  <a:lnTo>
                    <a:pt x="1231758" y="573330"/>
                  </a:lnTo>
                  <a:lnTo>
                    <a:pt x="1232761" y="544781"/>
                  </a:lnTo>
                  <a:lnTo>
                    <a:pt x="1234265" y="558311"/>
                  </a:lnTo>
                  <a:lnTo>
                    <a:pt x="1235268" y="572329"/>
                  </a:lnTo>
                  <a:lnTo>
                    <a:pt x="1236271" y="558311"/>
                  </a:lnTo>
                  <a:lnTo>
                    <a:pt x="1237776" y="542778"/>
                  </a:lnTo>
                  <a:lnTo>
                    <a:pt x="1238779" y="565820"/>
                  </a:lnTo>
                  <a:lnTo>
                    <a:pt x="1239781" y="542778"/>
                  </a:lnTo>
                  <a:lnTo>
                    <a:pt x="1241286" y="571327"/>
                  </a:lnTo>
                  <a:lnTo>
                    <a:pt x="1242289" y="539274"/>
                  </a:lnTo>
                  <a:lnTo>
                    <a:pt x="1243292" y="544781"/>
                  </a:lnTo>
                  <a:lnTo>
                    <a:pt x="1244796" y="556308"/>
                  </a:lnTo>
                  <a:lnTo>
                    <a:pt x="1245799" y="582842"/>
                  </a:lnTo>
                  <a:lnTo>
                    <a:pt x="1246802" y="575833"/>
                  </a:lnTo>
                  <a:lnTo>
                    <a:pt x="1247805" y="585345"/>
                  </a:lnTo>
                  <a:lnTo>
                    <a:pt x="1249309" y="560314"/>
                  </a:lnTo>
                  <a:lnTo>
                    <a:pt x="1250312" y="581840"/>
                  </a:lnTo>
                  <a:lnTo>
                    <a:pt x="1251315" y="621390"/>
                  </a:lnTo>
                  <a:lnTo>
                    <a:pt x="1252819" y="573330"/>
                  </a:lnTo>
                  <a:lnTo>
                    <a:pt x="1253822" y="581840"/>
                  </a:lnTo>
                  <a:lnTo>
                    <a:pt x="1254825" y="540776"/>
                  </a:lnTo>
                  <a:lnTo>
                    <a:pt x="1256329" y="596359"/>
                  </a:lnTo>
                  <a:lnTo>
                    <a:pt x="1257332" y="575833"/>
                  </a:lnTo>
                  <a:lnTo>
                    <a:pt x="1258335" y="571327"/>
                  </a:lnTo>
                  <a:lnTo>
                    <a:pt x="1259839" y="570326"/>
                  </a:lnTo>
                  <a:lnTo>
                    <a:pt x="1260842" y="579337"/>
                  </a:lnTo>
                  <a:lnTo>
                    <a:pt x="1261845" y="578336"/>
                  </a:lnTo>
                  <a:lnTo>
                    <a:pt x="1262848" y="559312"/>
                  </a:lnTo>
                  <a:lnTo>
                    <a:pt x="1264353" y="564819"/>
                  </a:lnTo>
                  <a:lnTo>
                    <a:pt x="1265355" y="590351"/>
                  </a:lnTo>
                  <a:lnTo>
                    <a:pt x="1266358" y="570326"/>
                  </a:lnTo>
                  <a:lnTo>
                    <a:pt x="1267863" y="571327"/>
                  </a:lnTo>
                  <a:lnTo>
                    <a:pt x="1268866" y="586346"/>
                  </a:lnTo>
                  <a:lnTo>
                    <a:pt x="1269868" y="565820"/>
                  </a:lnTo>
                  <a:lnTo>
                    <a:pt x="1271373" y="597860"/>
                  </a:lnTo>
                  <a:lnTo>
                    <a:pt x="1272376" y="570326"/>
                  </a:lnTo>
                  <a:lnTo>
                    <a:pt x="1273379" y="575833"/>
                  </a:lnTo>
                  <a:lnTo>
                    <a:pt x="1274903" y="559312"/>
                  </a:lnTo>
                  <a:lnTo>
                    <a:pt x="1275906" y="576834"/>
                  </a:lnTo>
                  <a:lnTo>
                    <a:pt x="1276909" y="588849"/>
                  </a:lnTo>
                  <a:lnTo>
                    <a:pt x="1277912" y="558311"/>
                  </a:lnTo>
                  <a:lnTo>
                    <a:pt x="1279416" y="567823"/>
                  </a:lnTo>
                  <a:lnTo>
                    <a:pt x="1280419" y="563317"/>
                  </a:lnTo>
                  <a:lnTo>
                    <a:pt x="1281422" y="590351"/>
                  </a:lnTo>
                  <a:lnTo>
                    <a:pt x="1282926" y="574832"/>
                  </a:lnTo>
                  <a:lnTo>
                    <a:pt x="1283929" y="567823"/>
                  </a:lnTo>
                  <a:lnTo>
                    <a:pt x="1284932" y="574832"/>
                  </a:lnTo>
                  <a:lnTo>
                    <a:pt x="1286436" y="586346"/>
                  </a:lnTo>
                  <a:lnTo>
                    <a:pt x="1287439" y="601865"/>
                  </a:lnTo>
                  <a:lnTo>
                    <a:pt x="1288442" y="587848"/>
                  </a:lnTo>
                  <a:lnTo>
                    <a:pt x="1289947" y="575833"/>
                  </a:lnTo>
                  <a:lnTo>
                    <a:pt x="1290950" y="587848"/>
                  </a:lnTo>
                  <a:lnTo>
                    <a:pt x="1291952" y="595357"/>
                  </a:lnTo>
                  <a:lnTo>
                    <a:pt x="1293457" y="568824"/>
                  </a:lnTo>
                  <a:lnTo>
                    <a:pt x="1294460" y="566822"/>
                  </a:lnTo>
                  <a:lnTo>
                    <a:pt x="1295463" y="590351"/>
                  </a:lnTo>
                  <a:lnTo>
                    <a:pt x="1296465" y="579337"/>
                  </a:lnTo>
                  <a:lnTo>
                    <a:pt x="1297970" y="560314"/>
                  </a:lnTo>
                  <a:lnTo>
                    <a:pt x="1298973" y="567823"/>
                  </a:lnTo>
                  <a:lnTo>
                    <a:pt x="1299976" y="562316"/>
                  </a:lnTo>
                  <a:lnTo>
                    <a:pt x="1301480" y="573330"/>
                  </a:lnTo>
                  <a:lnTo>
                    <a:pt x="1302483" y="576834"/>
                  </a:lnTo>
                  <a:lnTo>
                    <a:pt x="1303486" y="565820"/>
                  </a:lnTo>
                  <a:lnTo>
                    <a:pt x="1304990" y="579337"/>
                  </a:lnTo>
                  <a:lnTo>
                    <a:pt x="1305993" y="562316"/>
                  </a:lnTo>
                  <a:lnTo>
                    <a:pt x="1306996" y="590351"/>
                  </a:lnTo>
                  <a:lnTo>
                    <a:pt x="1308500" y="558311"/>
                  </a:lnTo>
                  <a:lnTo>
                    <a:pt x="1309503" y="561315"/>
                  </a:lnTo>
                  <a:lnTo>
                    <a:pt x="1310506" y="582842"/>
                  </a:lnTo>
                  <a:lnTo>
                    <a:pt x="1311509" y="580339"/>
                  </a:lnTo>
                  <a:lnTo>
                    <a:pt x="1313013" y="578336"/>
                  </a:lnTo>
                  <a:lnTo>
                    <a:pt x="1314016" y="568824"/>
                  </a:lnTo>
                  <a:lnTo>
                    <a:pt x="1315019" y="585345"/>
                  </a:lnTo>
                  <a:lnTo>
                    <a:pt x="1316524" y="595357"/>
                  </a:lnTo>
                  <a:lnTo>
                    <a:pt x="1317526" y="571327"/>
                  </a:lnTo>
                  <a:lnTo>
                    <a:pt x="1318529" y="596359"/>
                  </a:lnTo>
                  <a:lnTo>
                    <a:pt x="1320034" y="587848"/>
                  </a:lnTo>
                  <a:lnTo>
                    <a:pt x="1321037" y="581840"/>
                  </a:lnTo>
                  <a:lnTo>
                    <a:pt x="1322040" y="609875"/>
                  </a:lnTo>
                  <a:lnTo>
                    <a:pt x="1323544" y="578336"/>
                  </a:lnTo>
                  <a:lnTo>
                    <a:pt x="1324547" y="568824"/>
                  </a:lnTo>
                  <a:lnTo>
                    <a:pt x="1325550" y="580339"/>
                  </a:lnTo>
                  <a:lnTo>
                    <a:pt x="1326553" y="565820"/>
                  </a:lnTo>
                  <a:lnTo>
                    <a:pt x="1328057" y="581840"/>
                  </a:lnTo>
                  <a:lnTo>
                    <a:pt x="1329060" y="593855"/>
                  </a:lnTo>
                  <a:lnTo>
                    <a:pt x="1330063" y="572329"/>
                  </a:lnTo>
                  <a:lnTo>
                    <a:pt x="1331567" y="561315"/>
                  </a:lnTo>
                  <a:lnTo>
                    <a:pt x="1332570" y="585345"/>
                  </a:lnTo>
                  <a:lnTo>
                    <a:pt x="1333573" y="568824"/>
                  </a:lnTo>
                  <a:lnTo>
                    <a:pt x="1335077" y="575833"/>
                  </a:lnTo>
                  <a:lnTo>
                    <a:pt x="1336080" y="573330"/>
                  </a:lnTo>
                  <a:lnTo>
                    <a:pt x="1337083" y="567823"/>
                  </a:lnTo>
                  <a:lnTo>
                    <a:pt x="1338587" y="564819"/>
                  </a:lnTo>
                  <a:lnTo>
                    <a:pt x="1339590" y="570326"/>
                  </a:lnTo>
                  <a:lnTo>
                    <a:pt x="1340593" y="552804"/>
                  </a:lnTo>
                  <a:lnTo>
                    <a:pt x="1341596" y="568824"/>
                  </a:lnTo>
                  <a:lnTo>
                    <a:pt x="1343100" y="575833"/>
                  </a:lnTo>
                  <a:lnTo>
                    <a:pt x="1344103" y="604369"/>
                  </a:lnTo>
                  <a:lnTo>
                    <a:pt x="1345106" y="572329"/>
                  </a:lnTo>
                  <a:lnTo>
                    <a:pt x="1346611" y="551803"/>
                  </a:lnTo>
                  <a:lnTo>
                    <a:pt x="1347614" y="574832"/>
                  </a:lnTo>
                  <a:lnTo>
                    <a:pt x="1348616" y="587848"/>
                  </a:lnTo>
                  <a:lnTo>
                    <a:pt x="1350121" y="599362"/>
                  </a:lnTo>
                  <a:lnTo>
                    <a:pt x="1351124" y="571327"/>
                  </a:lnTo>
                  <a:lnTo>
                    <a:pt x="1352127" y="558311"/>
                  </a:lnTo>
                  <a:lnTo>
                    <a:pt x="1353631" y="574832"/>
                  </a:lnTo>
                  <a:lnTo>
                    <a:pt x="1354634" y="580339"/>
                  </a:lnTo>
                  <a:lnTo>
                    <a:pt x="1355637" y="553805"/>
                  </a:lnTo>
                  <a:lnTo>
                    <a:pt x="1356640" y="558311"/>
                  </a:lnTo>
                  <a:lnTo>
                    <a:pt x="1358144" y="584344"/>
                  </a:lnTo>
                  <a:lnTo>
                    <a:pt x="1359147" y="571327"/>
                  </a:lnTo>
                  <a:lnTo>
                    <a:pt x="1360150" y="588849"/>
                  </a:lnTo>
                  <a:lnTo>
                    <a:pt x="1361654" y="588849"/>
                  </a:lnTo>
                  <a:lnTo>
                    <a:pt x="1362657" y="564819"/>
                  </a:lnTo>
                  <a:lnTo>
                    <a:pt x="1363660" y="574832"/>
                  </a:lnTo>
                  <a:lnTo>
                    <a:pt x="1365164" y="561315"/>
                  </a:lnTo>
                  <a:lnTo>
                    <a:pt x="1366167" y="582842"/>
                  </a:lnTo>
                  <a:lnTo>
                    <a:pt x="1367170" y="599362"/>
                  </a:lnTo>
                  <a:lnTo>
                    <a:pt x="1368674" y="568824"/>
                  </a:lnTo>
                  <a:lnTo>
                    <a:pt x="1369677" y="590351"/>
                  </a:lnTo>
                  <a:lnTo>
                    <a:pt x="1370680" y="584344"/>
                  </a:lnTo>
                  <a:lnTo>
                    <a:pt x="1371683" y="585345"/>
                  </a:lnTo>
                  <a:lnTo>
                    <a:pt x="1373188" y="539274"/>
                  </a:lnTo>
                  <a:lnTo>
                    <a:pt x="1374190" y="595357"/>
                  </a:lnTo>
                  <a:lnTo>
                    <a:pt x="1375193" y="585345"/>
                  </a:lnTo>
                  <a:lnTo>
                    <a:pt x="1376698" y="592854"/>
                  </a:lnTo>
                  <a:lnTo>
                    <a:pt x="1377701" y="557310"/>
                  </a:lnTo>
                  <a:lnTo>
                    <a:pt x="1378704" y="578336"/>
                  </a:lnTo>
                  <a:lnTo>
                    <a:pt x="1380208" y="563317"/>
                  </a:lnTo>
                  <a:lnTo>
                    <a:pt x="1381224" y="582842"/>
                  </a:lnTo>
                  <a:lnTo>
                    <a:pt x="1382227" y="590351"/>
                  </a:lnTo>
                  <a:lnTo>
                    <a:pt x="1383731" y="576834"/>
                  </a:lnTo>
                  <a:lnTo>
                    <a:pt x="1384734" y="601865"/>
                  </a:lnTo>
                  <a:lnTo>
                    <a:pt x="1385737" y="562316"/>
                  </a:lnTo>
                  <a:lnTo>
                    <a:pt x="1386740" y="590351"/>
                  </a:lnTo>
                  <a:lnTo>
                    <a:pt x="1388244" y="564819"/>
                  </a:lnTo>
                  <a:lnTo>
                    <a:pt x="1389247" y="557310"/>
                  </a:lnTo>
                  <a:lnTo>
                    <a:pt x="1390250" y="586346"/>
                  </a:lnTo>
                  <a:lnTo>
                    <a:pt x="1391755" y="616884"/>
                  </a:lnTo>
                  <a:lnTo>
                    <a:pt x="1392758" y="579337"/>
                  </a:lnTo>
                  <a:lnTo>
                    <a:pt x="1393760" y="568824"/>
                  </a:lnTo>
                  <a:lnTo>
                    <a:pt x="1395265" y="559312"/>
                  </a:lnTo>
                  <a:lnTo>
                    <a:pt x="1396268" y="556308"/>
                  </a:lnTo>
                  <a:lnTo>
                    <a:pt x="1397271" y="580339"/>
                  </a:lnTo>
                  <a:lnTo>
                    <a:pt x="1398775" y="551803"/>
                  </a:lnTo>
                  <a:lnTo>
                    <a:pt x="1399778" y="580339"/>
                  </a:lnTo>
                  <a:lnTo>
                    <a:pt x="1400781" y="566822"/>
                  </a:lnTo>
                  <a:lnTo>
                    <a:pt x="1401784" y="579337"/>
                  </a:lnTo>
                  <a:lnTo>
                    <a:pt x="1403288" y="559312"/>
                  </a:lnTo>
                  <a:lnTo>
                    <a:pt x="1404291" y="578336"/>
                  </a:lnTo>
                  <a:lnTo>
                    <a:pt x="1405294" y="588849"/>
                  </a:lnTo>
                  <a:lnTo>
                    <a:pt x="1406798" y="599362"/>
                  </a:lnTo>
                  <a:lnTo>
                    <a:pt x="1407801" y="568824"/>
                  </a:lnTo>
                  <a:lnTo>
                    <a:pt x="1408804" y="590351"/>
                  </a:lnTo>
                  <a:lnTo>
                    <a:pt x="1410308" y="600364"/>
                  </a:lnTo>
                  <a:lnTo>
                    <a:pt x="1411311" y="568824"/>
                  </a:lnTo>
                  <a:lnTo>
                    <a:pt x="1412314" y="560314"/>
                  </a:lnTo>
                  <a:lnTo>
                    <a:pt x="1413818" y="592854"/>
                  </a:lnTo>
                  <a:lnTo>
                    <a:pt x="1414821" y="570326"/>
                  </a:lnTo>
                  <a:lnTo>
                    <a:pt x="1415824" y="580339"/>
                  </a:lnTo>
                  <a:lnTo>
                    <a:pt x="1417329" y="580339"/>
                  </a:lnTo>
                  <a:lnTo>
                    <a:pt x="1418332" y="559312"/>
                  </a:lnTo>
                  <a:lnTo>
                    <a:pt x="1419334" y="552804"/>
                  </a:lnTo>
                  <a:lnTo>
                    <a:pt x="1420337" y="587848"/>
                  </a:lnTo>
                  <a:lnTo>
                    <a:pt x="1421842" y="618386"/>
                  </a:lnTo>
                  <a:lnTo>
                    <a:pt x="1422845" y="576834"/>
                  </a:lnTo>
                  <a:lnTo>
                    <a:pt x="1423848" y="575833"/>
                  </a:lnTo>
                  <a:lnTo>
                    <a:pt x="1425352" y="579337"/>
                  </a:lnTo>
                  <a:lnTo>
                    <a:pt x="1426355" y="572329"/>
                  </a:lnTo>
                  <a:lnTo>
                    <a:pt x="1427358" y="554807"/>
                  </a:lnTo>
                  <a:lnTo>
                    <a:pt x="1428862" y="568824"/>
                  </a:lnTo>
                  <a:lnTo>
                    <a:pt x="1429865" y="575833"/>
                  </a:lnTo>
                  <a:lnTo>
                    <a:pt x="1430868" y="573330"/>
                  </a:lnTo>
                  <a:lnTo>
                    <a:pt x="1432372" y="585345"/>
                  </a:lnTo>
                  <a:lnTo>
                    <a:pt x="1433375" y="584344"/>
                  </a:lnTo>
                  <a:lnTo>
                    <a:pt x="1434378" y="585345"/>
                  </a:lnTo>
                  <a:lnTo>
                    <a:pt x="1435381" y="580339"/>
                  </a:lnTo>
                  <a:lnTo>
                    <a:pt x="1436885" y="591352"/>
                  </a:lnTo>
                  <a:lnTo>
                    <a:pt x="1437888" y="580339"/>
                  </a:lnTo>
                  <a:lnTo>
                    <a:pt x="1438891" y="586346"/>
                  </a:lnTo>
                  <a:lnTo>
                    <a:pt x="1440395" y="567823"/>
                  </a:lnTo>
                  <a:lnTo>
                    <a:pt x="1441398" y="570326"/>
                  </a:lnTo>
                  <a:lnTo>
                    <a:pt x="1442401" y="573330"/>
                  </a:lnTo>
                  <a:lnTo>
                    <a:pt x="1443906" y="581840"/>
                  </a:lnTo>
                  <a:lnTo>
                    <a:pt x="1444908" y="563317"/>
                  </a:lnTo>
                  <a:lnTo>
                    <a:pt x="1445911" y="587848"/>
                  </a:lnTo>
                  <a:lnTo>
                    <a:pt x="1447416" y="586346"/>
                  </a:lnTo>
                  <a:lnTo>
                    <a:pt x="1448419" y="562316"/>
                  </a:lnTo>
                  <a:lnTo>
                    <a:pt x="1449422" y="585345"/>
                  </a:lnTo>
                  <a:lnTo>
                    <a:pt x="1450424" y="554807"/>
                  </a:lnTo>
                  <a:lnTo>
                    <a:pt x="1451929" y="574832"/>
                  </a:lnTo>
                  <a:lnTo>
                    <a:pt x="1452932" y="549800"/>
                  </a:lnTo>
                  <a:lnTo>
                    <a:pt x="1453935" y="572329"/>
                  </a:lnTo>
                  <a:lnTo>
                    <a:pt x="1455439" y="579337"/>
                  </a:lnTo>
                  <a:lnTo>
                    <a:pt x="1456442" y="568824"/>
                  </a:lnTo>
                  <a:lnTo>
                    <a:pt x="1457445" y="588849"/>
                  </a:lnTo>
                  <a:lnTo>
                    <a:pt x="1458949" y="588849"/>
                  </a:lnTo>
                  <a:lnTo>
                    <a:pt x="1459952" y="567823"/>
                  </a:lnTo>
                  <a:lnTo>
                    <a:pt x="1460955" y="579337"/>
                  </a:lnTo>
                  <a:lnTo>
                    <a:pt x="1462459" y="554807"/>
                  </a:lnTo>
                  <a:lnTo>
                    <a:pt x="1463462" y="579337"/>
                  </a:lnTo>
                  <a:lnTo>
                    <a:pt x="1464465" y="580339"/>
                  </a:lnTo>
                  <a:lnTo>
                    <a:pt x="1465468" y="562316"/>
                  </a:lnTo>
                  <a:lnTo>
                    <a:pt x="1466972" y="570326"/>
                  </a:lnTo>
                  <a:lnTo>
                    <a:pt x="1467975" y="601865"/>
                  </a:lnTo>
                  <a:lnTo>
                    <a:pt x="1468978" y="542778"/>
                  </a:lnTo>
                  <a:lnTo>
                    <a:pt x="1470483" y="556308"/>
                  </a:lnTo>
                  <a:lnTo>
                    <a:pt x="1471485" y="580339"/>
                  </a:lnTo>
                  <a:lnTo>
                    <a:pt x="1472488" y="585345"/>
                  </a:lnTo>
                  <a:lnTo>
                    <a:pt x="1473993" y="571327"/>
                  </a:lnTo>
                  <a:lnTo>
                    <a:pt x="1474996" y="588849"/>
                  </a:lnTo>
                  <a:lnTo>
                    <a:pt x="1475998" y="587848"/>
                  </a:lnTo>
                  <a:lnTo>
                    <a:pt x="1477503" y="575833"/>
                  </a:lnTo>
                  <a:lnTo>
                    <a:pt x="1478506" y="579337"/>
                  </a:lnTo>
                  <a:lnTo>
                    <a:pt x="1479509" y="570326"/>
                  </a:lnTo>
                  <a:lnTo>
                    <a:pt x="1480512" y="572329"/>
                  </a:lnTo>
                  <a:lnTo>
                    <a:pt x="1482016" y="558311"/>
                  </a:lnTo>
                  <a:lnTo>
                    <a:pt x="1483019" y="548799"/>
                  </a:lnTo>
                  <a:lnTo>
                    <a:pt x="1484022" y="574832"/>
                  </a:lnTo>
                  <a:lnTo>
                    <a:pt x="1485526" y="585345"/>
                  </a:lnTo>
                  <a:lnTo>
                    <a:pt x="1486549" y="575833"/>
                  </a:lnTo>
                  <a:lnTo>
                    <a:pt x="1487552" y="561315"/>
                  </a:lnTo>
                  <a:lnTo>
                    <a:pt x="1489056" y="576834"/>
                  </a:lnTo>
                  <a:lnTo>
                    <a:pt x="1490059" y="576834"/>
                  </a:lnTo>
                  <a:lnTo>
                    <a:pt x="1491062" y="560314"/>
                  </a:lnTo>
                  <a:lnTo>
                    <a:pt x="1492566" y="549800"/>
                  </a:lnTo>
                  <a:lnTo>
                    <a:pt x="1493569" y="581840"/>
                  </a:lnTo>
                  <a:lnTo>
                    <a:pt x="1494572" y="570326"/>
                  </a:lnTo>
                  <a:lnTo>
                    <a:pt x="1495575" y="575833"/>
                  </a:lnTo>
                  <a:lnTo>
                    <a:pt x="1497079" y="584344"/>
                  </a:lnTo>
                  <a:lnTo>
                    <a:pt x="1498082" y="556308"/>
                  </a:lnTo>
                  <a:lnTo>
                    <a:pt x="1499085" y="566822"/>
                  </a:lnTo>
                  <a:lnTo>
                    <a:pt x="1500590" y="553805"/>
                  </a:lnTo>
                  <a:lnTo>
                    <a:pt x="1501593" y="567823"/>
                  </a:lnTo>
                  <a:lnTo>
                    <a:pt x="1502595" y="547798"/>
                  </a:lnTo>
                  <a:lnTo>
                    <a:pt x="1504100" y="573330"/>
                  </a:lnTo>
                  <a:lnTo>
                    <a:pt x="1505103" y="588849"/>
                  </a:lnTo>
                  <a:lnTo>
                    <a:pt x="1506106" y="563317"/>
                  </a:lnTo>
                  <a:lnTo>
                    <a:pt x="1507610" y="561315"/>
                  </a:lnTo>
                  <a:lnTo>
                    <a:pt x="1508613" y="571327"/>
                  </a:lnTo>
                  <a:lnTo>
                    <a:pt x="1509616" y="542778"/>
                  </a:lnTo>
                  <a:lnTo>
                    <a:pt x="1510619" y="572329"/>
                  </a:lnTo>
                  <a:lnTo>
                    <a:pt x="1512123" y="579337"/>
                  </a:lnTo>
                  <a:lnTo>
                    <a:pt x="1513126" y="563317"/>
                  </a:lnTo>
                  <a:lnTo>
                    <a:pt x="1514129" y="567823"/>
                  </a:lnTo>
                  <a:lnTo>
                    <a:pt x="1515633" y="567823"/>
                  </a:lnTo>
                  <a:lnTo>
                    <a:pt x="1516636" y="563317"/>
                  </a:lnTo>
                  <a:lnTo>
                    <a:pt x="1517639" y="560314"/>
                  </a:lnTo>
                  <a:lnTo>
                    <a:pt x="1519143" y="564819"/>
                  </a:lnTo>
                  <a:lnTo>
                    <a:pt x="1520146" y="579337"/>
                  </a:lnTo>
                  <a:lnTo>
                    <a:pt x="1521149" y="576834"/>
                  </a:lnTo>
                  <a:lnTo>
                    <a:pt x="1522654" y="565820"/>
                  </a:lnTo>
                  <a:lnTo>
                    <a:pt x="1523656" y="570326"/>
                  </a:lnTo>
                  <a:lnTo>
                    <a:pt x="1524659" y="581840"/>
                  </a:lnTo>
                  <a:lnTo>
                    <a:pt x="1525662" y="558311"/>
                  </a:lnTo>
                  <a:lnTo>
                    <a:pt x="1527167" y="563317"/>
                  </a:lnTo>
                  <a:lnTo>
                    <a:pt x="1528169" y="573330"/>
                  </a:lnTo>
                  <a:lnTo>
                    <a:pt x="1529172" y="546797"/>
                  </a:lnTo>
                  <a:lnTo>
                    <a:pt x="1530677" y="544781"/>
                  </a:lnTo>
                  <a:lnTo>
                    <a:pt x="1531680" y="567823"/>
                  </a:lnTo>
                  <a:lnTo>
                    <a:pt x="1532683" y="540776"/>
                  </a:lnTo>
                  <a:lnTo>
                    <a:pt x="1534187" y="565820"/>
                  </a:lnTo>
                  <a:lnTo>
                    <a:pt x="1535190" y="537271"/>
                  </a:lnTo>
                  <a:lnTo>
                    <a:pt x="1536193" y="541777"/>
                  </a:lnTo>
                  <a:lnTo>
                    <a:pt x="1537697" y="533266"/>
                  </a:lnTo>
                  <a:lnTo>
                    <a:pt x="1538700" y="531764"/>
                  </a:lnTo>
                  <a:lnTo>
                    <a:pt x="1539703" y="526258"/>
                  </a:lnTo>
                  <a:lnTo>
                    <a:pt x="1541207" y="571327"/>
                  </a:lnTo>
                  <a:lnTo>
                    <a:pt x="1542210" y="524255"/>
                  </a:lnTo>
                  <a:lnTo>
                    <a:pt x="1543213" y="508235"/>
                  </a:lnTo>
                  <a:lnTo>
                    <a:pt x="1544216" y="499724"/>
                  </a:lnTo>
                  <a:lnTo>
                    <a:pt x="1545720" y="537271"/>
                  </a:lnTo>
                  <a:lnTo>
                    <a:pt x="1546723" y="509236"/>
                  </a:lnTo>
                  <a:lnTo>
                    <a:pt x="1547726" y="497221"/>
                  </a:lnTo>
                  <a:lnTo>
                    <a:pt x="1549230" y="522753"/>
                  </a:lnTo>
                  <a:lnTo>
                    <a:pt x="1550233" y="494718"/>
                  </a:lnTo>
                  <a:lnTo>
                    <a:pt x="1551236" y="483704"/>
                  </a:lnTo>
                  <a:lnTo>
                    <a:pt x="1552741" y="500225"/>
                  </a:lnTo>
                  <a:lnTo>
                    <a:pt x="1553743" y="477697"/>
                  </a:lnTo>
                  <a:lnTo>
                    <a:pt x="1554746" y="486708"/>
                  </a:lnTo>
                  <a:lnTo>
                    <a:pt x="1556251" y="515744"/>
                  </a:lnTo>
                  <a:lnTo>
                    <a:pt x="1557254" y="492716"/>
                  </a:lnTo>
                  <a:lnTo>
                    <a:pt x="1558257" y="476696"/>
                  </a:lnTo>
                  <a:lnTo>
                    <a:pt x="1559259" y="502728"/>
                  </a:lnTo>
                  <a:lnTo>
                    <a:pt x="1560764" y="486208"/>
                  </a:lnTo>
                  <a:lnTo>
                    <a:pt x="1561767" y="504230"/>
                  </a:lnTo>
                  <a:lnTo>
                    <a:pt x="1562770" y="483204"/>
                  </a:lnTo>
                  <a:lnTo>
                    <a:pt x="1564274" y="514243"/>
                  </a:lnTo>
                  <a:lnTo>
                    <a:pt x="1565277" y="508235"/>
                  </a:lnTo>
                  <a:lnTo>
                    <a:pt x="1566280" y="494218"/>
                  </a:lnTo>
                  <a:lnTo>
                    <a:pt x="1567784" y="534268"/>
                  </a:lnTo>
                  <a:lnTo>
                    <a:pt x="1568787" y="509737"/>
                  </a:lnTo>
                  <a:lnTo>
                    <a:pt x="1569790" y="518248"/>
                  </a:lnTo>
                  <a:lnTo>
                    <a:pt x="1571294" y="536270"/>
                  </a:lnTo>
                  <a:lnTo>
                    <a:pt x="1572297" y="514243"/>
                  </a:lnTo>
                  <a:lnTo>
                    <a:pt x="1573300" y="550802"/>
                  </a:lnTo>
                  <a:lnTo>
                    <a:pt x="1574303" y="530763"/>
                  </a:lnTo>
                  <a:lnTo>
                    <a:pt x="1575807" y="522753"/>
                  </a:lnTo>
                  <a:lnTo>
                    <a:pt x="1576810" y="553805"/>
                  </a:lnTo>
                  <a:lnTo>
                    <a:pt x="1577813" y="559312"/>
                  </a:lnTo>
                  <a:lnTo>
                    <a:pt x="1579318" y="548799"/>
                  </a:lnTo>
                  <a:lnTo>
                    <a:pt x="1580320" y="541777"/>
                  </a:lnTo>
                  <a:lnTo>
                    <a:pt x="1581323" y="543779"/>
                  </a:lnTo>
                  <a:lnTo>
                    <a:pt x="1582828" y="556308"/>
                  </a:lnTo>
                  <a:lnTo>
                    <a:pt x="1583831" y="536270"/>
                  </a:lnTo>
                  <a:lnTo>
                    <a:pt x="1584833" y="545795"/>
                  </a:lnTo>
                  <a:lnTo>
                    <a:pt x="1586338" y="565820"/>
                  </a:lnTo>
                  <a:lnTo>
                    <a:pt x="1587341" y="535269"/>
                  </a:lnTo>
                  <a:lnTo>
                    <a:pt x="1588344" y="570326"/>
                  </a:lnTo>
                  <a:lnTo>
                    <a:pt x="1589347" y="544781"/>
                  </a:lnTo>
                  <a:lnTo>
                    <a:pt x="1590851" y="564819"/>
                  </a:lnTo>
                  <a:lnTo>
                    <a:pt x="1591854" y="562316"/>
                  </a:lnTo>
                  <a:lnTo>
                    <a:pt x="1592877" y="571327"/>
                  </a:lnTo>
                  <a:lnTo>
                    <a:pt x="1594381" y="565820"/>
                  </a:lnTo>
                  <a:lnTo>
                    <a:pt x="1595384" y="566822"/>
                  </a:lnTo>
                  <a:lnTo>
                    <a:pt x="1596387" y="590351"/>
                  </a:lnTo>
                  <a:lnTo>
                    <a:pt x="1597891" y="559312"/>
                  </a:lnTo>
                  <a:lnTo>
                    <a:pt x="1598894" y="548799"/>
                  </a:lnTo>
                  <a:lnTo>
                    <a:pt x="1599897" y="559312"/>
                  </a:lnTo>
                  <a:lnTo>
                    <a:pt x="1601401" y="580339"/>
                  </a:lnTo>
                  <a:lnTo>
                    <a:pt x="1602404" y="568824"/>
                  </a:lnTo>
                  <a:lnTo>
                    <a:pt x="1603407" y="588849"/>
                  </a:lnTo>
                  <a:lnTo>
                    <a:pt x="1604410" y="556308"/>
                  </a:lnTo>
                  <a:lnTo>
                    <a:pt x="1605915" y="571327"/>
                  </a:lnTo>
                  <a:lnTo>
                    <a:pt x="1606917" y="584344"/>
                  </a:lnTo>
                  <a:lnTo>
                    <a:pt x="1607920" y="564819"/>
                  </a:lnTo>
                  <a:lnTo>
                    <a:pt x="1609425" y="571327"/>
                  </a:lnTo>
                  <a:lnTo>
                    <a:pt x="1610428" y="553805"/>
                  </a:lnTo>
                  <a:lnTo>
                    <a:pt x="1611430" y="559312"/>
                  </a:lnTo>
                  <a:lnTo>
                    <a:pt x="1612935" y="567823"/>
                  </a:lnTo>
                  <a:lnTo>
                    <a:pt x="1613938" y="573330"/>
                  </a:lnTo>
                  <a:lnTo>
                    <a:pt x="1614941" y="549800"/>
                  </a:lnTo>
                  <a:lnTo>
                    <a:pt x="1616445" y="567823"/>
                  </a:lnTo>
                  <a:lnTo>
                    <a:pt x="1617448" y="570326"/>
                  </a:lnTo>
                  <a:lnTo>
                    <a:pt x="1618451" y="576834"/>
                  </a:lnTo>
                </a:path>
                <a:path w="2200275" h="621664">
                  <a:moveTo>
                    <a:pt x="1618451" y="576834"/>
                  </a:moveTo>
                  <a:lnTo>
                    <a:pt x="1619454" y="572329"/>
                  </a:lnTo>
                  <a:lnTo>
                    <a:pt x="1620958" y="557310"/>
                  </a:lnTo>
                  <a:lnTo>
                    <a:pt x="1621961" y="549800"/>
                  </a:lnTo>
                  <a:lnTo>
                    <a:pt x="1622964" y="595357"/>
                  </a:lnTo>
                  <a:lnTo>
                    <a:pt x="1624468" y="530763"/>
                  </a:lnTo>
                  <a:lnTo>
                    <a:pt x="1625471" y="551803"/>
                  </a:lnTo>
                  <a:lnTo>
                    <a:pt x="1626474" y="573330"/>
                  </a:lnTo>
                  <a:lnTo>
                    <a:pt x="1627978" y="552804"/>
                  </a:lnTo>
                  <a:lnTo>
                    <a:pt x="1628981" y="572329"/>
                  </a:lnTo>
                  <a:lnTo>
                    <a:pt x="1629984" y="564819"/>
                  </a:lnTo>
                  <a:lnTo>
                    <a:pt x="1631489" y="570326"/>
                  </a:lnTo>
                  <a:lnTo>
                    <a:pt x="1632491" y="551803"/>
                  </a:lnTo>
                  <a:lnTo>
                    <a:pt x="1633494" y="561315"/>
                  </a:lnTo>
                  <a:lnTo>
                    <a:pt x="1634497" y="603367"/>
                  </a:lnTo>
                  <a:lnTo>
                    <a:pt x="1636002" y="559312"/>
                  </a:lnTo>
                  <a:lnTo>
                    <a:pt x="1637004" y="561315"/>
                  </a:lnTo>
                  <a:lnTo>
                    <a:pt x="1638007" y="581840"/>
                  </a:lnTo>
                  <a:lnTo>
                    <a:pt x="1639512" y="558311"/>
                  </a:lnTo>
                  <a:lnTo>
                    <a:pt x="1640515" y="551803"/>
                  </a:lnTo>
                  <a:lnTo>
                    <a:pt x="1641518" y="562316"/>
                  </a:lnTo>
                  <a:lnTo>
                    <a:pt x="1643022" y="561315"/>
                  </a:lnTo>
                  <a:lnTo>
                    <a:pt x="1644025" y="559312"/>
                  </a:lnTo>
                  <a:lnTo>
                    <a:pt x="1645028" y="545795"/>
                  </a:lnTo>
                  <a:lnTo>
                    <a:pt x="1646532" y="548799"/>
                  </a:lnTo>
                  <a:lnTo>
                    <a:pt x="1647535" y="557310"/>
                  </a:lnTo>
                  <a:lnTo>
                    <a:pt x="1648538" y="558311"/>
                  </a:lnTo>
                  <a:lnTo>
                    <a:pt x="1650042" y="604369"/>
                  </a:lnTo>
                  <a:lnTo>
                    <a:pt x="1651045" y="547798"/>
                  </a:lnTo>
                  <a:lnTo>
                    <a:pt x="1652048" y="584344"/>
                  </a:lnTo>
                  <a:lnTo>
                    <a:pt x="1653051" y="558311"/>
                  </a:lnTo>
                  <a:lnTo>
                    <a:pt x="1654555" y="578336"/>
                  </a:lnTo>
                  <a:lnTo>
                    <a:pt x="1655558" y="570326"/>
                  </a:lnTo>
                  <a:lnTo>
                    <a:pt x="1656561" y="562316"/>
                  </a:lnTo>
                  <a:lnTo>
                    <a:pt x="1658065" y="550802"/>
                  </a:lnTo>
                  <a:lnTo>
                    <a:pt x="1659068" y="578336"/>
                  </a:lnTo>
                  <a:lnTo>
                    <a:pt x="1660071" y="578336"/>
                  </a:lnTo>
                  <a:lnTo>
                    <a:pt x="1661576" y="561315"/>
                  </a:lnTo>
                  <a:lnTo>
                    <a:pt x="1662579" y="573330"/>
                  </a:lnTo>
                  <a:lnTo>
                    <a:pt x="1663581" y="567823"/>
                  </a:lnTo>
                  <a:lnTo>
                    <a:pt x="1665086" y="571327"/>
                  </a:lnTo>
                  <a:lnTo>
                    <a:pt x="1666089" y="529762"/>
                  </a:lnTo>
                  <a:lnTo>
                    <a:pt x="1667092" y="558311"/>
                  </a:lnTo>
                  <a:lnTo>
                    <a:pt x="1668094" y="565820"/>
                  </a:lnTo>
                  <a:lnTo>
                    <a:pt x="1669599" y="538273"/>
                  </a:lnTo>
                  <a:lnTo>
                    <a:pt x="1670602" y="537271"/>
                  </a:lnTo>
                  <a:lnTo>
                    <a:pt x="1671605" y="561315"/>
                  </a:lnTo>
                  <a:lnTo>
                    <a:pt x="1673109" y="580339"/>
                  </a:lnTo>
                  <a:lnTo>
                    <a:pt x="1674112" y="575833"/>
                  </a:lnTo>
                  <a:lnTo>
                    <a:pt x="1675115" y="544781"/>
                  </a:lnTo>
                  <a:lnTo>
                    <a:pt x="1676619" y="549800"/>
                  </a:lnTo>
                  <a:lnTo>
                    <a:pt x="1677622" y="563317"/>
                  </a:lnTo>
                  <a:lnTo>
                    <a:pt x="1678625" y="542778"/>
                  </a:lnTo>
                  <a:lnTo>
                    <a:pt x="1680129" y="579337"/>
                  </a:lnTo>
                  <a:lnTo>
                    <a:pt x="1681132" y="565820"/>
                  </a:lnTo>
                  <a:lnTo>
                    <a:pt x="1682135" y="542778"/>
                  </a:lnTo>
                  <a:lnTo>
                    <a:pt x="1683138" y="558311"/>
                  </a:lnTo>
                  <a:lnTo>
                    <a:pt x="1684642" y="574832"/>
                  </a:lnTo>
                  <a:lnTo>
                    <a:pt x="1685645" y="542778"/>
                  </a:lnTo>
                  <a:lnTo>
                    <a:pt x="1686648" y="551803"/>
                  </a:lnTo>
                  <a:lnTo>
                    <a:pt x="1688153" y="576834"/>
                  </a:lnTo>
                  <a:lnTo>
                    <a:pt x="1689155" y="579337"/>
                  </a:lnTo>
                  <a:lnTo>
                    <a:pt x="1690158" y="563317"/>
                  </a:lnTo>
                  <a:lnTo>
                    <a:pt x="1691663" y="557310"/>
                  </a:lnTo>
                  <a:lnTo>
                    <a:pt x="1692666" y="547798"/>
                  </a:lnTo>
                  <a:lnTo>
                    <a:pt x="1693669" y="556308"/>
                  </a:lnTo>
                  <a:lnTo>
                    <a:pt x="1695173" y="562316"/>
                  </a:lnTo>
                  <a:lnTo>
                    <a:pt x="1696176" y="562316"/>
                  </a:lnTo>
                  <a:lnTo>
                    <a:pt x="1697179" y="564819"/>
                  </a:lnTo>
                  <a:lnTo>
                    <a:pt x="1698195" y="535269"/>
                  </a:lnTo>
                  <a:lnTo>
                    <a:pt x="1699699" y="553805"/>
                  </a:lnTo>
                  <a:lnTo>
                    <a:pt x="1700702" y="546797"/>
                  </a:lnTo>
                  <a:lnTo>
                    <a:pt x="1701705" y="573330"/>
                  </a:lnTo>
                  <a:lnTo>
                    <a:pt x="1703209" y="573330"/>
                  </a:lnTo>
                  <a:lnTo>
                    <a:pt x="1704212" y="545795"/>
                  </a:lnTo>
                  <a:lnTo>
                    <a:pt x="1705215" y="538273"/>
                  </a:lnTo>
                  <a:lnTo>
                    <a:pt x="1706720" y="559312"/>
                  </a:lnTo>
                  <a:lnTo>
                    <a:pt x="1707723" y="563317"/>
                  </a:lnTo>
                  <a:lnTo>
                    <a:pt x="1708725" y="561315"/>
                  </a:lnTo>
                  <a:lnTo>
                    <a:pt x="1710230" y="562316"/>
                  </a:lnTo>
                  <a:lnTo>
                    <a:pt x="1711233" y="542778"/>
                  </a:lnTo>
                  <a:lnTo>
                    <a:pt x="1712236" y="538273"/>
                  </a:lnTo>
                  <a:lnTo>
                    <a:pt x="1713238" y="547798"/>
                  </a:lnTo>
                  <a:lnTo>
                    <a:pt x="1714743" y="581840"/>
                  </a:lnTo>
                  <a:lnTo>
                    <a:pt x="1715746" y="546797"/>
                  </a:lnTo>
                  <a:lnTo>
                    <a:pt x="1716749" y="550802"/>
                  </a:lnTo>
                  <a:lnTo>
                    <a:pt x="1718253" y="570326"/>
                  </a:lnTo>
                  <a:lnTo>
                    <a:pt x="1719256" y="556308"/>
                  </a:lnTo>
                  <a:lnTo>
                    <a:pt x="1720259" y="545795"/>
                  </a:lnTo>
                  <a:lnTo>
                    <a:pt x="1721763" y="535269"/>
                  </a:lnTo>
                  <a:lnTo>
                    <a:pt x="1722766" y="565820"/>
                  </a:lnTo>
                  <a:lnTo>
                    <a:pt x="1723769" y="567823"/>
                  </a:lnTo>
                  <a:lnTo>
                    <a:pt x="1725273" y="568824"/>
                  </a:lnTo>
                  <a:lnTo>
                    <a:pt x="1726276" y="563317"/>
                  </a:lnTo>
                  <a:lnTo>
                    <a:pt x="1727279" y="556308"/>
                  </a:lnTo>
                  <a:lnTo>
                    <a:pt x="1728282" y="551803"/>
                  </a:lnTo>
                  <a:lnTo>
                    <a:pt x="1729786" y="540776"/>
                  </a:lnTo>
                  <a:lnTo>
                    <a:pt x="1730789" y="547798"/>
                  </a:lnTo>
                  <a:lnTo>
                    <a:pt x="1731792" y="566822"/>
                  </a:lnTo>
                  <a:lnTo>
                    <a:pt x="1733297" y="556308"/>
                  </a:lnTo>
                  <a:lnTo>
                    <a:pt x="1734299" y="551803"/>
                  </a:lnTo>
                  <a:lnTo>
                    <a:pt x="1735302" y="547798"/>
                  </a:lnTo>
                  <a:lnTo>
                    <a:pt x="1736807" y="537271"/>
                  </a:lnTo>
                  <a:lnTo>
                    <a:pt x="1737810" y="552804"/>
                  </a:lnTo>
                  <a:lnTo>
                    <a:pt x="1738813" y="553805"/>
                  </a:lnTo>
                  <a:lnTo>
                    <a:pt x="1740317" y="563317"/>
                  </a:lnTo>
                  <a:lnTo>
                    <a:pt x="1741320" y="529762"/>
                  </a:lnTo>
                  <a:lnTo>
                    <a:pt x="1742323" y="540776"/>
                  </a:lnTo>
                  <a:lnTo>
                    <a:pt x="1743326" y="558311"/>
                  </a:lnTo>
                  <a:lnTo>
                    <a:pt x="1744830" y="563317"/>
                  </a:lnTo>
                  <a:lnTo>
                    <a:pt x="1745833" y="559312"/>
                  </a:lnTo>
                  <a:lnTo>
                    <a:pt x="1746836" y="545795"/>
                  </a:lnTo>
                  <a:lnTo>
                    <a:pt x="1748340" y="580339"/>
                  </a:lnTo>
                  <a:lnTo>
                    <a:pt x="1749343" y="554807"/>
                  </a:lnTo>
                  <a:lnTo>
                    <a:pt x="1750346" y="554807"/>
                  </a:lnTo>
                  <a:lnTo>
                    <a:pt x="1751850" y="558311"/>
                  </a:lnTo>
                  <a:lnTo>
                    <a:pt x="1752853" y="543779"/>
                  </a:lnTo>
                  <a:lnTo>
                    <a:pt x="1753856" y="530763"/>
                  </a:lnTo>
                  <a:lnTo>
                    <a:pt x="1755360" y="545795"/>
                  </a:lnTo>
                  <a:lnTo>
                    <a:pt x="1756363" y="527759"/>
                  </a:lnTo>
                  <a:lnTo>
                    <a:pt x="1757366" y="556308"/>
                  </a:lnTo>
                  <a:lnTo>
                    <a:pt x="1758369" y="524255"/>
                  </a:lnTo>
                  <a:lnTo>
                    <a:pt x="1759873" y="531764"/>
                  </a:lnTo>
                  <a:lnTo>
                    <a:pt x="1760876" y="558311"/>
                  </a:lnTo>
                  <a:lnTo>
                    <a:pt x="1761879" y="537271"/>
                  </a:lnTo>
                  <a:lnTo>
                    <a:pt x="1763384" y="530763"/>
                  </a:lnTo>
                  <a:lnTo>
                    <a:pt x="1764387" y="551803"/>
                  </a:lnTo>
                  <a:lnTo>
                    <a:pt x="1765389" y="534268"/>
                  </a:lnTo>
                  <a:lnTo>
                    <a:pt x="1766894" y="556308"/>
                  </a:lnTo>
                  <a:lnTo>
                    <a:pt x="1767897" y="539274"/>
                  </a:lnTo>
                  <a:lnTo>
                    <a:pt x="1768900" y="549800"/>
                  </a:lnTo>
                  <a:lnTo>
                    <a:pt x="1770404" y="540275"/>
                  </a:lnTo>
                  <a:lnTo>
                    <a:pt x="1771407" y="567823"/>
                  </a:lnTo>
                  <a:lnTo>
                    <a:pt x="1772410" y="523254"/>
                  </a:lnTo>
                  <a:lnTo>
                    <a:pt x="1773914" y="548799"/>
                  </a:lnTo>
                  <a:lnTo>
                    <a:pt x="1774917" y="515744"/>
                  </a:lnTo>
                  <a:lnTo>
                    <a:pt x="1775920" y="566822"/>
                  </a:lnTo>
                  <a:lnTo>
                    <a:pt x="1776923" y="532265"/>
                  </a:lnTo>
                  <a:lnTo>
                    <a:pt x="1778427" y="527759"/>
                  </a:lnTo>
                  <a:lnTo>
                    <a:pt x="1779430" y="535269"/>
                  </a:lnTo>
                  <a:lnTo>
                    <a:pt x="1780433" y="531764"/>
                  </a:lnTo>
                  <a:lnTo>
                    <a:pt x="1781937" y="540776"/>
                  </a:lnTo>
                  <a:lnTo>
                    <a:pt x="1782940" y="561315"/>
                  </a:lnTo>
                  <a:lnTo>
                    <a:pt x="1783943" y="571327"/>
                  </a:lnTo>
                  <a:lnTo>
                    <a:pt x="1785447" y="541777"/>
                  </a:lnTo>
                  <a:lnTo>
                    <a:pt x="1786450" y="544781"/>
                  </a:lnTo>
                  <a:lnTo>
                    <a:pt x="1787453" y="539274"/>
                  </a:lnTo>
                  <a:lnTo>
                    <a:pt x="1788958" y="539274"/>
                  </a:lnTo>
                  <a:lnTo>
                    <a:pt x="1789961" y="554807"/>
                  </a:lnTo>
                  <a:lnTo>
                    <a:pt x="1790963" y="539274"/>
                  </a:lnTo>
                  <a:lnTo>
                    <a:pt x="1791966" y="550802"/>
                  </a:lnTo>
                  <a:lnTo>
                    <a:pt x="1793471" y="551803"/>
                  </a:lnTo>
                  <a:lnTo>
                    <a:pt x="1794474" y="532265"/>
                  </a:lnTo>
                  <a:lnTo>
                    <a:pt x="1795477" y="526258"/>
                  </a:lnTo>
                  <a:lnTo>
                    <a:pt x="1796981" y="546797"/>
                  </a:lnTo>
                  <a:lnTo>
                    <a:pt x="1797984" y="526258"/>
                  </a:lnTo>
                  <a:lnTo>
                    <a:pt x="1798987" y="547798"/>
                  </a:lnTo>
                  <a:lnTo>
                    <a:pt x="1800491" y="540776"/>
                  </a:lnTo>
                  <a:lnTo>
                    <a:pt x="1801494" y="543779"/>
                  </a:lnTo>
                  <a:lnTo>
                    <a:pt x="1802497" y="540776"/>
                  </a:lnTo>
                  <a:lnTo>
                    <a:pt x="1804001" y="541777"/>
                  </a:lnTo>
                  <a:lnTo>
                    <a:pt x="1805017" y="549800"/>
                  </a:lnTo>
                  <a:lnTo>
                    <a:pt x="1806020" y="531764"/>
                  </a:lnTo>
                  <a:lnTo>
                    <a:pt x="1807023" y="549800"/>
                  </a:lnTo>
                  <a:lnTo>
                    <a:pt x="1808528" y="535269"/>
                  </a:lnTo>
                  <a:lnTo>
                    <a:pt x="1809531" y="519249"/>
                  </a:lnTo>
                  <a:lnTo>
                    <a:pt x="1810533" y="527259"/>
                  </a:lnTo>
                  <a:lnTo>
                    <a:pt x="1812038" y="519749"/>
                  </a:lnTo>
                  <a:lnTo>
                    <a:pt x="1813041" y="543779"/>
                  </a:lnTo>
                  <a:lnTo>
                    <a:pt x="1814044" y="540776"/>
                  </a:lnTo>
                  <a:lnTo>
                    <a:pt x="1815548" y="527759"/>
                  </a:lnTo>
                  <a:lnTo>
                    <a:pt x="1816551" y="534268"/>
                  </a:lnTo>
                  <a:lnTo>
                    <a:pt x="1817554" y="535269"/>
                  </a:lnTo>
                  <a:lnTo>
                    <a:pt x="1819058" y="511739"/>
                  </a:lnTo>
                  <a:lnTo>
                    <a:pt x="1820061" y="517246"/>
                  </a:lnTo>
                  <a:lnTo>
                    <a:pt x="1821064" y="528761"/>
                  </a:lnTo>
                  <a:lnTo>
                    <a:pt x="1822067" y="527259"/>
                  </a:lnTo>
                  <a:lnTo>
                    <a:pt x="1823571" y="548799"/>
                  </a:lnTo>
                  <a:lnTo>
                    <a:pt x="1824574" y="541777"/>
                  </a:lnTo>
                  <a:lnTo>
                    <a:pt x="1825577" y="521752"/>
                  </a:lnTo>
                  <a:lnTo>
                    <a:pt x="1827081" y="525256"/>
                  </a:lnTo>
                  <a:lnTo>
                    <a:pt x="1828084" y="518248"/>
                  </a:lnTo>
                  <a:lnTo>
                    <a:pt x="1829087" y="521752"/>
                  </a:lnTo>
                  <a:lnTo>
                    <a:pt x="1830591" y="540275"/>
                  </a:lnTo>
                  <a:lnTo>
                    <a:pt x="1831594" y="531764"/>
                  </a:lnTo>
                  <a:lnTo>
                    <a:pt x="1832597" y="525256"/>
                  </a:lnTo>
                  <a:lnTo>
                    <a:pt x="1834102" y="495719"/>
                  </a:lnTo>
                  <a:lnTo>
                    <a:pt x="1835105" y="530763"/>
                  </a:lnTo>
                  <a:lnTo>
                    <a:pt x="1836107" y="521752"/>
                  </a:lnTo>
                  <a:lnTo>
                    <a:pt x="1837110" y="478698"/>
                  </a:lnTo>
                  <a:lnTo>
                    <a:pt x="1838615" y="527759"/>
                  </a:lnTo>
                  <a:lnTo>
                    <a:pt x="1839618" y="486208"/>
                  </a:lnTo>
                  <a:lnTo>
                    <a:pt x="1840621" y="514243"/>
                  </a:lnTo>
                  <a:lnTo>
                    <a:pt x="1842125" y="476696"/>
                  </a:lnTo>
                  <a:lnTo>
                    <a:pt x="1843128" y="485206"/>
                  </a:lnTo>
                  <a:lnTo>
                    <a:pt x="1844131" y="468185"/>
                  </a:lnTo>
                  <a:lnTo>
                    <a:pt x="1845635" y="496220"/>
                  </a:lnTo>
                  <a:lnTo>
                    <a:pt x="1846638" y="460155"/>
                  </a:lnTo>
                  <a:lnTo>
                    <a:pt x="1847641" y="445637"/>
                  </a:lnTo>
                  <a:lnTo>
                    <a:pt x="1849145" y="445136"/>
                  </a:lnTo>
                  <a:lnTo>
                    <a:pt x="1850148" y="437627"/>
                  </a:lnTo>
                  <a:lnTo>
                    <a:pt x="1851151" y="422608"/>
                  </a:lnTo>
                  <a:lnTo>
                    <a:pt x="1852154" y="411094"/>
                  </a:lnTo>
                  <a:lnTo>
                    <a:pt x="1853658" y="428115"/>
                  </a:lnTo>
                  <a:lnTo>
                    <a:pt x="1854661" y="402583"/>
                  </a:lnTo>
                  <a:lnTo>
                    <a:pt x="1855664" y="408590"/>
                  </a:lnTo>
                  <a:lnTo>
                    <a:pt x="1857168" y="398578"/>
                  </a:lnTo>
                  <a:lnTo>
                    <a:pt x="1858171" y="381543"/>
                  </a:lnTo>
                  <a:lnTo>
                    <a:pt x="1859174" y="373033"/>
                  </a:lnTo>
                  <a:lnTo>
                    <a:pt x="1860679" y="380041"/>
                  </a:lnTo>
                  <a:lnTo>
                    <a:pt x="1861681" y="372031"/>
                  </a:lnTo>
                  <a:lnTo>
                    <a:pt x="1862684" y="372031"/>
                  </a:lnTo>
                  <a:lnTo>
                    <a:pt x="1864189" y="370029"/>
                  </a:lnTo>
                  <a:lnTo>
                    <a:pt x="1865192" y="386563"/>
                  </a:lnTo>
                  <a:lnTo>
                    <a:pt x="1866195" y="353008"/>
                  </a:lnTo>
                  <a:lnTo>
                    <a:pt x="1867197" y="369028"/>
                  </a:lnTo>
                  <a:lnTo>
                    <a:pt x="1868702" y="371030"/>
                  </a:lnTo>
                  <a:lnTo>
                    <a:pt x="1869705" y="348001"/>
                  </a:lnTo>
                  <a:lnTo>
                    <a:pt x="1870708" y="359015"/>
                  </a:lnTo>
                  <a:lnTo>
                    <a:pt x="1872212" y="349503"/>
                  </a:lnTo>
                  <a:lnTo>
                    <a:pt x="1873215" y="358514"/>
                  </a:lnTo>
                  <a:lnTo>
                    <a:pt x="1874218" y="364021"/>
                  </a:lnTo>
                  <a:lnTo>
                    <a:pt x="1875722" y="372031"/>
                  </a:lnTo>
                  <a:lnTo>
                    <a:pt x="1876725" y="373033"/>
                  </a:lnTo>
                  <a:lnTo>
                    <a:pt x="1877728" y="376036"/>
                  </a:lnTo>
                  <a:lnTo>
                    <a:pt x="1879232" y="368527"/>
                  </a:lnTo>
                  <a:lnTo>
                    <a:pt x="1880235" y="385061"/>
                  </a:lnTo>
                  <a:lnTo>
                    <a:pt x="1881238" y="372031"/>
                  </a:lnTo>
                  <a:lnTo>
                    <a:pt x="1882241" y="387064"/>
                  </a:lnTo>
                  <a:lnTo>
                    <a:pt x="1883745" y="403584"/>
                  </a:lnTo>
                  <a:lnTo>
                    <a:pt x="1884748" y="390568"/>
                  </a:lnTo>
                  <a:lnTo>
                    <a:pt x="1885751" y="413597"/>
                  </a:lnTo>
                  <a:lnTo>
                    <a:pt x="1887255" y="422608"/>
                  </a:lnTo>
                  <a:lnTo>
                    <a:pt x="1888258" y="408590"/>
                  </a:lnTo>
                  <a:lnTo>
                    <a:pt x="1889261" y="424610"/>
                  </a:lnTo>
                  <a:lnTo>
                    <a:pt x="1890766" y="448641"/>
                  </a:lnTo>
                  <a:lnTo>
                    <a:pt x="1891769" y="448641"/>
                  </a:lnTo>
                  <a:lnTo>
                    <a:pt x="1892771" y="474693"/>
                  </a:lnTo>
                  <a:lnTo>
                    <a:pt x="1894276" y="457151"/>
                  </a:lnTo>
                  <a:lnTo>
                    <a:pt x="1895279" y="460155"/>
                  </a:lnTo>
                  <a:lnTo>
                    <a:pt x="1896282" y="482202"/>
                  </a:lnTo>
                  <a:lnTo>
                    <a:pt x="1897786" y="490213"/>
                  </a:lnTo>
                  <a:lnTo>
                    <a:pt x="1898789" y="493216"/>
                  </a:lnTo>
                  <a:lnTo>
                    <a:pt x="1899792" y="492716"/>
                  </a:lnTo>
                  <a:lnTo>
                    <a:pt x="1900795" y="509236"/>
                  </a:lnTo>
                  <a:lnTo>
                    <a:pt x="1902299" y="528761"/>
                  </a:lnTo>
                  <a:lnTo>
                    <a:pt x="1903302" y="489712"/>
                  </a:lnTo>
                  <a:lnTo>
                    <a:pt x="1904305" y="488711"/>
                  </a:lnTo>
                  <a:lnTo>
                    <a:pt x="1905809" y="522753"/>
                  </a:lnTo>
                  <a:lnTo>
                    <a:pt x="1906812" y="503229"/>
                  </a:lnTo>
                  <a:lnTo>
                    <a:pt x="1907815" y="499724"/>
                  </a:lnTo>
                  <a:lnTo>
                    <a:pt x="1909319" y="504230"/>
                  </a:lnTo>
                  <a:lnTo>
                    <a:pt x="1910342" y="497722"/>
                  </a:lnTo>
                  <a:lnTo>
                    <a:pt x="1911345" y="512240"/>
                  </a:lnTo>
                  <a:lnTo>
                    <a:pt x="1912850" y="513241"/>
                  </a:lnTo>
                  <a:lnTo>
                    <a:pt x="1913852" y="521752"/>
                  </a:lnTo>
                  <a:lnTo>
                    <a:pt x="1914855" y="505231"/>
                  </a:lnTo>
                  <a:lnTo>
                    <a:pt x="1915858" y="500225"/>
                  </a:lnTo>
                  <a:lnTo>
                    <a:pt x="1917363" y="524255"/>
                  </a:lnTo>
                  <a:lnTo>
                    <a:pt x="1918366" y="530763"/>
                  </a:lnTo>
                  <a:lnTo>
                    <a:pt x="1919368" y="505231"/>
                  </a:lnTo>
                  <a:lnTo>
                    <a:pt x="1920873" y="505231"/>
                  </a:lnTo>
                  <a:lnTo>
                    <a:pt x="1921876" y="533266"/>
                  </a:lnTo>
                  <a:lnTo>
                    <a:pt x="1922879" y="504230"/>
                  </a:lnTo>
                  <a:lnTo>
                    <a:pt x="1924383" y="526258"/>
                  </a:lnTo>
                  <a:lnTo>
                    <a:pt x="1925386" y="503229"/>
                  </a:lnTo>
                  <a:lnTo>
                    <a:pt x="1926389" y="514743"/>
                  </a:lnTo>
                  <a:lnTo>
                    <a:pt x="1927893" y="527259"/>
                  </a:lnTo>
                  <a:lnTo>
                    <a:pt x="1928896" y="523254"/>
                  </a:lnTo>
                  <a:lnTo>
                    <a:pt x="1929899" y="491714"/>
                  </a:lnTo>
                  <a:lnTo>
                    <a:pt x="1930902" y="535269"/>
                  </a:lnTo>
                  <a:lnTo>
                    <a:pt x="1932406" y="530763"/>
                  </a:lnTo>
                  <a:lnTo>
                    <a:pt x="1933409" y="494718"/>
                  </a:lnTo>
                  <a:lnTo>
                    <a:pt x="1934412" y="522753"/>
                  </a:lnTo>
                  <a:lnTo>
                    <a:pt x="1935916" y="515744"/>
                  </a:lnTo>
                  <a:lnTo>
                    <a:pt x="1936919" y="510738"/>
                  </a:lnTo>
                  <a:lnTo>
                    <a:pt x="1937922" y="501226"/>
                  </a:lnTo>
                  <a:lnTo>
                    <a:pt x="1939427" y="485206"/>
                  </a:lnTo>
                  <a:lnTo>
                    <a:pt x="1940429" y="492716"/>
                  </a:lnTo>
                  <a:lnTo>
                    <a:pt x="1941432" y="513241"/>
                  </a:lnTo>
                  <a:lnTo>
                    <a:pt x="1942937" y="490213"/>
                  </a:lnTo>
                  <a:lnTo>
                    <a:pt x="1943940" y="490213"/>
                  </a:lnTo>
                  <a:lnTo>
                    <a:pt x="1944942" y="516746"/>
                  </a:lnTo>
                  <a:lnTo>
                    <a:pt x="1945945" y="525256"/>
                  </a:lnTo>
                  <a:lnTo>
                    <a:pt x="1947450" y="497722"/>
                  </a:lnTo>
                  <a:lnTo>
                    <a:pt x="1948453" y="500225"/>
                  </a:lnTo>
                  <a:lnTo>
                    <a:pt x="1949456" y="477697"/>
                  </a:lnTo>
                  <a:lnTo>
                    <a:pt x="1950960" y="483704"/>
                  </a:lnTo>
                  <a:lnTo>
                    <a:pt x="1951963" y="488210"/>
                  </a:lnTo>
                  <a:lnTo>
                    <a:pt x="1952966" y="492716"/>
                  </a:lnTo>
                  <a:lnTo>
                    <a:pt x="1954470" y="481201"/>
                  </a:lnTo>
                  <a:lnTo>
                    <a:pt x="1955473" y="472190"/>
                  </a:lnTo>
                  <a:lnTo>
                    <a:pt x="1956476" y="472190"/>
                  </a:lnTo>
                  <a:lnTo>
                    <a:pt x="1957980" y="449141"/>
                  </a:lnTo>
                  <a:lnTo>
                    <a:pt x="1958983" y="460155"/>
                  </a:lnTo>
                  <a:lnTo>
                    <a:pt x="1959986" y="442132"/>
                  </a:lnTo>
                  <a:lnTo>
                    <a:pt x="1960989" y="471189"/>
                  </a:lnTo>
                  <a:lnTo>
                    <a:pt x="1962493" y="451144"/>
                  </a:lnTo>
                  <a:lnTo>
                    <a:pt x="1963496" y="428115"/>
                  </a:lnTo>
                  <a:lnTo>
                    <a:pt x="1964499" y="441632"/>
                  </a:lnTo>
                  <a:lnTo>
                    <a:pt x="1966003" y="426112"/>
                  </a:lnTo>
                  <a:lnTo>
                    <a:pt x="1967006" y="435124"/>
                  </a:lnTo>
                  <a:lnTo>
                    <a:pt x="1968009" y="430117"/>
                  </a:lnTo>
                  <a:lnTo>
                    <a:pt x="1969514" y="413597"/>
                  </a:lnTo>
                  <a:lnTo>
                    <a:pt x="1970516" y="406087"/>
                  </a:lnTo>
                  <a:lnTo>
                    <a:pt x="1971519" y="396075"/>
                  </a:lnTo>
                  <a:lnTo>
                    <a:pt x="1973024" y="408090"/>
                  </a:lnTo>
                  <a:lnTo>
                    <a:pt x="1974027" y="397577"/>
                  </a:lnTo>
                  <a:lnTo>
                    <a:pt x="1975030" y="404585"/>
                  </a:lnTo>
                  <a:lnTo>
                    <a:pt x="1976032" y="381543"/>
                  </a:lnTo>
                  <a:lnTo>
                    <a:pt x="1977537" y="400580"/>
                  </a:lnTo>
                  <a:lnTo>
                    <a:pt x="1978540" y="398077"/>
                  </a:lnTo>
                  <a:lnTo>
                    <a:pt x="1979543" y="377538"/>
                  </a:lnTo>
                  <a:lnTo>
                    <a:pt x="1981047" y="386062"/>
                  </a:lnTo>
                  <a:lnTo>
                    <a:pt x="1982050" y="398077"/>
                  </a:lnTo>
                  <a:lnTo>
                    <a:pt x="1983053" y="401582"/>
                  </a:lnTo>
                  <a:lnTo>
                    <a:pt x="1984557" y="401582"/>
                  </a:lnTo>
                  <a:lnTo>
                    <a:pt x="1985560" y="369528"/>
                  </a:lnTo>
                  <a:lnTo>
                    <a:pt x="1986563" y="415099"/>
                  </a:lnTo>
                  <a:lnTo>
                    <a:pt x="1988067" y="416100"/>
                  </a:lnTo>
                  <a:lnTo>
                    <a:pt x="1989070" y="410593"/>
                  </a:lnTo>
                  <a:lnTo>
                    <a:pt x="1990073" y="401081"/>
                  </a:lnTo>
                  <a:lnTo>
                    <a:pt x="1991076" y="420605"/>
                  </a:lnTo>
                  <a:lnTo>
                    <a:pt x="1992580" y="419104"/>
                  </a:lnTo>
                  <a:lnTo>
                    <a:pt x="1993583" y="415599"/>
                  </a:lnTo>
                  <a:lnTo>
                    <a:pt x="1994586" y="428115"/>
                  </a:lnTo>
                  <a:lnTo>
                    <a:pt x="1996091" y="432120"/>
                  </a:lnTo>
                  <a:lnTo>
                    <a:pt x="1997093" y="438628"/>
                  </a:lnTo>
                  <a:lnTo>
                    <a:pt x="1998096" y="428615"/>
                  </a:lnTo>
                  <a:lnTo>
                    <a:pt x="1999601" y="450142"/>
                  </a:lnTo>
                  <a:lnTo>
                    <a:pt x="2000604" y="457151"/>
                  </a:lnTo>
                  <a:lnTo>
                    <a:pt x="2001606" y="450142"/>
                  </a:lnTo>
                  <a:lnTo>
                    <a:pt x="2003111" y="438628"/>
                  </a:lnTo>
                  <a:lnTo>
                    <a:pt x="2004114" y="451644"/>
                  </a:lnTo>
                  <a:lnTo>
                    <a:pt x="2005117" y="473191"/>
                  </a:lnTo>
                  <a:lnTo>
                    <a:pt x="2006120" y="487209"/>
                  </a:lnTo>
                  <a:lnTo>
                    <a:pt x="2007624" y="472190"/>
                  </a:lnTo>
                  <a:lnTo>
                    <a:pt x="2008627" y="472691"/>
                  </a:lnTo>
                  <a:lnTo>
                    <a:pt x="2009630" y="487209"/>
                  </a:lnTo>
                  <a:lnTo>
                    <a:pt x="2011134" y="450142"/>
                  </a:lnTo>
                  <a:lnTo>
                    <a:pt x="2012137" y="488711"/>
                  </a:lnTo>
                  <a:lnTo>
                    <a:pt x="2013140" y="514743"/>
                  </a:lnTo>
                  <a:lnTo>
                    <a:pt x="2014644" y="491714"/>
                  </a:lnTo>
                  <a:lnTo>
                    <a:pt x="2015647" y="501727"/>
                  </a:lnTo>
                  <a:lnTo>
                    <a:pt x="2016663" y="497221"/>
                  </a:lnTo>
                  <a:lnTo>
                    <a:pt x="2018168" y="486208"/>
                  </a:lnTo>
                  <a:lnTo>
                    <a:pt x="2019171" y="503229"/>
                  </a:lnTo>
                  <a:lnTo>
                    <a:pt x="2020174" y="501226"/>
                  </a:lnTo>
                  <a:lnTo>
                    <a:pt x="2021678" y="509737"/>
                  </a:lnTo>
                  <a:lnTo>
                    <a:pt x="2022681" y="485206"/>
                  </a:lnTo>
                  <a:lnTo>
                    <a:pt x="2023684" y="491714"/>
                  </a:lnTo>
                  <a:lnTo>
                    <a:pt x="2024687" y="516746"/>
                  </a:lnTo>
                  <a:lnTo>
                    <a:pt x="2026191" y="527759"/>
                  </a:lnTo>
                  <a:lnTo>
                    <a:pt x="2027194" y="486708"/>
                  </a:lnTo>
                  <a:lnTo>
                    <a:pt x="2028197" y="521752"/>
                  </a:lnTo>
                  <a:lnTo>
                    <a:pt x="2029701" y="495719"/>
                  </a:lnTo>
                  <a:lnTo>
                    <a:pt x="2030704" y="513241"/>
                  </a:lnTo>
                  <a:lnTo>
                    <a:pt x="2031707" y="540776"/>
                  </a:lnTo>
                  <a:lnTo>
                    <a:pt x="2033211" y="507234"/>
                  </a:lnTo>
                  <a:lnTo>
                    <a:pt x="2034214" y="514743"/>
                  </a:lnTo>
                  <a:lnTo>
                    <a:pt x="2035217" y="519749"/>
                  </a:lnTo>
                  <a:lnTo>
                    <a:pt x="2036721" y="522753"/>
                  </a:lnTo>
                  <a:lnTo>
                    <a:pt x="2037724" y="511739"/>
                  </a:lnTo>
                  <a:lnTo>
                    <a:pt x="2038727" y="510738"/>
                  </a:lnTo>
                  <a:lnTo>
                    <a:pt x="2039730" y="514743"/>
                  </a:lnTo>
                  <a:lnTo>
                    <a:pt x="2041235" y="531764"/>
                  </a:lnTo>
                  <a:lnTo>
                    <a:pt x="2042237" y="515744"/>
                  </a:lnTo>
                  <a:lnTo>
                    <a:pt x="2043240" y="509236"/>
                  </a:lnTo>
                  <a:lnTo>
                    <a:pt x="2044745" y="510738"/>
                  </a:lnTo>
                  <a:lnTo>
                    <a:pt x="2045748" y="528761"/>
                  </a:lnTo>
                  <a:lnTo>
                    <a:pt x="2046750" y="484706"/>
                  </a:lnTo>
                  <a:lnTo>
                    <a:pt x="2048255" y="529762"/>
                  </a:lnTo>
                  <a:lnTo>
                    <a:pt x="2049258" y="514743"/>
                  </a:lnTo>
                  <a:lnTo>
                    <a:pt x="2050261" y="504230"/>
                  </a:lnTo>
                  <a:lnTo>
                    <a:pt x="2051765" y="516746"/>
                  </a:lnTo>
                  <a:lnTo>
                    <a:pt x="2052768" y="505231"/>
                  </a:lnTo>
                  <a:lnTo>
                    <a:pt x="2053771" y="512240"/>
                  </a:lnTo>
                  <a:lnTo>
                    <a:pt x="2054774" y="504230"/>
                  </a:lnTo>
                  <a:lnTo>
                    <a:pt x="2056278" y="511739"/>
                  </a:lnTo>
                  <a:lnTo>
                    <a:pt x="2057281" y="501727"/>
                  </a:lnTo>
                  <a:lnTo>
                    <a:pt x="2058284" y="516746"/>
                  </a:lnTo>
                  <a:lnTo>
                    <a:pt x="2059788" y="495719"/>
                  </a:lnTo>
                  <a:lnTo>
                    <a:pt x="2060791" y="510738"/>
                  </a:lnTo>
                  <a:lnTo>
                    <a:pt x="2061794" y="497722"/>
                  </a:lnTo>
                  <a:lnTo>
                    <a:pt x="2063298" y="526258"/>
                  </a:lnTo>
                  <a:lnTo>
                    <a:pt x="2064301" y="502728"/>
                  </a:lnTo>
                  <a:lnTo>
                    <a:pt x="2065304" y="509236"/>
                  </a:lnTo>
                  <a:lnTo>
                    <a:pt x="2066809" y="518248"/>
                  </a:lnTo>
                  <a:lnTo>
                    <a:pt x="2067811" y="533266"/>
                  </a:lnTo>
                  <a:lnTo>
                    <a:pt x="2068814" y="474192"/>
                  </a:lnTo>
                  <a:lnTo>
                    <a:pt x="2069817" y="488711"/>
                  </a:lnTo>
                  <a:lnTo>
                    <a:pt x="2071322" y="514743"/>
                  </a:lnTo>
                  <a:lnTo>
                    <a:pt x="2072325" y="527759"/>
                  </a:lnTo>
                  <a:lnTo>
                    <a:pt x="2073327" y="501226"/>
                  </a:lnTo>
                  <a:lnTo>
                    <a:pt x="2074832" y="498723"/>
                  </a:lnTo>
                  <a:lnTo>
                    <a:pt x="2075835" y="504230"/>
                  </a:lnTo>
                  <a:lnTo>
                    <a:pt x="2076838" y="520751"/>
                  </a:lnTo>
                  <a:lnTo>
                    <a:pt x="2078342" y="522753"/>
                  </a:lnTo>
                  <a:lnTo>
                    <a:pt x="2079345" y="505231"/>
                  </a:lnTo>
                  <a:lnTo>
                    <a:pt x="2080348" y="497722"/>
                  </a:lnTo>
                  <a:lnTo>
                    <a:pt x="2081852" y="514243"/>
                  </a:lnTo>
                  <a:lnTo>
                    <a:pt x="2082855" y="503229"/>
                  </a:lnTo>
                  <a:lnTo>
                    <a:pt x="2083858" y="514243"/>
                  </a:lnTo>
                  <a:lnTo>
                    <a:pt x="2084861" y="497722"/>
                  </a:lnTo>
                  <a:lnTo>
                    <a:pt x="2086365" y="526258"/>
                  </a:lnTo>
                  <a:lnTo>
                    <a:pt x="2087368" y="518248"/>
                  </a:lnTo>
                  <a:lnTo>
                    <a:pt x="2088371" y="527259"/>
                  </a:lnTo>
                  <a:lnTo>
                    <a:pt x="2089875" y="516746"/>
                  </a:lnTo>
                  <a:lnTo>
                    <a:pt x="2090878" y="510738"/>
                  </a:lnTo>
                  <a:lnTo>
                    <a:pt x="2091881" y="515744"/>
                  </a:lnTo>
                  <a:lnTo>
                    <a:pt x="2093385" y="505231"/>
                  </a:lnTo>
                  <a:lnTo>
                    <a:pt x="2094388" y="503229"/>
                  </a:lnTo>
                  <a:lnTo>
                    <a:pt x="2095391" y="507234"/>
                  </a:lnTo>
                  <a:lnTo>
                    <a:pt x="2096896" y="514743"/>
                  </a:lnTo>
                  <a:lnTo>
                    <a:pt x="2097899" y="501727"/>
                  </a:lnTo>
                  <a:lnTo>
                    <a:pt x="2098901" y="497221"/>
                  </a:lnTo>
                  <a:lnTo>
                    <a:pt x="2099904" y="509236"/>
                  </a:lnTo>
                  <a:lnTo>
                    <a:pt x="2101409" y="490213"/>
                  </a:lnTo>
                  <a:lnTo>
                    <a:pt x="2102412" y="522753"/>
                  </a:lnTo>
                  <a:lnTo>
                    <a:pt x="2103415" y="483204"/>
                  </a:lnTo>
                  <a:lnTo>
                    <a:pt x="2104919" y="506733"/>
                  </a:lnTo>
                  <a:lnTo>
                    <a:pt x="2105922" y="509737"/>
                  </a:lnTo>
                  <a:lnTo>
                    <a:pt x="2106925" y="501226"/>
                  </a:lnTo>
                  <a:lnTo>
                    <a:pt x="2108429" y="501226"/>
                  </a:lnTo>
                  <a:lnTo>
                    <a:pt x="2109432" y="517246"/>
                  </a:lnTo>
                  <a:lnTo>
                    <a:pt x="2110435" y="497221"/>
                  </a:lnTo>
                  <a:lnTo>
                    <a:pt x="2111939" y="524255"/>
                  </a:lnTo>
                  <a:lnTo>
                    <a:pt x="2112942" y="500225"/>
                  </a:lnTo>
                  <a:lnTo>
                    <a:pt x="2113945" y="506733"/>
                  </a:lnTo>
                  <a:lnTo>
                    <a:pt x="2114948" y="500225"/>
                  </a:lnTo>
                  <a:lnTo>
                    <a:pt x="2116452" y="527259"/>
                  </a:lnTo>
                  <a:lnTo>
                    <a:pt x="2117455" y="501226"/>
                  </a:lnTo>
                  <a:lnTo>
                    <a:pt x="2118458" y="488210"/>
                  </a:lnTo>
                  <a:lnTo>
                    <a:pt x="2119962" y="510738"/>
                  </a:lnTo>
                  <a:lnTo>
                    <a:pt x="2120965" y="509737"/>
                  </a:lnTo>
                  <a:lnTo>
                    <a:pt x="2121968" y="509737"/>
                  </a:lnTo>
                  <a:lnTo>
                    <a:pt x="2123493" y="511739"/>
                  </a:lnTo>
                  <a:lnTo>
                    <a:pt x="2124496" y="512240"/>
                  </a:lnTo>
                  <a:lnTo>
                    <a:pt x="2125498" y="525256"/>
                  </a:lnTo>
                  <a:lnTo>
                    <a:pt x="2127003" y="507234"/>
                  </a:lnTo>
                  <a:lnTo>
                    <a:pt x="2128006" y="527759"/>
                  </a:lnTo>
                  <a:lnTo>
                    <a:pt x="2129009" y="514243"/>
                  </a:lnTo>
                  <a:lnTo>
                    <a:pt x="2130011" y="501727"/>
                  </a:lnTo>
                  <a:lnTo>
                    <a:pt x="2131516" y="521752"/>
                  </a:lnTo>
                  <a:lnTo>
                    <a:pt x="2132519" y="512240"/>
                  </a:lnTo>
                  <a:lnTo>
                    <a:pt x="2133522" y="538273"/>
                  </a:lnTo>
                  <a:lnTo>
                    <a:pt x="2135026" y="501727"/>
                  </a:lnTo>
                  <a:lnTo>
                    <a:pt x="2136029" y="511739"/>
                  </a:lnTo>
                  <a:lnTo>
                    <a:pt x="2137032" y="508235"/>
                  </a:lnTo>
                  <a:lnTo>
                    <a:pt x="2138536" y="503229"/>
                  </a:lnTo>
                  <a:lnTo>
                    <a:pt x="2139539" y="513241"/>
                  </a:lnTo>
                  <a:lnTo>
                    <a:pt x="2140542" y="504230"/>
                  </a:lnTo>
                  <a:lnTo>
                    <a:pt x="2142046" y="498723"/>
                  </a:lnTo>
                  <a:lnTo>
                    <a:pt x="2143049" y="480200"/>
                  </a:lnTo>
                  <a:lnTo>
                    <a:pt x="2144052" y="480200"/>
                  </a:lnTo>
                  <a:lnTo>
                    <a:pt x="2145556" y="474192"/>
                  </a:lnTo>
                  <a:lnTo>
                    <a:pt x="2146559" y="494218"/>
                  </a:lnTo>
                  <a:lnTo>
                    <a:pt x="2147562" y="492716"/>
                  </a:lnTo>
                  <a:lnTo>
                    <a:pt x="2148565" y="489712"/>
                  </a:lnTo>
                  <a:lnTo>
                    <a:pt x="2150070" y="495719"/>
                  </a:lnTo>
                  <a:lnTo>
                    <a:pt x="2151072" y="501226"/>
                  </a:lnTo>
                  <a:lnTo>
                    <a:pt x="2152075" y="486208"/>
                  </a:lnTo>
                  <a:lnTo>
                    <a:pt x="2153580" y="502728"/>
                  </a:lnTo>
                  <a:lnTo>
                    <a:pt x="2154583" y="485206"/>
                  </a:lnTo>
                  <a:lnTo>
                    <a:pt x="2155586" y="476195"/>
                  </a:lnTo>
                  <a:lnTo>
                    <a:pt x="2157090" y="528761"/>
                  </a:lnTo>
                  <a:lnTo>
                    <a:pt x="2158093" y="489712"/>
                  </a:lnTo>
                  <a:lnTo>
                    <a:pt x="2159096" y="497221"/>
                  </a:lnTo>
                  <a:lnTo>
                    <a:pt x="2160600" y="495719"/>
                  </a:lnTo>
                  <a:lnTo>
                    <a:pt x="2161603" y="488210"/>
                  </a:lnTo>
                  <a:lnTo>
                    <a:pt x="2162606" y="500225"/>
                  </a:lnTo>
                  <a:lnTo>
                    <a:pt x="2163609" y="507234"/>
                  </a:lnTo>
                  <a:lnTo>
                    <a:pt x="2165113" y="502728"/>
                  </a:lnTo>
                  <a:lnTo>
                    <a:pt x="2166116" y="490213"/>
                  </a:lnTo>
                  <a:lnTo>
                    <a:pt x="2167119" y="496220"/>
                  </a:lnTo>
                  <a:lnTo>
                    <a:pt x="2168623" y="513241"/>
                  </a:lnTo>
                  <a:lnTo>
                    <a:pt x="2169626" y="517246"/>
                  </a:lnTo>
                  <a:lnTo>
                    <a:pt x="2170629" y="505231"/>
                  </a:lnTo>
                  <a:lnTo>
                    <a:pt x="2172133" y="481702"/>
                  </a:lnTo>
                  <a:lnTo>
                    <a:pt x="2173136" y="505732"/>
                  </a:lnTo>
                  <a:lnTo>
                    <a:pt x="2174139" y="498723"/>
                  </a:lnTo>
                  <a:lnTo>
                    <a:pt x="2175644" y="488210"/>
                  </a:lnTo>
                  <a:lnTo>
                    <a:pt x="2176646" y="512240"/>
                  </a:lnTo>
                  <a:lnTo>
                    <a:pt x="2177649" y="502728"/>
                  </a:lnTo>
                  <a:lnTo>
                    <a:pt x="2178652" y="503229"/>
                  </a:lnTo>
                  <a:lnTo>
                    <a:pt x="2180157" y="487209"/>
                  </a:lnTo>
                  <a:lnTo>
                    <a:pt x="2181160" y="519249"/>
                  </a:lnTo>
                  <a:lnTo>
                    <a:pt x="2182162" y="494218"/>
                  </a:lnTo>
                  <a:lnTo>
                    <a:pt x="2183667" y="488210"/>
                  </a:lnTo>
                  <a:lnTo>
                    <a:pt x="2184670" y="501226"/>
                  </a:lnTo>
                  <a:lnTo>
                    <a:pt x="2185673" y="488210"/>
                  </a:lnTo>
                  <a:lnTo>
                    <a:pt x="2187177" y="516746"/>
                  </a:lnTo>
                  <a:lnTo>
                    <a:pt x="2188180" y="497722"/>
                  </a:lnTo>
                  <a:lnTo>
                    <a:pt x="2189183" y="499724"/>
                  </a:lnTo>
                  <a:lnTo>
                    <a:pt x="2190687" y="516746"/>
                  </a:lnTo>
                  <a:lnTo>
                    <a:pt x="2191690" y="497722"/>
                  </a:lnTo>
                  <a:lnTo>
                    <a:pt x="2192693" y="486708"/>
                  </a:lnTo>
                  <a:lnTo>
                    <a:pt x="2193696" y="507234"/>
                  </a:lnTo>
                  <a:lnTo>
                    <a:pt x="2195200" y="507234"/>
                  </a:lnTo>
                  <a:lnTo>
                    <a:pt x="2196203" y="491214"/>
                  </a:lnTo>
                  <a:lnTo>
                    <a:pt x="2197206" y="497722"/>
                  </a:lnTo>
                  <a:lnTo>
                    <a:pt x="2198710" y="509236"/>
                  </a:lnTo>
                  <a:lnTo>
                    <a:pt x="2199713" y="484706"/>
                  </a:lnTo>
                </a:path>
              </a:pathLst>
            </a:custGeom>
            <a:ln w="3175">
              <a:solidFill>
                <a:srgbClr val="FF3A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635925" y="1922393"/>
              <a:ext cx="2200275" cy="611505"/>
            </a:xfrm>
            <a:custGeom>
              <a:avLst/>
              <a:gdLst/>
              <a:ahLst/>
              <a:cxnLst/>
              <a:rect l="l" t="t" r="r" b="b"/>
              <a:pathLst>
                <a:path w="2200275" h="611505">
                  <a:moveTo>
                    <a:pt x="0" y="331481"/>
                  </a:moveTo>
                  <a:lnTo>
                    <a:pt x="1002" y="319966"/>
                  </a:lnTo>
                  <a:lnTo>
                    <a:pt x="2520" y="321969"/>
                  </a:lnTo>
                  <a:lnTo>
                    <a:pt x="3523" y="329979"/>
                  </a:lnTo>
                  <a:lnTo>
                    <a:pt x="4526" y="331981"/>
                  </a:lnTo>
                  <a:lnTo>
                    <a:pt x="6030" y="322469"/>
                  </a:lnTo>
                  <a:lnTo>
                    <a:pt x="7033" y="333483"/>
                  </a:lnTo>
                  <a:lnTo>
                    <a:pt x="8036" y="324973"/>
                  </a:lnTo>
                  <a:lnTo>
                    <a:pt x="9039" y="329979"/>
                  </a:lnTo>
                  <a:lnTo>
                    <a:pt x="10543" y="336487"/>
                  </a:lnTo>
                  <a:lnTo>
                    <a:pt x="11546" y="337488"/>
                  </a:lnTo>
                  <a:lnTo>
                    <a:pt x="12549" y="335486"/>
                  </a:lnTo>
                  <a:lnTo>
                    <a:pt x="14054" y="334985"/>
                  </a:lnTo>
                  <a:lnTo>
                    <a:pt x="15056" y="340993"/>
                  </a:lnTo>
                  <a:lnTo>
                    <a:pt x="16059" y="331981"/>
                  </a:lnTo>
                  <a:lnTo>
                    <a:pt x="17564" y="333483"/>
                  </a:lnTo>
                  <a:lnTo>
                    <a:pt x="18567" y="335986"/>
                  </a:lnTo>
                  <a:lnTo>
                    <a:pt x="19569" y="342995"/>
                  </a:lnTo>
                  <a:lnTo>
                    <a:pt x="21074" y="339991"/>
                  </a:lnTo>
                  <a:lnTo>
                    <a:pt x="22077" y="333483"/>
                  </a:lnTo>
                  <a:lnTo>
                    <a:pt x="23080" y="341994"/>
                  </a:lnTo>
                  <a:lnTo>
                    <a:pt x="24083" y="348001"/>
                  </a:lnTo>
                  <a:lnTo>
                    <a:pt x="25587" y="341493"/>
                  </a:lnTo>
                  <a:lnTo>
                    <a:pt x="26590" y="339991"/>
                  </a:lnTo>
                  <a:lnTo>
                    <a:pt x="27593" y="348001"/>
                  </a:lnTo>
                  <a:lnTo>
                    <a:pt x="29097" y="355010"/>
                  </a:lnTo>
                  <a:lnTo>
                    <a:pt x="30100" y="352006"/>
                  </a:lnTo>
                  <a:lnTo>
                    <a:pt x="31103" y="343496"/>
                  </a:lnTo>
                  <a:lnTo>
                    <a:pt x="32607" y="364535"/>
                  </a:lnTo>
                  <a:lnTo>
                    <a:pt x="33610" y="342995"/>
                  </a:lnTo>
                  <a:lnTo>
                    <a:pt x="34613" y="349503"/>
                  </a:lnTo>
                  <a:lnTo>
                    <a:pt x="36117" y="345498"/>
                  </a:lnTo>
                  <a:lnTo>
                    <a:pt x="37120" y="350004"/>
                  </a:lnTo>
                  <a:lnTo>
                    <a:pt x="38123" y="360517"/>
                  </a:lnTo>
                  <a:lnTo>
                    <a:pt x="39126" y="354509"/>
                  </a:lnTo>
                  <a:lnTo>
                    <a:pt x="40630" y="339491"/>
                  </a:lnTo>
                  <a:lnTo>
                    <a:pt x="41633" y="356011"/>
                  </a:lnTo>
                  <a:lnTo>
                    <a:pt x="42636" y="350004"/>
                  </a:lnTo>
                  <a:lnTo>
                    <a:pt x="44141" y="358514"/>
                  </a:lnTo>
                  <a:lnTo>
                    <a:pt x="45144" y="353508"/>
                  </a:lnTo>
                  <a:lnTo>
                    <a:pt x="46146" y="354509"/>
                  </a:lnTo>
                  <a:lnTo>
                    <a:pt x="47651" y="359015"/>
                  </a:lnTo>
                  <a:lnTo>
                    <a:pt x="48654" y="359015"/>
                  </a:lnTo>
                  <a:lnTo>
                    <a:pt x="49657" y="359516"/>
                  </a:lnTo>
                  <a:lnTo>
                    <a:pt x="51161" y="360016"/>
                  </a:lnTo>
                  <a:lnTo>
                    <a:pt x="52164" y="359015"/>
                  </a:lnTo>
                  <a:lnTo>
                    <a:pt x="53167" y="360016"/>
                  </a:lnTo>
                  <a:lnTo>
                    <a:pt x="54170" y="359015"/>
                  </a:lnTo>
                  <a:lnTo>
                    <a:pt x="55674" y="359015"/>
                  </a:lnTo>
                  <a:lnTo>
                    <a:pt x="56677" y="355010"/>
                  </a:lnTo>
                  <a:lnTo>
                    <a:pt x="57680" y="358514"/>
                  </a:lnTo>
                  <a:lnTo>
                    <a:pt x="59184" y="352507"/>
                  </a:lnTo>
                  <a:lnTo>
                    <a:pt x="60187" y="354009"/>
                  </a:lnTo>
                  <a:lnTo>
                    <a:pt x="61190" y="363020"/>
                  </a:lnTo>
                  <a:lnTo>
                    <a:pt x="62694" y="353008"/>
                  </a:lnTo>
                  <a:lnTo>
                    <a:pt x="63697" y="361018"/>
                  </a:lnTo>
                  <a:lnTo>
                    <a:pt x="64700" y="357513"/>
                  </a:lnTo>
                  <a:lnTo>
                    <a:pt x="66204" y="356011"/>
                  </a:lnTo>
                  <a:lnTo>
                    <a:pt x="67207" y="356011"/>
                  </a:lnTo>
                  <a:lnTo>
                    <a:pt x="68210" y="364021"/>
                  </a:lnTo>
                  <a:lnTo>
                    <a:pt x="69715" y="360517"/>
                  </a:lnTo>
                  <a:lnTo>
                    <a:pt x="70718" y="363521"/>
                  </a:lnTo>
                  <a:lnTo>
                    <a:pt x="71720" y="352006"/>
                  </a:lnTo>
                  <a:lnTo>
                    <a:pt x="72723" y="349503"/>
                  </a:lnTo>
                  <a:lnTo>
                    <a:pt x="74228" y="348001"/>
                  </a:lnTo>
                  <a:lnTo>
                    <a:pt x="75231" y="365537"/>
                  </a:lnTo>
                  <a:lnTo>
                    <a:pt x="76233" y="358514"/>
                  </a:lnTo>
                  <a:lnTo>
                    <a:pt x="77738" y="348502"/>
                  </a:lnTo>
                  <a:lnTo>
                    <a:pt x="78741" y="345999"/>
                  </a:lnTo>
                  <a:lnTo>
                    <a:pt x="79744" y="357013"/>
                  </a:lnTo>
                  <a:lnTo>
                    <a:pt x="81248" y="353008"/>
                  </a:lnTo>
                  <a:lnTo>
                    <a:pt x="82251" y="346499"/>
                  </a:lnTo>
                  <a:lnTo>
                    <a:pt x="83254" y="343996"/>
                  </a:lnTo>
                  <a:lnTo>
                    <a:pt x="84758" y="353008"/>
                  </a:lnTo>
                  <a:lnTo>
                    <a:pt x="85761" y="330980"/>
                  </a:lnTo>
                  <a:lnTo>
                    <a:pt x="86764" y="305949"/>
                  </a:lnTo>
                  <a:lnTo>
                    <a:pt x="87767" y="260872"/>
                  </a:lnTo>
                  <a:lnTo>
                    <a:pt x="89271" y="204302"/>
                  </a:lnTo>
                  <a:lnTo>
                    <a:pt x="90274" y="147217"/>
                  </a:lnTo>
                  <a:lnTo>
                    <a:pt x="91277" y="109650"/>
                  </a:lnTo>
                  <a:lnTo>
                    <a:pt x="92781" y="85620"/>
                  </a:lnTo>
                  <a:lnTo>
                    <a:pt x="93784" y="63092"/>
                  </a:lnTo>
                  <a:lnTo>
                    <a:pt x="94787" y="44569"/>
                  </a:lnTo>
                  <a:lnTo>
                    <a:pt x="96292" y="26032"/>
                  </a:lnTo>
                  <a:lnTo>
                    <a:pt x="97294" y="18022"/>
                  </a:lnTo>
                  <a:lnTo>
                    <a:pt x="98297" y="17021"/>
                  </a:lnTo>
                  <a:lnTo>
                    <a:pt x="99802" y="4005"/>
                  </a:lnTo>
                  <a:lnTo>
                    <a:pt x="100805" y="4505"/>
                  </a:lnTo>
                  <a:lnTo>
                    <a:pt x="101807" y="11013"/>
                  </a:lnTo>
                  <a:lnTo>
                    <a:pt x="102810" y="11514"/>
                  </a:lnTo>
                  <a:lnTo>
                    <a:pt x="104315" y="7509"/>
                  </a:lnTo>
                  <a:lnTo>
                    <a:pt x="105318" y="0"/>
                  </a:lnTo>
                  <a:lnTo>
                    <a:pt x="106321" y="6007"/>
                  </a:lnTo>
                  <a:lnTo>
                    <a:pt x="112358" y="51077"/>
                  </a:lnTo>
                  <a:lnTo>
                    <a:pt x="113361" y="80614"/>
                  </a:lnTo>
                  <a:lnTo>
                    <a:pt x="114865" y="120163"/>
                  </a:lnTo>
                  <a:lnTo>
                    <a:pt x="115868" y="160734"/>
                  </a:lnTo>
                  <a:lnTo>
                    <a:pt x="116871" y="196278"/>
                  </a:lnTo>
                  <a:lnTo>
                    <a:pt x="117874" y="237343"/>
                  </a:lnTo>
                  <a:lnTo>
                    <a:pt x="119378" y="271886"/>
                  </a:lnTo>
                  <a:lnTo>
                    <a:pt x="120381" y="308452"/>
                  </a:lnTo>
                  <a:lnTo>
                    <a:pt x="121384" y="333483"/>
                  </a:lnTo>
                  <a:lnTo>
                    <a:pt x="122889" y="339991"/>
                  </a:lnTo>
                  <a:lnTo>
                    <a:pt x="123891" y="353008"/>
                  </a:lnTo>
                  <a:lnTo>
                    <a:pt x="124894" y="361018"/>
                  </a:lnTo>
                  <a:lnTo>
                    <a:pt x="126399" y="364535"/>
                  </a:lnTo>
                  <a:lnTo>
                    <a:pt x="127402" y="365537"/>
                  </a:lnTo>
                  <a:lnTo>
                    <a:pt x="128405" y="362019"/>
                  </a:lnTo>
                  <a:lnTo>
                    <a:pt x="129909" y="360517"/>
                  </a:lnTo>
                  <a:lnTo>
                    <a:pt x="130912" y="349003"/>
                  </a:lnTo>
                  <a:lnTo>
                    <a:pt x="131915" y="366538"/>
                  </a:lnTo>
                  <a:lnTo>
                    <a:pt x="132918" y="361518"/>
                  </a:lnTo>
                  <a:lnTo>
                    <a:pt x="134422" y="376550"/>
                  </a:lnTo>
                  <a:lnTo>
                    <a:pt x="135425" y="363521"/>
                  </a:lnTo>
                  <a:lnTo>
                    <a:pt x="136428" y="367539"/>
                  </a:lnTo>
                  <a:lnTo>
                    <a:pt x="137932" y="376550"/>
                  </a:lnTo>
                  <a:lnTo>
                    <a:pt x="138935" y="366037"/>
                  </a:lnTo>
                  <a:lnTo>
                    <a:pt x="139938" y="359516"/>
                  </a:lnTo>
                  <a:lnTo>
                    <a:pt x="141442" y="366037"/>
                  </a:lnTo>
                  <a:lnTo>
                    <a:pt x="142445" y="366538"/>
                  </a:lnTo>
                  <a:lnTo>
                    <a:pt x="143448" y="381557"/>
                  </a:lnTo>
                  <a:lnTo>
                    <a:pt x="144952" y="384060"/>
                  </a:lnTo>
                  <a:lnTo>
                    <a:pt x="145955" y="364535"/>
                  </a:lnTo>
                  <a:lnTo>
                    <a:pt x="146958" y="378553"/>
                  </a:lnTo>
                  <a:lnTo>
                    <a:pt x="147961" y="385061"/>
                  </a:lnTo>
                  <a:lnTo>
                    <a:pt x="149465" y="375048"/>
                  </a:lnTo>
                  <a:lnTo>
                    <a:pt x="150468" y="387564"/>
                  </a:lnTo>
                  <a:lnTo>
                    <a:pt x="151471" y="374548"/>
                  </a:lnTo>
                  <a:lnTo>
                    <a:pt x="152976" y="376550"/>
                  </a:lnTo>
                  <a:lnTo>
                    <a:pt x="153979" y="370042"/>
                  </a:lnTo>
                  <a:lnTo>
                    <a:pt x="154981" y="385061"/>
                  </a:lnTo>
                  <a:lnTo>
                    <a:pt x="156486" y="377051"/>
                  </a:lnTo>
                  <a:lnTo>
                    <a:pt x="157489" y="375048"/>
                  </a:lnTo>
                  <a:lnTo>
                    <a:pt x="158492" y="377552"/>
                  </a:lnTo>
                  <a:lnTo>
                    <a:pt x="159996" y="393572"/>
                  </a:lnTo>
                  <a:lnTo>
                    <a:pt x="160999" y="375048"/>
                  </a:lnTo>
                  <a:lnTo>
                    <a:pt x="162002" y="384560"/>
                  </a:lnTo>
                  <a:lnTo>
                    <a:pt x="163005" y="382057"/>
                  </a:lnTo>
                  <a:lnTo>
                    <a:pt x="164509" y="380055"/>
                  </a:lnTo>
                  <a:lnTo>
                    <a:pt x="165512" y="370543"/>
                  </a:lnTo>
                  <a:lnTo>
                    <a:pt x="166515" y="374548"/>
                  </a:lnTo>
                  <a:lnTo>
                    <a:pt x="168019" y="388565"/>
                  </a:lnTo>
                  <a:lnTo>
                    <a:pt x="169022" y="379054"/>
                  </a:lnTo>
                  <a:lnTo>
                    <a:pt x="170025" y="386563"/>
                  </a:lnTo>
                  <a:lnTo>
                    <a:pt x="171529" y="382558"/>
                  </a:lnTo>
                  <a:lnTo>
                    <a:pt x="172532" y="394573"/>
                  </a:lnTo>
                  <a:lnTo>
                    <a:pt x="173535" y="380555"/>
                  </a:lnTo>
                  <a:lnTo>
                    <a:pt x="175039" y="389066"/>
                  </a:lnTo>
                  <a:lnTo>
                    <a:pt x="176042" y="373046"/>
                  </a:lnTo>
                  <a:lnTo>
                    <a:pt x="177045" y="378553"/>
                  </a:lnTo>
                  <a:lnTo>
                    <a:pt x="178048" y="386563"/>
                  </a:lnTo>
                  <a:lnTo>
                    <a:pt x="179553" y="381557"/>
                  </a:lnTo>
                  <a:lnTo>
                    <a:pt x="180555" y="381557"/>
                  </a:lnTo>
                  <a:lnTo>
                    <a:pt x="181558" y="386062"/>
                  </a:lnTo>
                  <a:lnTo>
                    <a:pt x="183063" y="374548"/>
                  </a:lnTo>
                  <a:lnTo>
                    <a:pt x="184066" y="381557"/>
                  </a:lnTo>
                  <a:lnTo>
                    <a:pt x="185069" y="389066"/>
                  </a:lnTo>
                  <a:lnTo>
                    <a:pt x="186573" y="390067"/>
                  </a:lnTo>
                  <a:lnTo>
                    <a:pt x="187576" y="389066"/>
                  </a:lnTo>
                  <a:lnTo>
                    <a:pt x="188579" y="385061"/>
                  </a:lnTo>
                  <a:lnTo>
                    <a:pt x="190083" y="375549"/>
                  </a:lnTo>
                  <a:lnTo>
                    <a:pt x="191086" y="384560"/>
                  </a:lnTo>
                  <a:lnTo>
                    <a:pt x="192089" y="386062"/>
                  </a:lnTo>
                  <a:lnTo>
                    <a:pt x="193593" y="382558"/>
                  </a:lnTo>
                  <a:lnTo>
                    <a:pt x="194596" y="389066"/>
                  </a:lnTo>
                  <a:lnTo>
                    <a:pt x="195599" y="385562"/>
                  </a:lnTo>
                  <a:lnTo>
                    <a:pt x="196602" y="383059"/>
                  </a:lnTo>
                  <a:lnTo>
                    <a:pt x="198106" y="385061"/>
                  </a:lnTo>
                  <a:lnTo>
                    <a:pt x="199109" y="387564"/>
                  </a:lnTo>
                  <a:lnTo>
                    <a:pt x="200112" y="376050"/>
                  </a:lnTo>
                  <a:lnTo>
                    <a:pt x="201616" y="388565"/>
                  </a:lnTo>
                  <a:lnTo>
                    <a:pt x="202619" y="379054"/>
                  </a:lnTo>
                  <a:lnTo>
                    <a:pt x="203622" y="400080"/>
                  </a:lnTo>
                  <a:lnTo>
                    <a:pt x="205127" y="387564"/>
                  </a:lnTo>
                  <a:lnTo>
                    <a:pt x="206129" y="385061"/>
                  </a:lnTo>
                  <a:lnTo>
                    <a:pt x="207132" y="400080"/>
                  </a:lnTo>
                  <a:lnTo>
                    <a:pt x="208637" y="382558"/>
                  </a:lnTo>
                  <a:lnTo>
                    <a:pt x="209640" y="394072"/>
                  </a:lnTo>
                  <a:lnTo>
                    <a:pt x="210643" y="385061"/>
                  </a:lnTo>
                  <a:lnTo>
                    <a:pt x="211645" y="393572"/>
                  </a:lnTo>
                  <a:lnTo>
                    <a:pt x="213150" y="397076"/>
                  </a:lnTo>
                  <a:lnTo>
                    <a:pt x="214153" y="386062"/>
                  </a:lnTo>
                  <a:lnTo>
                    <a:pt x="215169" y="402583"/>
                  </a:lnTo>
                  <a:lnTo>
                    <a:pt x="216673" y="396575"/>
                  </a:lnTo>
                  <a:lnTo>
                    <a:pt x="217676" y="394072"/>
                  </a:lnTo>
                  <a:lnTo>
                    <a:pt x="218679" y="393572"/>
                  </a:lnTo>
                  <a:lnTo>
                    <a:pt x="220183" y="391569"/>
                  </a:lnTo>
                  <a:lnTo>
                    <a:pt x="221186" y="388565"/>
                  </a:lnTo>
                  <a:lnTo>
                    <a:pt x="222189" y="404085"/>
                  </a:lnTo>
                  <a:lnTo>
                    <a:pt x="223694" y="396575"/>
                  </a:lnTo>
                  <a:lnTo>
                    <a:pt x="224697" y="398578"/>
                  </a:lnTo>
                  <a:lnTo>
                    <a:pt x="225699" y="397076"/>
                  </a:lnTo>
                  <a:lnTo>
                    <a:pt x="226702" y="383559"/>
                  </a:lnTo>
                  <a:lnTo>
                    <a:pt x="228207" y="393071"/>
                  </a:lnTo>
                  <a:lnTo>
                    <a:pt x="229210" y="400080"/>
                  </a:lnTo>
                  <a:lnTo>
                    <a:pt x="230213" y="385562"/>
                  </a:lnTo>
                  <a:lnTo>
                    <a:pt x="231717" y="410092"/>
                  </a:lnTo>
                  <a:lnTo>
                    <a:pt x="232720" y="399579"/>
                  </a:lnTo>
                  <a:lnTo>
                    <a:pt x="233723" y="390568"/>
                  </a:lnTo>
                  <a:lnTo>
                    <a:pt x="235227" y="384560"/>
                  </a:lnTo>
                  <a:lnTo>
                    <a:pt x="236230" y="377552"/>
                  </a:lnTo>
                  <a:lnTo>
                    <a:pt x="237233" y="389567"/>
                  </a:lnTo>
                  <a:lnTo>
                    <a:pt x="238737" y="366538"/>
                  </a:lnTo>
                  <a:lnTo>
                    <a:pt x="239740" y="369041"/>
                  </a:lnTo>
                  <a:lnTo>
                    <a:pt x="240743" y="365537"/>
                  </a:lnTo>
                  <a:lnTo>
                    <a:pt x="241746" y="342995"/>
                  </a:lnTo>
                  <a:lnTo>
                    <a:pt x="243250" y="328978"/>
                  </a:lnTo>
                  <a:lnTo>
                    <a:pt x="244253" y="304447"/>
                  </a:lnTo>
                  <a:lnTo>
                    <a:pt x="245256" y="285423"/>
                  </a:lnTo>
                  <a:lnTo>
                    <a:pt x="246760" y="255866"/>
                  </a:lnTo>
                  <a:lnTo>
                    <a:pt x="247763" y="230835"/>
                  </a:lnTo>
                  <a:lnTo>
                    <a:pt x="248766" y="202286"/>
                  </a:lnTo>
                  <a:lnTo>
                    <a:pt x="250271" y="175252"/>
                  </a:lnTo>
                  <a:lnTo>
                    <a:pt x="251273" y="153224"/>
                  </a:lnTo>
                  <a:lnTo>
                    <a:pt x="252276" y="129695"/>
                  </a:lnTo>
                  <a:lnTo>
                    <a:pt x="253781" y="113154"/>
                  </a:lnTo>
                  <a:lnTo>
                    <a:pt x="254784" y="107147"/>
                  </a:lnTo>
                  <a:lnTo>
                    <a:pt x="255787" y="93630"/>
                  </a:lnTo>
                  <a:lnTo>
                    <a:pt x="256789" y="86621"/>
                  </a:lnTo>
                  <a:lnTo>
                    <a:pt x="258294" y="87122"/>
                  </a:lnTo>
                  <a:lnTo>
                    <a:pt x="259297" y="80614"/>
                  </a:lnTo>
                  <a:lnTo>
                    <a:pt x="260300" y="79112"/>
                  </a:lnTo>
                  <a:lnTo>
                    <a:pt x="261804" y="82616"/>
                  </a:lnTo>
                  <a:lnTo>
                    <a:pt x="262807" y="85119"/>
                  </a:lnTo>
                  <a:lnTo>
                    <a:pt x="263810" y="81114"/>
                  </a:lnTo>
                  <a:lnTo>
                    <a:pt x="265314" y="88123"/>
                  </a:lnTo>
                  <a:lnTo>
                    <a:pt x="266317" y="96133"/>
                  </a:lnTo>
                  <a:lnTo>
                    <a:pt x="267320" y="98636"/>
                  </a:lnTo>
                  <a:lnTo>
                    <a:pt x="268824" y="110651"/>
                  </a:lnTo>
                  <a:lnTo>
                    <a:pt x="269827" y="124188"/>
                  </a:lnTo>
                  <a:lnTo>
                    <a:pt x="270830" y="138706"/>
                  </a:lnTo>
                  <a:lnTo>
                    <a:pt x="271833" y="162236"/>
                  </a:lnTo>
                  <a:lnTo>
                    <a:pt x="273337" y="187768"/>
                  </a:lnTo>
                  <a:lnTo>
                    <a:pt x="274340" y="224827"/>
                  </a:lnTo>
                  <a:lnTo>
                    <a:pt x="275343" y="245854"/>
                  </a:lnTo>
                  <a:lnTo>
                    <a:pt x="276847" y="284422"/>
                  </a:lnTo>
                  <a:lnTo>
                    <a:pt x="277850" y="315461"/>
                  </a:lnTo>
                  <a:lnTo>
                    <a:pt x="278853" y="338990"/>
                  </a:lnTo>
                  <a:lnTo>
                    <a:pt x="280358" y="377051"/>
                  </a:lnTo>
                  <a:lnTo>
                    <a:pt x="281361" y="370543"/>
                  </a:lnTo>
                  <a:lnTo>
                    <a:pt x="282363" y="386062"/>
                  </a:lnTo>
                  <a:lnTo>
                    <a:pt x="283868" y="385562"/>
                  </a:lnTo>
                  <a:lnTo>
                    <a:pt x="284871" y="394072"/>
                  </a:lnTo>
                  <a:lnTo>
                    <a:pt x="285874" y="414097"/>
                  </a:lnTo>
                  <a:lnTo>
                    <a:pt x="286877" y="409091"/>
                  </a:lnTo>
                  <a:lnTo>
                    <a:pt x="288381" y="404585"/>
                  </a:lnTo>
                  <a:lnTo>
                    <a:pt x="289384" y="410593"/>
                  </a:lnTo>
                  <a:lnTo>
                    <a:pt x="290387" y="404585"/>
                  </a:lnTo>
                  <a:lnTo>
                    <a:pt x="291891" y="404585"/>
                  </a:lnTo>
                  <a:lnTo>
                    <a:pt x="292894" y="407089"/>
                  </a:lnTo>
                  <a:lnTo>
                    <a:pt x="293897" y="402583"/>
                  </a:lnTo>
                  <a:lnTo>
                    <a:pt x="295401" y="408590"/>
                  </a:lnTo>
                  <a:lnTo>
                    <a:pt x="296404" y="406588"/>
                  </a:lnTo>
                  <a:lnTo>
                    <a:pt x="297407" y="426613"/>
                  </a:lnTo>
                  <a:lnTo>
                    <a:pt x="298911" y="418603"/>
                  </a:lnTo>
                  <a:lnTo>
                    <a:pt x="299914" y="412595"/>
                  </a:lnTo>
                  <a:lnTo>
                    <a:pt x="300917" y="420605"/>
                  </a:lnTo>
                  <a:lnTo>
                    <a:pt x="301920" y="421106"/>
                  </a:lnTo>
                  <a:lnTo>
                    <a:pt x="303424" y="415599"/>
                  </a:lnTo>
                  <a:lnTo>
                    <a:pt x="304427" y="416600"/>
                  </a:lnTo>
                  <a:lnTo>
                    <a:pt x="305430" y="413597"/>
                  </a:lnTo>
                  <a:lnTo>
                    <a:pt x="306935" y="422608"/>
                  </a:lnTo>
                  <a:lnTo>
                    <a:pt x="307938" y="424110"/>
                  </a:lnTo>
                  <a:lnTo>
                    <a:pt x="308940" y="415099"/>
                  </a:lnTo>
                  <a:lnTo>
                    <a:pt x="310445" y="427614"/>
                  </a:lnTo>
                  <a:lnTo>
                    <a:pt x="311448" y="425111"/>
                  </a:lnTo>
                  <a:lnTo>
                    <a:pt x="312451" y="418603"/>
                  </a:lnTo>
                  <a:lnTo>
                    <a:pt x="313955" y="421607"/>
                  </a:lnTo>
                  <a:lnTo>
                    <a:pt x="314958" y="427614"/>
                  </a:lnTo>
                  <a:lnTo>
                    <a:pt x="315961" y="425612"/>
                  </a:lnTo>
                  <a:lnTo>
                    <a:pt x="317465" y="414097"/>
                  </a:lnTo>
                  <a:lnTo>
                    <a:pt x="318468" y="437627"/>
                  </a:lnTo>
                  <a:lnTo>
                    <a:pt x="319471" y="411094"/>
                  </a:lnTo>
                  <a:lnTo>
                    <a:pt x="320487" y="428615"/>
                  </a:lnTo>
                  <a:lnTo>
                    <a:pt x="321992" y="418102"/>
                  </a:lnTo>
                  <a:lnTo>
                    <a:pt x="322994" y="421106"/>
                  </a:lnTo>
                  <a:lnTo>
                    <a:pt x="323997" y="421607"/>
                  </a:lnTo>
                  <a:lnTo>
                    <a:pt x="325502" y="411594"/>
                  </a:lnTo>
                  <a:lnTo>
                    <a:pt x="326505" y="418102"/>
                  </a:lnTo>
                  <a:lnTo>
                    <a:pt x="327507" y="419104"/>
                  </a:lnTo>
                  <a:lnTo>
                    <a:pt x="329012" y="437126"/>
                  </a:lnTo>
                  <a:lnTo>
                    <a:pt x="330015" y="433622"/>
                  </a:lnTo>
                  <a:lnTo>
                    <a:pt x="331018" y="419604"/>
                  </a:lnTo>
                  <a:lnTo>
                    <a:pt x="332522" y="432120"/>
                  </a:lnTo>
                  <a:lnTo>
                    <a:pt x="333525" y="416100"/>
                  </a:lnTo>
                  <a:lnTo>
                    <a:pt x="334528" y="436625"/>
                  </a:lnTo>
                  <a:lnTo>
                    <a:pt x="335531" y="433121"/>
                  </a:lnTo>
                  <a:lnTo>
                    <a:pt x="337035" y="430117"/>
                  </a:lnTo>
                  <a:lnTo>
                    <a:pt x="338038" y="423109"/>
                  </a:lnTo>
                  <a:lnTo>
                    <a:pt x="339041" y="422608"/>
                  </a:lnTo>
                  <a:lnTo>
                    <a:pt x="340545" y="412095"/>
                  </a:lnTo>
                  <a:lnTo>
                    <a:pt x="341548" y="429617"/>
                  </a:lnTo>
                  <a:lnTo>
                    <a:pt x="342551" y="423109"/>
                  </a:lnTo>
                  <a:lnTo>
                    <a:pt x="344055" y="430117"/>
                  </a:lnTo>
                  <a:lnTo>
                    <a:pt x="345058" y="432620"/>
                  </a:lnTo>
                  <a:lnTo>
                    <a:pt x="346061" y="422608"/>
                  </a:lnTo>
                  <a:lnTo>
                    <a:pt x="347566" y="441131"/>
                  </a:lnTo>
                  <a:lnTo>
                    <a:pt x="348568" y="409091"/>
                  </a:lnTo>
                  <a:lnTo>
                    <a:pt x="349571" y="433622"/>
                  </a:lnTo>
                  <a:lnTo>
                    <a:pt x="350574" y="437627"/>
                  </a:lnTo>
                  <a:lnTo>
                    <a:pt x="352079" y="427114"/>
                  </a:lnTo>
                  <a:lnTo>
                    <a:pt x="353082" y="437627"/>
                  </a:lnTo>
                  <a:lnTo>
                    <a:pt x="354084" y="432620"/>
                  </a:lnTo>
                  <a:lnTo>
                    <a:pt x="355589" y="418603"/>
                  </a:lnTo>
                  <a:lnTo>
                    <a:pt x="356592" y="437627"/>
                  </a:lnTo>
                  <a:lnTo>
                    <a:pt x="357595" y="433622"/>
                  </a:lnTo>
                  <a:lnTo>
                    <a:pt x="359099" y="420105"/>
                  </a:lnTo>
                  <a:lnTo>
                    <a:pt x="360102" y="434623"/>
                  </a:lnTo>
                  <a:lnTo>
                    <a:pt x="361105" y="425612"/>
                  </a:lnTo>
                  <a:lnTo>
                    <a:pt x="362609" y="431119"/>
                  </a:lnTo>
                  <a:lnTo>
                    <a:pt x="363612" y="423609"/>
                  </a:lnTo>
                  <a:lnTo>
                    <a:pt x="364615" y="428115"/>
                  </a:lnTo>
                  <a:lnTo>
                    <a:pt x="365618" y="428115"/>
                  </a:lnTo>
                  <a:lnTo>
                    <a:pt x="367122" y="435624"/>
                  </a:lnTo>
                  <a:lnTo>
                    <a:pt x="368125" y="421106"/>
                  </a:lnTo>
                  <a:lnTo>
                    <a:pt x="369128" y="423609"/>
                  </a:lnTo>
                  <a:lnTo>
                    <a:pt x="370632" y="432620"/>
                  </a:lnTo>
                  <a:lnTo>
                    <a:pt x="371635" y="427114"/>
                  </a:lnTo>
                  <a:lnTo>
                    <a:pt x="372638" y="435124"/>
                  </a:lnTo>
                  <a:lnTo>
                    <a:pt x="374142" y="428615"/>
                  </a:lnTo>
                  <a:lnTo>
                    <a:pt x="375145" y="430618"/>
                  </a:lnTo>
                  <a:lnTo>
                    <a:pt x="376148" y="428615"/>
                  </a:lnTo>
                  <a:lnTo>
                    <a:pt x="377653" y="437126"/>
                  </a:lnTo>
                  <a:lnTo>
                    <a:pt x="378656" y="429617"/>
                  </a:lnTo>
                  <a:lnTo>
                    <a:pt x="379658" y="434122"/>
                  </a:lnTo>
                  <a:lnTo>
                    <a:pt x="380661" y="441632"/>
                  </a:lnTo>
                  <a:lnTo>
                    <a:pt x="382166" y="439629"/>
                  </a:lnTo>
                  <a:lnTo>
                    <a:pt x="383169" y="436625"/>
                  </a:lnTo>
                  <a:lnTo>
                    <a:pt x="384171" y="449662"/>
                  </a:lnTo>
                  <a:lnTo>
                    <a:pt x="385676" y="422608"/>
                  </a:lnTo>
                  <a:lnTo>
                    <a:pt x="386679" y="440631"/>
                  </a:lnTo>
                  <a:lnTo>
                    <a:pt x="387682" y="426112"/>
                  </a:lnTo>
                  <a:lnTo>
                    <a:pt x="389186" y="440631"/>
                  </a:lnTo>
                  <a:lnTo>
                    <a:pt x="390189" y="436125"/>
                  </a:lnTo>
                  <a:lnTo>
                    <a:pt x="391192" y="437627"/>
                  </a:lnTo>
                  <a:lnTo>
                    <a:pt x="392696" y="442132"/>
                  </a:lnTo>
                  <a:lnTo>
                    <a:pt x="393699" y="434122"/>
                  </a:lnTo>
                  <a:lnTo>
                    <a:pt x="394702" y="434623"/>
                  </a:lnTo>
                  <a:lnTo>
                    <a:pt x="395705" y="436125"/>
                  </a:lnTo>
                  <a:lnTo>
                    <a:pt x="397209" y="442132"/>
                  </a:lnTo>
                  <a:lnTo>
                    <a:pt x="398212" y="445156"/>
                  </a:lnTo>
                  <a:lnTo>
                    <a:pt x="399215" y="433622"/>
                  </a:lnTo>
                  <a:lnTo>
                    <a:pt x="400719" y="421607"/>
                  </a:lnTo>
                  <a:lnTo>
                    <a:pt x="401722" y="435124"/>
                  </a:lnTo>
                  <a:lnTo>
                    <a:pt x="402725" y="426613"/>
                  </a:lnTo>
                  <a:lnTo>
                    <a:pt x="404230" y="431119"/>
                  </a:lnTo>
                  <a:lnTo>
                    <a:pt x="405232" y="428115"/>
                  </a:lnTo>
                  <a:lnTo>
                    <a:pt x="406235" y="434623"/>
                  </a:lnTo>
                  <a:lnTo>
                    <a:pt x="407740" y="430618"/>
                  </a:lnTo>
                  <a:lnTo>
                    <a:pt x="408743" y="438628"/>
                  </a:lnTo>
                  <a:lnTo>
                    <a:pt x="409746" y="439129"/>
                  </a:lnTo>
                  <a:lnTo>
                    <a:pt x="410748" y="430618"/>
                  </a:lnTo>
                  <a:lnTo>
                    <a:pt x="412253" y="431119"/>
                  </a:lnTo>
                  <a:lnTo>
                    <a:pt x="413256" y="442633"/>
                  </a:lnTo>
                  <a:lnTo>
                    <a:pt x="414259" y="450162"/>
                  </a:lnTo>
                  <a:lnTo>
                    <a:pt x="415763" y="440631"/>
                  </a:lnTo>
                  <a:lnTo>
                    <a:pt x="416766" y="434623"/>
                  </a:lnTo>
                  <a:lnTo>
                    <a:pt x="417769" y="438127"/>
                  </a:lnTo>
                  <a:lnTo>
                    <a:pt x="419273" y="434623"/>
                  </a:lnTo>
                  <a:lnTo>
                    <a:pt x="420276" y="449662"/>
                  </a:lnTo>
                  <a:lnTo>
                    <a:pt x="421279" y="432120"/>
                  </a:lnTo>
                  <a:lnTo>
                    <a:pt x="422783" y="445156"/>
                  </a:lnTo>
                  <a:lnTo>
                    <a:pt x="423786" y="439129"/>
                  </a:lnTo>
                  <a:lnTo>
                    <a:pt x="424789" y="431619"/>
                  </a:lnTo>
                  <a:lnTo>
                    <a:pt x="425792" y="430117"/>
                  </a:lnTo>
                  <a:lnTo>
                    <a:pt x="427316" y="431119"/>
                  </a:lnTo>
                  <a:lnTo>
                    <a:pt x="428319" y="444636"/>
                  </a:lnTo>
                  <a:lnTo>
                    <a:pt x="429322" y="446658"/>
                  </a:lnTo>
                  <a:lnTo>
                    <a:pt x="430827" y="437627"/>
                  </a:lnTo>
                  <a:lnTo>
                    <a:pt x="431829" y="437627"/>
                  </a:lnTo>
                  <a:lnTo>
                    <a:pt x="432832" y="425612"/>
                  </a:lnTo>
                  <a:lnTo>
                    <a:pt x="434337" y="442132"/>
                  </a:lnTo>
                  <a:lnTo>
                    <a:pt x="435340" y="436625"/>
                  </a:lnTo>
                  <a:lnTo>
                    <a:pt x="436343" y="450162"/>
                  </a:lnTo>
                  <a:lnTo>
                    <a:pt x="437847" y="419104"/>
                  </a:lnTo>
                  <a:lnTo>
                    <a:pt x="438850" y="437126"/>
                  </a:lnTo>
                  <a:lnTo>
                    <a:pt x="439853" y="438127"/>
                  </a:lnTo>
                  <a:lnTo>
                    <a:pt x="441357" y="434623"/>
                  </a:lnTo>
                  <a:lnTo>
                    <a:pt x="442360" y="447159"/>
                  </a:lnTo>
                  <a:lnTo>
                    <a:pt x="443363" y="433622"/>
                  </a:lnTo>
                  <a:lnTo>
                    <a:pt x="444366" y="436125"/>
                  </a:lnTo>
                  <a:lnTo>
                    <a:pt x="445870" y="442132"/>
                  </a:lnTo>
                  <a:lnTo>
                    <a:pt x="446873" y="431619"/>
                  </a:lnTo>
                  <a:lnTo>
                    <a:pt x="447876" y="428115"/>
                  </a:lnTo>
                  <a:lnTo>
                    <a:pt x="449380" y="427114"/>
                  </a:lnTo>
                  <a:lnTo>
                    <a:pt x="450383" y="444636"/>
                  </a:lnTo>
                  <a:lnTo>
                    <a:pt x="451386" y="446157"/>
                  </a:lnTo>
                  <a:lnTo>
                    <a:pt x="452890" y="439129"/>
                  </a:lnTo>
                  <a:lnTo>
                    <a:pt x="453893" y="437126"/>
                  </a:lnTo>
                  <a:lnTo>
                    <a:pt x="454896" y="421106"/>
                  </a:lnTo>
                  <a:lnTo>
                    <a:pt x="456401" y="441632"/>
                  </a:lnTo>
                  <a:lnTo>
                    <a:pt x="457403" y="439629"/>
                  </a:lnTo>
                  <a:lnTo>
                    <a:pt x="458406" y="435124"/>
                  </a:lnTo>
                  <a:lnTo>
                    <a:pt x="459409" y="436125"/>
                  </a:lnTo>
                  <a:lnTo>
                    <a:pt x="460914" y="453166"/>
                  </a:lnTo>
                  <a:lnTo>
                    <a:pt x="461917" y="433622"/>
                  </a:lnTo>
                  <a:lnTo>
                    <a:pt x="462919" y="444636"/>
                  </a:lnTo>
                  <a:lnTo>
                    <a:pt x="464424" y="439129"/>
                  </a:lnTo>
                  <a:lnTo>
                    <a:pt x="465427" y="443634"/>
                  </a:lnTo>
                  <a:lnTo>
                    <a:pt x="466430" y="429617"/>
                  </a:lnTo>
                  <a:lnTo>
                    <a:pt x="467934" y="428615"/>
                  </a:lnTo>
                  <a:lnTo>
                    <a:pt x="468937" y="432620"/>
                  </a:lnTo>
                  <a:lnTo>
                    <a:pt x="469940" y="434623"/>
                  </a:lnTo>
                  <a:lnTo>
                    <a:pt x="471444" y="428615"/>
                  </a:lnTo>
                  <a:lnTo>
                    <a:pt x="472447" y="430618"/>
                  </a:lnTo>
                  <a:lnTo>
                    <a:pt x="473450" y="444135"/>
                  </a:lnTo>
                  <a:lnTo>
                    <a:pt x="474453" y="428615"/>
                  </a:lnTo>
                  <a:lnTo>
                    <a:pt x="475957" y="432120"/>
                  </a:lnTo>
                  <a:lnTo>
                    <a:pt x="476960" y="442132"/>
                  </a:lnTo>
                  <a:lnTo>
                    <a:pt x="477963" y="442132"/>
                  </a:lnTo>
                  <a:lnTo>
                    <a:pt x="479467" y="436125"/>
                  </a:lnTo>
                  <a:lnTo>
                    <a:pt x="480470" y="449662"/>
                  </a:lnTo>
                  <a:lnTo>
                    <a:pt x="481473" y="429116"/>
                  </a:lnTo>
                  <a:lnTo>
                    <a:pt x="482977" y="433622"/>
                  </a:lnTo>
                  <a:lnTo>
                    <a:pt x="483980" y="437126"/>
                  </a:lnTo>
                  <a:lnTo>
                    <a:pt x="484983" y="437627"/>
                  </a:lnTo>
                  <a:lnTo>
                    <a:pt x="486488" y="423609"/>
                  </a:lnTo>
                  <a:lnTo>
                    <a:pt x="487491" y="446658"/>
                  </a:lnTo>
                  <a:lnTo>
                    <a:pt x="488493" y="430117"/>
                  </a:lnTo>
                  <a:lnTo>
                    <a:pt x="489496" y="437627"/>
                  </a:lnTo>
                  <a:lnTo>
                    <a:pt x="491001" y="431619"/>
                  </a:lnTo>
                  <a:lnTo>
                    <a:pt x="492004" y="429617"/>
                  </a:lnTo>
                  <a:lnTo>
                    <a:pt x="493007" y="423109"/>
                  </a:lnTo>
                  <a:lnTo>
                    <a:pt x="494511" y="435124"/>
                  </a:lnTo>
                  <a:lnTo>
                    <a:pt x="495514" y="446658"/>
                  </a:lnTo>
                  <a:lnTo>
                    <a:pt x="496517" y="438628"/>
                  </a:lnTo>
                  <a:lnTo>
                    <a:pt x="498021" y="433622"/>
                  </a:lnTo>
                  <a:lnTo>
                    <a:pt x="499024" y="432620"/>
                  </a:lnTo>
                  <a:lnTo>
                    <a:pt x="500027" y="426112"/>
                  </a:lnTo>
                  <a:lnTo>
                    <a:pt x="501531" y="427114"/>
                  </a:lnTo>
                  <a:lnTo>
                    <a:pt x="502534" y="442633"/>
                  </a:lnTo>
                  <a:lnTo>
                    <a:pt x="503537" y="442132"/>
                  </a:lnTo>
                  <a:lnTo>
                    <a:pt x="504540" y="428615"/>
                  </a:lnTo>
                  <a:lnTo>
                    <a:pt x="506044" y="424110"/>
                  </a:lnTo>
                  <a:lnTo>
                    <a:pt x="507047" y="449662"/>
                  </a:lnTo>
                  <a:lnTo>
                    <a:pt x="508050" y="437627"/>
                  </a:lnTo>
                  <a:lnTo>
                    <a:pt x="509554" y="419104"/>
                  </a:lnTo>
                  <a:lnTo>
                    <a:pt x="510557" y="446157"/>
                  </a:lnTo>
                  <a:lnTo>
                    <a:pt x="511560" y="432120"/>
                  </a:lnTo>
                  <a:lnTo>
                    <a:pt x="513065" y="437627"/>
                  </a:lnTo>
                  <a:lnTo>
                    <a:pt x="514067" y="439129"/>
                  </a:lnTo>
                  <a:lnTo>
                    <a:pt x="515070" y="433121"/>
                  </a:lnTo>
                  <a:lnTo>
                    <a:pt x="516575" y="431119"/>
                  </a:lnTo>
                  <a:lnTo>
                    <a:pt x="517578" y="435624"/>
                  </a:lnTo>
                  <a:lnTo>
                    <a:pt x="518581" y="440631"/>
                  </a:lnTo>
                  <a:lnTo>
                    <a:pt x="519583" y="436125"/>
                  </a:lnTo>
                  <a:lnTo>
                    <a:pt x="521088" y="433121"/>
                  </a:lnTo>
                  <a:lnTo>
                    <a:pt x="522091" y="436625"/>
                  </a:lnTo>
                  <a:lnTo>
                    <a:pt x="523094" y="446658"/>
                  </a:lnTo>
                  <a:lnTo>
                    <a:pt x="524598" y="436125"/>
                  </a:lnTo>
                  <a:lnTo>
                    <a:pt x="525601" y="435624"/>
                  </a:lnTo>
                  <a:lnTo>
                    <a:pt x="526604" y="425612"/>
                  </a:lnTo>
                  <a:lnTo>
                    <a:pt x="528108" y="429617"/>
                  </a:lnTo>
                  <a:lnTo>
                    <a:pt x="529111" y="431619"/>
                  </a:lnTo>
                  <a:lnTo>
                    <a:pt x="530114" y="432120"/>
                  </a:lnTo>
                  <a:lnTo>
                    <a:pt x="531618" y="442132"/>
                  </a:lnTo>
                  <a:lnTo>
                    <a:pt x="532641" y="450162"/>
                  </a:lnTo>
                  <a:lnTo>
                    <a:pt x="533644" y="433622"/>
                  </a:lnTo>
                  <a:lnTo>
                    <a:pt x="534647" y="437627"/>
                  </a:lnTo>
                  <a:lnTo>
                    <a:pt x="536151" y="439629"/>
                  </a:lnTo>
                  <a:lnTo>
                    <a:pt x="537154" y="432120"/>
                  </a:lnTo>
                  <a:lnTo>
                    <a:pt x="538157" y="439129"/>
                  </a:lnTo>
                  <a:lnTo>
                    <a:pt x="539662" y="459674"/>
                  </a:lnTo>
                  <a:lnTo>
                    <a:pt x="540664" y="440130"/>
                  </a:lnTo>
                  <a:lnTo>
                    <a:pt x="541667" y="445156"/>
                  </a:lnTo>
                  <a:lnTo>
                    <a:pt x="543172" y="432620"/>
                  </a:lnTo>
                  <a:lnTo>
                    <a:pt x="544175" y="437126"/>
                  </a:lnTo>
                  <a:lnTo>
                    <a:pt x="545178" y="452666"/>
                  </a:lnTo>
                  <a:lnTo>
                    <a:pt x="546682" y="421607"/>
                  </a:lnTo>
                  <a:lnTo>
                    <a:pt x="547685" y="436625"/>
                  </a:lnTo>
                  <a:lnTo>
                    <a:pt x="548688" y="444135"/>
                  </a:lnTo>
                  <a:lnTo>
                    <a:pt x="550192" y="444135"/>
                  </a:lnTo>
                  <a:lnTo>
                    <a:pt x="551195" y="439129"/>
                  </a:lnTo>
                  <a:lnTo>
                    <a:pt x="552198" y="437627"/>
                  </a:lnTo>
                  <a:lnTo>
                    <a:pt x="553201" y="438628"/>
                  </a:lnTo>
                  <a:lnTo>
                    <a:pt x="554705" y="440130"/>
                  </a:lnTo>
                  <a:lnTo>
                    <a:pt x="555708" y="439129"/>
                  </a:lnTo>
                  <a:lnTo>
                    <a:pt x="556711" y="443134"/>
                  </a:lnTo>
                  <a:lnTo>
                    <a:pt x="558215" y="435624"/>
                  </a:lnTo>
                  <a:lnTo>
                    <a:pt x="559218" y="430618"/>
                  </a:lnTo>
                  <a:lnTo>
                    <a:pt x="560221" y="436125"/>
                  </a:lnTo>
                  <a:lnTo>
                    <a:pt x="561725" y="448160"/>
                  </a:lnTo>
                  <a:lnTo>
                    <a:pt x="562728" y="433121"/>
                  </a:lnTo>
                  <a:lnTo>
                    <a:pt x="563731" y="446157"/>
                  </a:lnTo>
                  <a:lnTo>
                    <a:pt x="565236" y="443634"/>
                  </a:lnTo>
                  <a:lnTo>
                    <a:pt x="566238" y="443134"/>
                  </a:lnTo>
                  <a:lnTo>
                    <a:pt x="567241" y="442132"/>
                  </a:lnTo>
                  <a:lnTo>
                    <a:pt x="568244" y="454167"/>
                  </a:lnTo>
                  <a:lnTo>
                    <a:pt x="569749" y="443634"/>
                  </a:lnTo>
                  <a:lnTo>
                    <a:pt x="570752" y="440631"/>
                  </a:lnTo>
                  <a:lnTo>
                    <a:pt x="571754" y="448160"/>
                  </a:lnTo>
                  <a:lnTo>
                    <a:pt x="573259" y="448661"/>
                  </a:lnTo>
                  <a:lnTo>
                    <a:pt x="574262" y="447159"/>
                  </a:lnTo>
                  <a:lnTo>
                    <a:pt x="575265" y="431119"/>
                  </a:lnTo>
                  <a:lnTo>
                    <a:pt x="576769" y="436125"/>
                  </a:lnTo>
                  <a:lnTo>
                    <a:pt x="577772" y="444636"/>
                  </a:lnTo>
                  <a:lnTo>
                    <a:pt x="578775" y="450663"/>
                  </a:lnTo>
                  <a:lnTo>
                    <a:pt x="580279" y="436625"/>
                  </a:lnTo>
                  <a:lnTo>
                    <a:pt x="581282" y="445156"/>
                  </a:lnTo>
                  <a:lnTo>
                    <a:pt x="582285" y="459674"/>
                  </a:lnTo>
                  <a:lnTo>
                    <a:pt x="583288" y="441131"/>
                  </a:lnTo>
                  <a:lnTo>
                    <a:pt x="584792" y="436125"/>
                  </a:lnTo>
                  <a:lnTo>
                    <a:pt x="585795" y="444636"/>
                  </a:lnTo>
                  <a:lnTo>
                    <a:pt x="586798" y="455669"/>
                  </a:lnTo>
                  <a:lnTo>
                    <a:pt x="588302" y="431619"/>
                  </a:lnTo>
                  <a:lnTo>
                    <a:pt x="589305" y="445156"/>
                  </a:lnTo>
                  <a:lnTo>
                    <a:pt x="590308" y="435124"/>
                  </a:lnTo>
                  <a:lnTo>
                    <a:pt x="591813" y="433622"/>
                  </a:lnTo>
                  <a:lnTo>
                    <a:pt x="592815" y="444636"/>
                  </a:lnTo>
                  <a:lnTo>
                    <a:pt x="593818" y="451164"/>
                  </a:lnTo>
                  <a:lnTo>
                    <a:pt x="595323" y="436625"/>
                  </a:lnTo>
                  <a:lnTo>
                    <a:pt x="596326" y="435624"/>
                  </a:lnTo>
                  <a:lnTo>
                    <a:pt x="597328" y="452666"/>
                  </a:lnTo>
                  <a:lnTo>
                    <a:pt x="598331" y="445657"/>
                  </a:lnTo>
                  <a:lnTo>
                    <a:pt x="599836" y="443134"/>
                  </a:lnTo>
                  <a:lnTo>
                    <a:pt x="600839" y="447659"/>
                  </a:lnTo>
                  <a:lnTo>
                    <a:pt x="601842" y="444135"/>
                  </a:lnTo>
                  <a:lnTo>
                    <a:pt x="603346" y="442633"/>
                  </a:lnTo>
                  <a:lnTo>
                    <a:pt x="604349" y="452165"/>
                  </a:lnTo>
                  <a:lnTo>
                    <a:pt x="605352" y="455669"/>
                  </a:lnTo>
                  <a:lnTo>
                    <a:pt x="606856" y="454668"/>
                  </a:lnTo>
                  <a:lnTo>
                    <a:pt x="607859" y="439629"/>
                  </a:lnTo>
                  <a:lnTo>
                    <a:pt x="608862" y="446157"/>
                  </a:lnTo>
                  <a:lnTo>
                    <a:pt x="610366" y="445156"/>
                  </a:lnTo>
                  <a:lnTo>
                    <a:pt x="611369" y="450663"/>
                  </a:lnTo>
                  <a:lnTo>
                    <a:pt x="612372" y="440130"/>
                  </a:lnTo>
                  <a:lnTo>
                    <a:pt x="613375" y="449161"/>
                  </a:lnTo>
                  <a:lnTo>
                    <a:pt x="614879" y="449161"/>
                  </a:lnTo>
                  <a:lnTo>
                    <a:pt x="615882" y="439129"/>
                  </a:lnTo>
                  <a:lnTo>
                    <a:pt x="616885" y="444636"/>
                  </a:lnTo>
                  <a:lnTo>
                    <a:pt x="618389" y="462678"/>
                  </a:lnTo>
                  <a:lnTo>
                    <a:pt x="619392" y="446658"/>
                  </a:lnTo>
                  <a:lnTo>
                    <a:pt x="620395" y="454167"/>
                  </a:lnTo>
                  <a:lnTo>
                    <a:pt x="621900" y="442633"/>
                  </a:lnTo>
                  <a:lnTo>
                    <a:pt x="622903" y="449161"/>
                  </a:lnTo>
                  <a:lnTo>
                    <a:pt x="623905" y="454668"/>
                  </a:lnTo>
                  <a:lnTo>
                    <a:pt x="625410" y="454167"/>
                  </a:lnTo>
                  <a:lnTo>
                    <a:pt x="626413" y="452666"/>
                  </a:lnTo>
                  <a:lnTo>
                    <a:pt x="627416" y="448160"/>
                  </a:lnTo>
                  <a:lnTo>
                    <a:pt x="628418" y="445657"/>
                  </a:lnTo>
                  <a:lnTo>
                    <a:pt x="629923" y="453667"/>
                  </a:lnTo>
                  <a:lnTo>
                    <a:pt x="630926" y="446658"/>
                  </a:lnTo>
                  <a:lnTo>
                    <a:pt x="631929" y="443634"/>
                  </a:lnTo>
                  <a:lnTo>
                    <a:pt x="633433" y="436125"/>
                  </a:lnTo>
                  <a:lnTo>
                    <a:pt x="634436" y="464180"/>
                  </a:lnTo>
                  <a:lnTo>
                    <a:pt x="635439" y="445156"/>
                  </a:lnTo>
                  <a:lnTo>
                    <a:pt x="636943" y="448661"/>
                  </a:lnTo>
                  <a:lnTo>
                    <a:pt x="637946" y="441131"/>
                  </a:lnTo>
                  <a:lnTo>
                    <a:pt x="638962" y="438628"/>
                  </a:lnTo>
                  <a:lnTo>
                    <a:pt x="640467" y="454668"/>
                  </a:lnTo>
                  <a:lnTo>
                    <a:pt x="641470" y="445657"/>
                  </a:lnTo>
                  <a:lnTo>
                    <a:pt x="642472" y="447159"/>
                  </a:lnTo>
                  <a:lnTo>
                    <a:pt x="643475" y="458673"/>
                  </a:lnTo>
                  <a:lnTo>
                    <a:pt x="644980" y="452666"/>
                  </a:lnTo>
                  <a:lnTo>
                    <a:pt x="645983" y="454167"/>
                  </a:lnTo>
                  <a:lnTo>
                    <a:pt x="646986" y="458673"/>
                  </a:lnTo>
                  <a:lnTo>
                    <a:pt x="648490" y="441131"/>
                  </a:lnTo>
                  <a:lnTo>
                    <a:pt x="649493" y="458172"/>
                  </a:lnTo>
                  <a:lnTo>
                    <a:pt x="650496" y="452165"/>
                  </a:lnTo>
                  <a:lnTo>
                    <a:pt x="652000" y="450663"/>
                  </a:lnTo>
                  <a:lnTo>
                    <a:pt x="653003" y="474693"/>
                  </a:lnTo>
                  <a:lnTo>
                    <a:pt x="654006" y="467184"/>
                  </a:lnTo>
                  <a:lnTo>
                    <a:pt x="655510" y="445156"/>
                  </a:lnTo>
                  <a:lnTo>
                    <a:pt x="656513" y="469687"/>
                  </a:lnTo>
                  <a:lnTo>
                    <a:pt x="657516" y="449662"/>
                  </a:lnTo>
                  <a:lnTo>
                    <a:pt x="658519" y="457672"/>
                  </a:lnTo>
                  <a:lnTo>
                    <a:pt x="660023" y="442132"/>
                  </a:lnTo>
                  <a:lnTo>
                    <a:pt x="661026" y="458673"/>
                  </a:lnTo>
                  <a:lnTo>
                    <a:pt x="662029" y="445156"/>
                  </a:lnTo>
                  <a:lnTo>
                    <a:pt x="663533" y="461677"/>
                  </a:lnTo>
                  <a:lnTo>
                    <a:pt x="664536" y="465181"/>
                  </a:lnTo>
                  <a:lnTo>
                    <a:pt x="665539" y="453667"/>
                  </a:lnTo>
                  <a:lnTo>
                    <a:pt x="667044" y="452165"/>
                  </a:lnTo>
                  <a:lnTo>
                    <a:pt x="668047" y="457171"/>
                  </a:lnTo>
                  <a:lnTo>
                    <a:pt x="669049" y="447659"/>
                  </a:lnTo>
                  <a:lnTo>
                    <a:pt x="670554" y="454668"/>
                  </a:lnTo>
                  <a:lnTo>
                    <a:pt x="671557" y="460175"/>
                  </a:lnTo>
                  <a:lnTo>
                    <a:pt x="672560" y="454668"/>
                  </a:lnTo>
                  <a:lnTo>
                    <a:pt x="674064" y="463179"/>
                  </a:lnTo>
                  <a:lnTo>
                    <a:pt x="675067" y="468686"/>
                  </a:lnTo>
                  <a:lnTo>
                    <a:pt x="676070" y="458673"/>
                  </a:lnTo>
                  <a:lnTo>
                    <a:pt x="677073" y="453667"/>
                  </a:lnTo>
                  <a:lnTo>
                    <a:pt x="678577" y="452165"/>
                  </a:lnTo>
                  <a:lnTo>
                    <a:pt x="679580" y="456671"/>
                  </a:lnTo>
                  <a:lnTo>
                    <a:pt x="680583" y="465181"/>
                  </a:lnTo>
                  <a:lnTo>
                    <a:pt x="682087" y="475694"/>
                  </a:lnTo>
                  <a:lnTo>
                    <a:pt x="683090" y="451164"/>
                  </a:lnTo>
                  <a:lnTo>
                    <a:pt x="684093" y="459174"/>
                  </a:lnTo>
                  <a:lnTo>
                    <a:pt x="685597" y="455669"/>
                  </a:lnTo>
                  <a:lnTo>
                    <a:pt x="686600" y="458673"/>
                  </a:lnTo>
                  <a:lnTo>
                    <a:pt x="687603" y="451164"/>
                  </a:lnTo>
                  <a:lnTo>
                    <a:pt x="689107" y="450663"/>
                  </a:lnTo>
                  <a:lnTo>
                    <a:pt x="690110" y="466683"/>
                  </a:lnTo>
                  <a:lnTo>
                    <a:pt x="691113" y="465682"/>
                  </a:lnTo>
                  <a:lnTo>
                    <a:pt x="692116" y="463179"/>
                  </a:lnTo>
                  <a:lnTo>
                    <a:pt x="693621" y="443134"/>
                  </a:lnTo>
                  <a:lnTo>
                    <a:pt x="694623" y="456170"/>
                  </a:lnTo>
                  <a:lnTo>
                    <a:pt x="695626" y="475694"/>
                  </a:lnTo>
                  <a:lnTo>
                    <a:pt x="697131" y="458673"/>
                  </a:lnTo>
                  <a:lnTo>
                    <a:pt x="698134" y="458673"/>
                  </a:lnTo>
                  <a:lnTo>
                    <a:pt x="699136" y="456671"/>
                  </a:lnTo>
                  <a:lnTo>
                    <a:pt x="700641" y="471189"/>
                  </a:lnTo>
                  <a:lnTo>
                    <a:pt x="701644" y="455169"/>
                  </a:lnTo>
                  <a:lnTo>
                    <a:pt x="702647" y="466182"/>
                  </a:lnTo>
                  <a:lnTo>
                    <a:pt x="704151" y="461677"/>
                  </a:lnTo>
                  <a:lnTo>
                    <a:pt x="705154" y="456170"/>
                  </a:lnTo>
                  <a:lnTo>
                    <a:pt x="706157" y="457171"/>
                  </a:lnTo>
                  <a:lnTo>
                    <a:pt x="707160" y="458673"/>
                  </a:lnTo>
                  <a:lnTo>
                    <a:pt x="708664" y="470688"/>
                  </a:lnTo>
                  <a:lnTo>
                    <a:pt x="709667" y="468185"/>
                  </a:lnTo>
                  <a:lnTo>
                    <a:pt x="710670" y="459674"/>
                  </a:lnTo>
                  <a:lnTo>
                    <a:pt x="712174" y="456170"/>
                  </a:lnTo>
                  <a:lnTo>
                    <a:pt x="713177" y="449161"/>
                  </a:lnTo>
                  <a:lnTo>
                    <a:pt x="714180" y="456671"/>
                  </a:lnTo>
                  <a:lnTo>
                    <a:pt x="715684" y="458172"/>
                  </a:lnTo>
                  <a:lnTo>
                    <a:pt x="716687" y="453667"/>
                  </a:lnTo>
                  <a:lnTo>
                    <a:pt x="717690" y="459174"/>
                  </a:lnTo>
                  <a:lnTo>
                    <a:pt x="719195" y="443134"/>
                  </a:lnTo>
                  <a:lnTo>
                    <a:pt x="720197" y="452165"/>
                  </a:lnTo>
                  <a:lnTo>
                    <a:pt x="721200" y="447159"/>
                  </a:lnTo>
                  <a:lnTo>
                    <a:pt x="722203" y="422107"/>
                  </a:lnTo>
                  <a:lnTo>
                    <a:pt x="723708" y="410092"/>
                  </a:lnTo>
                  <a:lnTo>
                    <a:pt x="724711" y="401582"/>
                  </a:lnTo>
                  <a:lnTo>
                    <a:pt x="725713" y="379554"/>
                  </a:lnTo>
                  <a:lnTo>
                    <a:pt x="727218" y="374047"/>
                  </a:lnTo>
                  <a:lnTo>
                    <a:pt x="728221" y="361518"/>
                  </a:lnTo>
                  <a:lnTo>
                    <a:pt x="729224" y="352507"/>
                  </a:lnTo>
                  <a:lnTo>
                    <a:pt x="730728" y="336988"/>
                  </a:lnTo>
                  <a:lnTo>
                    <a:pt x="731731" y="329478"/>
                  </a:lnTo>
                  <a:lnTo>
                    <a:pt x="732734" y="324973"/>
                  </a:lnTo>
                  <a:lnTo>
                    <a:pt x="734238" y="321468"/>
                  </a:lnTo>
                  <a:lnTo>
                    <a:pt x="735241" y="317463"/>
                  </a:lnTo>
                  <a:lnTo>
                    <a:pt x="736244" y="317463"/>
                  </a:lnTo>
                  <a:lnTo>
                    <a:pt x="737247" y="304948"/>
                  </a:lnTo>
                  <a:lnTo>
                    <a:pt x="738751" y="302945"/>
                  </a:lnTo>
                  <a:lnTo>
                    <a:pt x="739754" y="305949"/>
                  </a:lnTo>
                  <a:lnTo>
                    <a:pt x="740757" y="305448"/>
                  </a:lnTo>
                  <a:lnTo>
                    <a:pt x="742261" y="302945"/>
                  </a:lnTo>
                  <a:lnTo>
                    <a:pt x="743264" y="304948"/>
                  </a:lnTo>
                  <a:lnTo>
                    <a:pt x="744267" y="319466"/>
                  </a:lnTo>
                  <a:lnTo>
                    <a:pt x="745792" y="324472"/>
                  </a:lnTo>
                  <a:lnTo>
                    <a:pt x="746794" y="334985"/>
                  </a:lnTo>
                  <a:lnTo>
                    <a:pt x="747797" y="342494"/>
                  </a:lnTo>
                  <a:lnTo>
                    <a:pt x="749302" y="341493"/>
                  </a:lnTo>
                  <a:lnTo>
                    <a:pt x="750305" y="347501"/>
                  </a:lnTo>
                  <a:lnTo>
                    <a:pt x="751307" y="373046"/>
                  </a:lnTo>
                  <a:lnTo>
                    <a:pt x="752310" y="378553"/>
                  </a:lnTo>
                  <a:lnTo>
                    <a:pt x="753815" y="398077"/>
                  </a:lnTo>
                  <a:lnTo>
                    <a:pt x="754818" y="416100"/>
                  </a:lnTo>
                  <a:lnTo>
                    <a:pt x="755821" y="416600"/>
                  </a:lnTo>
                  <a:lnTo>
                    <a:pt x="757325" y="435124"/>
                  </a:lnTo>
                  <a:lnTo>
                    <a:pt x="758328" y="439629"/>
                  </a:lnTo>
                  <a:lnTo>
                    <a:pt x="759331" y="460175"/>
                  </a:lnTo>
                  <a:lnTo>
                    <a:pt x="760835" y="459174"/>
                  </a:lnTo>
                  <a:lnTo>
                    <a:pt x="761838" y="461176"/>
                  </a:lnTo>
                  <a:lnTo>
                    <a:pt x="762841" y="467684"/>
                  </a:lnTo>
                  <a:lnTo>
                    <a:pt x="764345" y="460175"/>
                  </a:lnTo>
                  <a:lnTo>
                    <a:pt x="765348" y="458673"/>
                  </a:lnTo>
                  <a:lnTo>
                    <a:pt x="766351" y="461176"/>
                  </a:lnTo>
                  <a:lnTo>
                    <a:pt x="767354" y="463679"/>
                  </a:lnTo>
                  <a:lnTo>
                    <a:pt x="768858" y="485206"/>
                  </a:lnTo>
                  <a:lnTo>
                    <a:pt x="769861" y="491214"/>
                  </a:lnTo>
                  <a:lnTo>
                    <a:pt x="770864" y="476696"/>
                  </a:lnTo>
                  <a:lnTo>
                    <a:pt x="772368" y="471189"/>
                  </a:lnTo>
                  <a:lnTo>
                    <a:pt x="773371" y="474192"/>
                  </a:lnTo>
                  <a:lnTo>
                    <a:pt x="774374" y="478698"/>
                  </a:lnTo>
                  <a:lnTo>
                    <a:pt x="775879" y="465682"/>
                  </a:lnTo>
                  <a:lnTo>
                    <a:pt x="776882" y="476696"/>
                  </a:lnTo>
                  <a:lnTo>
                    <a:pt x="777884" y="473692"/>
                  </a:lnTo>
                  <a:lnTo>
                    <a:pt x="779389" y="486208"/>
                  </a:lnTo>
                  <a:lnTo>
                    <a:pt x="780392" y="475694"/>
                  </a:lnTo>
                  <a:lnTo>
                    <a:pt x="781395" y="477196"/>
                  </a:lnTo>
                  <a:lnTo>
                    <a:pt x="782397" y="476696"/>
                  </a:lnTo>
                  <a:lnTo>
                    <a:pt x="783902" y="479699"/>
                  </a:lnTo>
                  <a:lnTo>
                    <a:pt x="784905" y="480701"/>
                  </a:lnTo>
                  <a:lnTo>
                    <a:pt x="785908" y="482202"/>
                  </a:lnTo>
                  <a:lnTo>
                    <a:pt x="787412" y="482703"/>
                  </a:lnTo>
                  <a:lnTo>
                    <a:pt x="788415" y="488711"/>
                  </a:lnTo>
                  <a:lnTo>
                    <a:pt x="789418" y="470187"/>
                  </a:lnTo>
                  <a:lnTo>
                    <a:pt x="790922" y="476696"/>
                  </a:lnTo>
                  <a:lnTo>
                    <a:pt x="791925" y="486208"/>
                  </a:lnTo>
                  <a:lnTo>
                    <a:pt x="792921" y="487209"/>
                  </a:lnTo>
                  <a:lnTo>
                    <a:pt x="794426" y="486208"/>
                  </a:lnTo>
                  <a:lnTo>
                    <a:pt x="795429" y="487209"/>
                  </a:lnTo>
                  <a:lnTo>
                    <a:pt x="796431" y="476696"/>
                  </a:lnTo>
                  <a:lnTo>
                    <a:pt x="797936" y="481201"/>
                  </a:lnTo>
                  <a:lnTo>
                    <a:pt x="798939" y="508736"/>
                  </a:lnTo>
                  <a:lnTo>
                    <a:pt x="799942" y="485707"/>
                  </a:lnTo>
                  <a:lnTo>
                    <a:pt x="800945" y="481201"/>
                  </a:lnTo>
                  <a:lnTo>
                    <a:pt x="802449" y="487209"/>
                  </a:lnTo>
                  <a:lnTo>
                    <a:pt x="803452" y="499224"/>
                  </a:lnTo>
                  <a:lnTo>
                    <a:pt x="804455" y="481702"/>
                  </a:lnTo>
                  <a:lnTo>
                    <a:pt x="805959" y="497221"/>
                  </a:lnTo>
                  <a:lnTo>
                    <a:pt x="806962" y="477697"/>
                  </a:lnTo>
                  <a:lnTo>
                    <a:pt x="807965" y="487209"/>
                  </a:lnTo>
                  <a:lnTo>
                    <a:pt x="809469" y="486208"/>
                  </a:lnTo>
                </a:path>
                <a:path w="2200275" h="611505">
                  <a:moveTo>
                    <a:pt x="809469" y="486208"/>
                  </a:moveTo>
                  <a:lnTo>
                    <a:pt x="810472" y="490213"/>
                  </a:lnTo>
                  <a:lnTo>
                    <a:pt x="811475" y="491214"/>
                  </a:lnTo>
                  <a:lnTo>
                    <a:pt x="812979" y="498223"/>
                  </a:lnTo>
                  <a:lnTo>
                    <a:pt x="813982" y="495219"/>
                  </a:lnTo>
                  <a:lnTo>
                    <a:pt x="814985" y="489712"/>
                  </a:lnTo>
                  <a:lnTo>
                    <a:pt x="815988" y="484706"/>
                  </a:lnTo>
                  <a:lnTo>
                    <a:pt x="817492" y="487209"/>
                  </a:lnTo>
                  <a:lnTo>
                    <a:pt x="818495" y="500726"/>
                  </a:lnTo>
                  <a:lnTo>
                    <a:pt x="819498" y="493717"/>
                  </a:lnTo>
                  <a:lnTo>
                    <a:pt x="821003" y="488711"/>
                  </a:lnTo>
                  <a:lnTo>
                    <a:pt x="822005" y="499224"/>
                  </a:lnTo>
                  <a:lnTo>
                    <a:pt x="823008" y="486208"/>
                  </a:lnTo>
                  <a:lnTo>
                    <a:pt x="824513" y="490713"/>
                  </a:lnTo>
                  <a:lnTo>
                    <a:pt x="825516" y="495219"/>
                  </a:lnTo>
                  <a:lnTo>
                    <a:pt x="826519" y="493717"/>
                  </a:lnTo>
                  <a:lnTo>
                    <a:pt x="828023" y="496220"/>
                  </a:lnTo>
                  <a:lnTo>
                    <a:pt x="829026" y="497722"/>
                  </a:lnTo>
                  <a:lnTo>
                    <a:pt x="830029" y="483704"/>
                  </a:lnTo>
                  <a:lnTo>
                    <a:pt x="831032" y="484205"/>
                  </a:lnTo>
                  <a:lnTo>
                    <a:pt x="832536" y="489712"/>
                  </a:lnTo>
                  <a:lnTo>
                    <a:pt x="833539" y="488711"/>
                  </a:lnTo>
                  <a:lnTo>
                    <a:pt x="834542" y="498723"/>
                  </a:lnTo>
                  <a:lnTo>
                    <a:pt x="836046" y="492716"/>
                  </a:lnTo>
                  <a:lnTo>
                    <a:pt x="837049" y="485707"/>
                  </a:lnTo>
                  <a:lnTo>
                    <a:pt x="838052" y="495219"/>
                  </a:lnTo>
                  <a:lnTo>
                    <a:pt x="839556" y="491714"/>
                  </a:lnTo>
                  <a:lnTo>
                    <a:pt x="840559" y="493717"/>
                  </a:lnTo>
                  <a:lnTo>
                    <a:pt x="841562" y="492215"/>
                  </a:lnTo>
                  <a:lnTo>
                    <a:pt x="843066" y="503229"/>
                  </a:lnTo>
                  <a:lnTo>
                    <a:pt x="844069" y="495219"/>
                  </a:lnTo>
                  <a:lnTo>
                    <a:pt x="845072" y="506233"/>
                  </a:lnTo>
                  <a:lnTo>
                    <a:pt x="846075" y="499724"/>
                  </a:lnTo>
                  <a:lnTo>
                    <a:pt x="847580" y="492215"/>
                  </a:lnTo>
                  <a:lnTo>
                    <a:pt x="848582" y="516746"/>
                  </a:lnTo>
                  <a:lnTo>
                    <a:pt x="849585" y="495719"/>
                  </a:lnTo>
                  <a:lnTo>
                    <a:pt x="851110" y="497221"/>
                  </a:lnTo>
                  <a:lnTo>
                    <a:pt x="852113" y="490213"/>
                  </a:lnTo>
                  <a:lnTo>
                    <a:pt x="853116" y="495219"/>
                  </a:lnTo>
                  <a:lnTo>
                    <a:pt x="854620" y="492716"/>
                  </a:lnTo>
                  <a:lnTo>
                    <a:pt x="855623" y="483704"/>
                  </a:lnTo>
                  <a:lnTo>
                    <a:pt x="856626" y="500225"/>
                  </a:lnTo>
                  <a:lnTo>
                    <a:pt x="858130" y="488711"/>
                  </a:lnTo>
                  <a:lnTo>
                    <a:pt x="859133" y="517747"/>
                  </a:lnTo>
                  <a:lnTo>
                    <a:pt x="860136" y="502728"/>
                  </a:lnTo>
                  <a:lnTo>
                    <a:pt x="861139" y="486208"/>
                  </a:lnTo>
                  <a:lnTo>
                    <a:pt x="862643" y="507734"/>
                  </a:lnTo>
                  <a:lnTo>
                    <a:pt x="863646" y="509236"/>
                  </a:lnTo>
                  <a:lnTo>
                    <a:pt x="864649" y="504230"/>
                  </a:lnTo>
                  <a:lnTo>
                    <a:pt x="866153" y="514743"/>
                  </a:lnTo>
                  <a:lnTo>
                    <a:pt x="867156" y="501226"/>
                  </a:lnTo>
                  <a:lnTo>
                    <a:pt x="868159" y="492716"/>
                  </a:lnTo>
                  <a:lnTo>
                    <a:pt x="869663" y="493717"/>
                  </a:lnTo>
                  <a:lnTo>
                    <a:pt x="870666" y="496721"/>
                  </a:lnTo>
                  <a:lnTo>
                    <a:pt x="871669" y="502228"/>
                  </a:lnTo>
                  <a:lnTo>
                    <a:pt x="873174" y="492716"/>
                  </a:lnTo>
                  <a:lnTo>
                    <a:pt x="874176" y="492215"/>
                  </a:lnTo>
                  <a:lnTo>
                    <a:pt x="875179" y="511239"/>
                  </a:lnTo>
                  <a:lnTo>
                    <a:pt x="876182" y="499724"/>
                  </a:lnTo>
                  <a:lnTo>
                    <a:pt x="877687" y="494218"/>
                  </a:lnTo>
                  <a:lnTo>
                    <a:pt x="878690" y="493717"/>
                  </a:lnTo>
                  <a:lnTo>
                    <a:pt x="879692" y="494718"/>
                  </a:lnTo>
                  <a:lnTo>
                    <a:pt x="881197" y="507234"/>
                  </a:lnTo>
                  <a:lnTo>
                    <a:pt x="882200" y="519249"/>
                  </a:lnTo>
                  <a:lnTo>
                    <a:pt x="883203" y="501727"/>
                  </a:lnTo>
                  <a:lnTo>
                    <a:pt x="884707" y="505231"/>
                  </a:lnTo>
                  <a:lnTo>
                    <a:pt x="885710" y="504230"/>
                  </a:lnTo>
                  <a:lnTo>
                    <a:pt x="886713" y="507234"/>
                  </a:lnTo>
                  <a:lnTo>
                    <a:pt x="888217" y="502228"/>
                  </a:lnTo>
                  <a:lnTo>
                    <a:pt x="889220" y="491714"/>
                  </a:lnTo>
                  <a:lnTo>
                    <a:pt x="890223" y="486708"/>
                  </a:lnTo>
                  <a:lnTo>
                    <a:pt x="891226" y="515244"/>
                  </a:lnTo>
                  <a:lnTo>
                    <a:pt x="892730" y="524756"/>
                  </a:lnTo>
                  <a:lnTo>
                    <a:pt x="893733" y="507234"/>
                  </a:lnTo>
                  <a:lnTo>
                    <a:pt x="894736" y="497722"/>
                  </a:lnTo>
                  <a:lnTo>
                    <a:pt x="896240" y="497722"/>
                  </a:lnTo>
                  <a:lnTo>
                    <a:pt x="897243" y="497221"/>
                  </a:lnTo>
                  <a:lnTo>
                    <a:pt x="898246" y="504731"/>
                  </a:lnTo>
                  <a:lnTo>
                    <a:pt x="899751" y="503729"/>
                  </a:lnTo>
                  <a:lnTo>
                    <a:pt x="900753" y="501727"/>
                  </a:lnTo>
                  <a:lnTo>
                    <a:pt x="901756" y="508736"/>
                  </a:lnTo>
                  <a:lnTo>
                    <a:pt x="903261" y="503229"/>
                  </a:lnTo>
                  <a:lnTo>
                    <a:pt x="904264" y="521251"/>
                  </a:lnTo>
                  <a:lnTo>
                    <a:pt x="905266" y="525770"/>
                  </a:lnTo>
                  <a:lnTo>
                    <a:pt x="906269" y="508736"/>
                  </a:lnTo>
                  <a:lnTo>
                    <a:pt x="907774" y="529775"/>
                  </a:lnTo>
                  <a:lnTo>
                    <a:pt x="908777" y="496220"/>
                  </a:lnTo>
                  <a:lnTo>
                    <a:pt x="909780" y="508736"/>
                  </a:lnTo>
                  <a:lnTo>
                    <a:pt x="911284" y="502728"/>
                  </a:lnTo>
                  <a:lnTo>
                    <a:pt x="912287" y="524756"/>
                  </a:lnTo>
                  <a:lnTo>
                    <a:pt x="913290" y="504230"/>
                  </a:lnTo>
                  <a:lnTo>
                    <a:pt x="914794" y="497722"/>
                  </a:lnTo>
                  <a:lnTo>
                    <a:pt x="915797" y="499224"/>
                  </a:lnTo>
                  <a:lnTo>
                    <a:pt x="916800" y="508235"/>
                  </a:lnTo>
                  <a:lnTo>
                    <a:pt x="918304" y="504230"/>
                  </a:lnTo>
                  <a:lnTo>
                    <a:pt x="919307" y="512741"/>
                  </a:lnTo>
                  <a:lnTo>
                    <a:pt x="920310" y="496220"/>
                  </a:lnTo>
                  <a:lnTo>
                    <a:pt x="921814" y="498223"/>
                  </a:lnTo>
                  <a:lnTo>
                    <a:pt x="922817" y="507734"/>
                  </a:lnTo>
                  <a:lnTo>
                    <a:pt x="923820" y="507234"/>
                  </a:lnTo>
                  <a:lnTo>
                    <a:pt x="924823" y="515744"/>
                  </a:lnTo>
                  <a:lnTo>
                    <a:pt x="926327" y="530276"/>
                  </a:lnTo>
                  <a:lnTo>
                    <a:pt x="927330" y="508736"/>
                  </a:lnTo>
                  <a:lnTo>
                    <a:pt x="928333" y="517246"/>
                  </a:lnTo>
                  <a:lnTo>
                    <a:pt x="929838" y="502228"/>
                  </a:lnTo>
                  <a:lnTo>
                    <a:pt x="930841" y="506733"/>
                  </a:lnTo>
                  <a:lnTo>
                    <a:pt x="931843" y="518248"/>
                  </a:lnTo>
                  <a:lnTo>
                    <a:pt x="933348" y="508235"/>
                  </a:lnTo>
                  <a:lnTo>
                    <a:pt x="934351" y="502228"/>
                  </a:lnTo>
                  <a:lnTo>
                    <a:pt x="935354" y="512741"/>
                  </a:lnTo>
                  <a:lnTo>
                    <a:pt x="936858" y="500726"/>
                  </a:lnTo>
                  <a:lnTo>
                    <a:pt x="937861" y="521251"/>
                  </a:lnTo>
                  <a:lnTo>
                    <a:pt x="938864" y="516746"/>
                  </a:lnTo>
                  <a:lnTo>
                    <a:pt x="939867" y="507234"/>
                  </a:lnTo>
                  <a:lnTo>
                    <a:pt x="941371" y="487709"/>
                  </a:lnTo>
                  <a:lnTo>
                    <a:pt x="942374" y="495219"/>
                  </a:lnTo>
                  <a:lnTo>
                    <a:pt x="943377" y="495719"/>
                  </a:lnTo>
                  <a:lnTo>
                    <a:pt x="944881" y="528273"/>
                  </a:lnTo>
                  <a:lnTo>
                    <a:pt x="945884" y="512741"/>
                  </a:lnTo>
                  <a:lnTo>
                    <a:pt x="946887" y="524255"/>
                  </a:lnTo>
                  <a:lnTo>
                    <a:pt x="948391" y="513241"/>
                  </a:lnTo>
                  <a:lnTo>
                    <a:pt x="949394" y="525270"/>
                  </a:lnTo>
                  <a:lnTo>
                    <a:pt x="950397" y="502228"/>
                  </a:lnTo>
                  <a:lnTo>
                    <a:pt x="951901" y="512240"/>
                  </a:lnTo>
                  <a:lnTo>
                    <a:pt x="952904" y="514243"/>
                  </a:lnTo>
                  <a:lnTo>
                    <a:pt x="953907" y="513742"/>
                  </a:lnTo>
                  <a:lnTo>
                    <a:pt x="954910" y="520751"/>
                  </a:lnTo>
                  <a:lnTo>
                    <a:pt x="956428" y="511739"/>
                  </a:lnTo>
                  <a:lnTo>
                    <a:pt x="957431" y="513241"/>
                  </a:lnTo>
                  <a:lnTo>
                    <a:pt x="958434" y="517246"/>
                  </a:lnTo>
                  <a:lnTo>
                    <a:pt x="959938" y="521752"/>
                  </a:lnTo>
                  <a:lnTo>
                    <a:pt x="960941" y="511239"/>
                  </a:lnTo>
                  <a:lnTo>
                    <a:pt x="961944" y="519749"/>
                  </a:lnTo>
                  <a:lnTo>
                    <a:pt x="963448" y="514743"/>
                  </a:lnTo>
                  <a:lnTo>
                    <a:pt x="964451" y="508736"/>
                  </a:lnTo>
                  <a:lnTo>
                    <a:pt x="965454" y="510738"/>
                  </a:lnTo>
                  <a:lnTo>
                    <a:pt x="966958" y="512240"/>
                  </a:lnTo>
                  <a:lnTo>
                    <a:pt x="967961" y="522753"/>
                  </a:lnTo>
                  <a:lnTo>
                    <a:pt x="968964" y="507234"/>
                  </a:lnTo>
                  <a:lnTo>
                    <a:pt x="969967" y="534782"/>
                  </a:lnTo>
                  <a:lnTo>
                    <a:pt x="971471" y="501727"/>
                  </a:lnTo>
                  <a:lnTo>
                    <a:pt x="972474" y="517747"/>
                  </a:lnTo>
                  <a:lnTo>
                    <a:pt x="973477" y="521752"/>
                  </a:lnTo>
                  <a:lnTo>
                    <a:pt x="974982" y="512741"/>
                  </a:lnTo>
                  <a:lnTo>
                    <a:pt x="975985" y="508736"/>
                  </a:lnTo>
                  <a:lnTo>
                    <a:pt x="976987" y="510738"/>
                  </a:lnTo>
                  <a:lnTo>
                    <a:pt x="978492" y="521752"/>
                  </a:lnTo>
                  <a:lnTo>
                    <a:pt x="979495" y="528774"/>
                  </a:lnTo>
                  <a:lnTo>
                    <a:pt x="980498" y="515244"/>
                  </a:lnTo>
                  <a:lnTo>
                    <a:pt x="982002" y="525770"/>
                  </a:lnTo>
                  <a:lnTo>
                    <a:pt x="983005" y="509737"/>
                  </a:lnTo>
                  <a:lnTo>
                    <a:pt x="984008" y="518748"/>
                  </a:lnTo>
                  <a:lnTo>
                    <a:pt x="985011" y="502228"/>
                  </a:lnTo>
                  <a:lnTo>
                    <a:pt x="986515" y="497722"/>
                  </a:lnTo>
                  <a:lnTo>
                    <a:pt x="987518" y="496220"/>
                  </a:lnTo>
                  <a:lnTo>
                    <a:pt x="988521" y="531277"/>
                  </a:lnTo>
                  <a:lnTo>
                    <a:pt x="990025" y="501226"/>
                  </a:lnTo>
                  <a:lnTo>
                    <a:pt x="991028" y="520751"/>
                  </a:lnTo>
                  <a:lnTo>
                    <a:pt x="992031" y="520751"/>
                  </a:lnTo>
                  <a:lnTo>
                    <a:pt x="993535" y="505732"/>
                  </a:lnTo>
                  <a:lnTo>
                    <a:pt x="994538" y="507734"/>
                  </a:lnTo>
                  <a:lnTo>
                    <a:pt x="995541" y="514243"/>
                  </a:lnTo>
                  <a:lnTo>
                    <a:pt x="997045" y="511739"/>
                  </a:lnTo>
                  <a:lnTo>
                    <a:pt x="998048" y="518748"/>
                  </a:lnTo>
                  <a:lnTo>
                    <a:pt x="999051" y="509737"/>
                  </a:lnTo>
                  <a:lnTo>
                    <a:pt x="1000054" y="509737"/>
                  </a:lnTo>
                  <a:lnTo>
                    <a:pt x="1001559" y="511739"/>
                  </a:lnTo>
                  <a:lnTo>
                    <a:pt x="1002561" y="521752"/>
                  </a:lnTo>
                  <a:lnTo>
                    <a:pt x="1003564" y="520751"/>
                  </a:lnTo>
                  <a:lnTo>
                    <a:pt x="1005069" y="523754"/>
                  </a:lnTo>
                  <a:lnTo>
                    <a:pt x="1006072" y="509737"/>
                  </a:lnTo>
                  <a:lnTo>
                    <a:pt x="1007074" y="504731"/>
                  </a:lnTo>
                  <a:lnTo>
                    <a:pt x="1008579" y="520250"/>
                  </a:lnTo>
                  <a:lnTo>
                    <a:pt x="1009582" y="528774"/>
                  </a:lnTo>
                  <a:lnTo>
                    <a:pt x="1010585" y="506233"/>
                  </a:lnTo>
                  <a:lnTo>
                    <a:pt x="1012089" y="531277"/>
                  </a:lnTo>
                  <a:lnTo>
                    <a:pt x="1013092" y="515744"/>
                  </a:lnTo>
                  <a:lnTo>
                    <a:pt x="1014095" y="513742"/>
                  </a:lnTo>
                  <a:lnTo>
                    <a:pt x="1015098" y="521752"/>
                  </a:lnTo>
                  <a:lnTo>
                    <a:pt x="1016602" y="520751"/>
                  </a:lnTo>
                  <a:lnTo>
                    <a:pt x="1017605" y="516245"/>
                  </a:lnTo>
                  <a:lnTo>
                    <a:pt x="1018608" y="511239"/>
                  </a:lnTo>
                  <a:lnTo>
                    <a:pt x="1020112" y="530777"/>
                  </a:lnTo>
                  <a:lnTo>
                    <a:pt x="1021115" y="503729"/>
                  </a:lnTo>
                  <a:lnTo>
                    <a:pt x="1022118" y="530777"/>
                  </a:lnTo>
                  <a:lnTo>
                    <a:pt x="1023622" y="498723"/>
                  </a:lnTo>
                  <a:lnTo>
                    <a:pt x="1024625" y="516245"/>
                  </a:lnTo>
                  <a:lnTo>
                    <a:pt x="1025628" y="502728"/>
                  </a:lnTo>
                  <a:lnTo>
                    <a:pt x="1027133" y="500225"/>
                  </a:lnTo>
                  <a:lnTo>
                    <a:pt x="1028135" y="497221"/>
                  </a:lnTo>
                  <a:lnTo>
                    <a:pt x="1029138" y="489712"/>
                  </a:lnTo>
                  <a:lnTo>
                    <a:pt x="1030141" y="481702"/>
                  </a:lnTo>
                  <a:lnTo>
                    <a:pt x="1031646" y="467684"/>
                  </a:lnTo>
                  <a:lnTo>
                    <a:pt x="1032649" y="470688"/>
                  </a:lnTo>
                  <a:lnTo>
                    <a:pt x="1033651" y="448160"/>
                  </a:lnTo>
                  <a:lnTo>
                    <a:pt x="1035156" y="441131"/>
                  </a:lnTo>
                  <a:lnTo>
                    <a:pt x="1036159" y="438628"/>
                  </a:lnTo>
                  <a:lnTo>
                    <a:pt x="1037162" y="420605"/>
                  </a:lnTo>
                  <a:lnTo>
                    <a:pt x="1038666" y="402082"/>
                  </a:lnTo>
                  <a:lnTo>
                    <a:pt x="1039669" y="400580"/>
                  </a:lnTo>
                  <a:lnTo>
                    <a:pt x="1040672" y="391069"/>
                  </a:lnTo>
                  <a:lnTo>
                    <a:pt x="1042176" y="406087"/>
                  </a:lnTo>
                  <a:lnTo>
                    <a:pt x="1043179" y="385061"/>
                  </a:lnTo>
                  <a:lnTo>
                    <a:pt x="1044182" y="359516"/>
                  </a:lnTo>
                  <a:lnTo>
                    <a:pt x="1045686" y="363521"/>
                  </a:lnTo>
                  <a:lnTo>
                    <a:pt x="1046689" y="337488"/>
                  </a:lnTo>
                  <a:lnTo>
                    <a:pt x="1047692" y="335986"/>
                  </a:lnTo>
                  <a:lnTo>
                    <a:pt x="1048695" y="338990"/>
                  </a:lnTo>
                  <a:lnTo>
                    <a:pt x="1050199" y="313959"/>
                  </a:lnTo>
                  <a:lnTo>
                    <a:pt x="1051202" y="328477"/>
                  </a:lnTo>
                  <a:lnTo>
                    <a:pt x="1052205" y="320467"/>
                  </a:lnTo>
                  <a:lnTo>
                    <a:pt x="1053709" y="312958"/>
                  </a:lnTo>
                  <a:lnTo>
                    <a:pt x="1054712" y="316963"/>
                  </a:lnTo>
                  <a:lnTo>
                    <a:pt x="1055715" y="307951"/>
                  </a:lnTo>
                  <a:lnTo>
                    <a:pt x="1057220" y="323471"/>
                  </a:lnTo>
                  <a:lnTo>
                    <a:pt x="1058223" y="319966"/>
                  </a:lnTo>
                  <a:lnTo>
                    <a:pt x="1059225" y="309954"/>
                  </a:lnTo>
                  <a:lnTo>
                    <a:pt x="1060730" y="319466"/>
                  </a:lnTo>
                  <a:lnTo>
                    <a:pt x="1061733" y="325473"/>
                  </a:lnTo>
                  <a:lnTo>
                    <a:pt x="1062756" y="324973"/>
                  </a:lnTo>
                  <a:lnTo>
                    <a:pt x="1063759" y="330479"/>
                  </a:lnTo>
                  <a:lnTo>
                    <a:pt x="1065263" y="338489"/>
                  </a:lnTo>
                  <a:lnTo>
                    <a:pt x="1066266" y="344998"/>
                  </a:lnTo>
                  <a:lnTo>
                    <a:pt x="1067269" y="353008"/>
                  </a:lnTo>
                  <a:lnTo>
                    <a:pt x="1068773" y="357013"/>
                  </a:lnTo>
                  <a:lnTo>
                    <a:pt x="1069776" y="362519"/>
                  </a:lnTo>
                  <a:lnTo>
                    <a:pt x="1070779" y="376050"/>
                  </a:lnTo>
                  <a:lnTo>
                    <a:pt x="1072283" y="384060"/>
                  </a:lnTo>
                  <a:lnTo>
                    <a:pt x="1073286" y="385562"/>
                  </a:lnTo>
                  <a:lnTo>
                    <a:pt x="1074289" y="406588"/>
                  </a:lnTo>
                  <a:lnTo>
                    <a:pt x="1075793" y="417101"/>
                  </a:lnTo>
                  <a:lnTo>
                    <a:pt x="1076796" y="419104"/>
                  </a:lnTo>
                  <a:lnTo>
                    <a:pt x="1077799" y="436625"/>
                  </a:lnTo>
                  <a:lnTo>
                    <a:pt x="1078802" y="450663"/>
                  </a:lnTo>
                  <a:lnTo>
                    <a:pt x="1080306" y="454668"/>
                  </a:lnTo>
                  <a:lnTo>
                    <a:pt x="1081309" y="475694"/>
                  </a:lnTo>
                  <a:lnTo>
                    <a:pt x="1082312" y="477697"/>
                  </a:lnTo>
                  <a:lnTo>
                    <a:pt x="1083817" y="488711"/>
                  </a:lnTo>
                  <a:lnTo>
                    <a:pt x="1084820" y="516245"/>
                  </a:lnTo>
                  <a:lnTo>
                    <a:pt x="1085822" y="500726"/>
                  </a:lnTo>
                  <a:lnTo>
                    <a:pt x="1087327" y="502728"/>
                  </a:lnTo>
                  <a:lnTo>
                    <a:pt x="1088330" y="507234"/>
                  </a:lnTo>
                  <a:lnTo>
                    <a:pt x="1089333" y="510738"/>
                  </a:lnTo>
                  <a:lnTo>
                    <a:pt x="1090837" y="516245"/>
                  </a:lnTo>
                  <a:lnTo>
                    <a:pt x="1091840" y="517246"/>
                  </a:lnTo>
                  <a:lnTo>
                    <a:pt x="1092843" y="510738"/>
                  </a:lnTo>
                  <a:lnTo>
                    <a:pt x="1093846" y="533780"/>
                  </a:lnTo>
                  <a:lnTo>
                    <a:pt x="1095350" y="526271"/>
                  </a:lnTo>
                  <a:lnTo>
                    <a:pt x="1096353" y="547297"/>
                  </a:lnTo>
                  <a:lnTo>
                    <a:pt x="1097356" y="526271"/>
                  </a:lnTo>
                  <a:lnTo>
                    <a:pt x="1098860" y="513241"/>
                  </a:lnTo>
                  <a:lnTo>
                    <a:pt x="1099863" y="527272"/>
                  </a:lnTo>
                  <a:lnTo>
                    <a:pt x="1100866" y="522253"/>
                  </a:lnTo>
                  <a:lnTo>
                    <a:pt x="1102370" y="536784"/>
                  </a:lnTo>
                  <a:lnTo>
                    <a:pt x="1103373" y="531778"/>
                  </a:lnTo>
                  <a:lnTo>
                    <a:pt x="1104376" y="540789"/>
                  </a:lnTo>
                  <a:lnTo>
                    <a:pt x="1105880" y="534782"/>
                  </a:lnTo>
                  <a:lnTo>
                    <a:pt x="1106883" y="532779"/>
                  </a:lnTo>
                  <a:lnTo>
                    <a:pt x="1107886" y="533780"/>
                  </a:lnTo>
                  <a:lnTo>
                    <a:pt x="1108889" y="531778"/>
                  </a:lnTo>
                  <a:lnTo>
                    <a:pt x="1110394" y="525770"/>
                  </a:lnTo>
                  <a:lnTo>
                    <a:pt x="1111396" y="526772"/>
                  </a:lnTo>
                  <a:lnTo>
                    <a:pt x="1112399" y="559813"/>
                  </a:lnTo>
                  <a:lnTo>
                    <a:pt x="1113904" y="533780"/>
                  </a:lnTo>
                  <a:lnTo>
                    <a:pt x="1114907" y="528273"/>
                  </a:lnTo>
                  <a:lnTo>
                    <a:pt x="1115910" y="530276"/>
                  </a:lnTo>
                  <a:lnTo>
                    <a:pt x="1117414" y="533280"/>
                  </a:lnTo>
                  <a:lnTo>
                    <a:pt x="1118417" y="534281"/>
                  </a:lnTo>
                  <a:lnTo>
                    <a:pt x="1119420" y="544794"/>
                  </a:lnTo>
                  <a:lnTo>
                    <a:pt x="1120924" y="542792"/>
                  </a:lnTo>
                  <a:lnTo>
                    <a:pt x="1121927" y="539788"/>
                  </a:lnTo>
                  <a:lnTo>
                    <a:pt x="1122930" y="532779"/>
                  </a:lnTo>
                  <a:lnTo>
                    <a:pt x="1123933" y="539287"/>
                  </a:lnTo>
                  <a:lnTo>
                    <a:pt x="1125437" y="512240"/>
                  </a:lnTo>
                  <a:lnTo>
                    <a:pt x="1126440" y="524756"/>
                  </a:lnTo>
                  <a:lnTo>
                    <a:pt x="1127443" y="529275"/>
                  </a:lnTo>
                  <a:lnTo>
                    <a:pt x="1128947" y="532779"/>
                  </a:lnTo>
                  <a:lnTo>
                    <a:pt x="1129950" y="532779"/>
                  </a:lnTo>
                  <a:lnTo>
                    <a:pt x="1130953" y="542792"/>
                  </a:lnTo>
                  <a:lnTo>
                    <a:pt x="1132457" y="512741"/>
                  </a:lnTo>
                  <a:lnTo>
                    <a:pt x="1133460" y="513742"/>
                  </a:lnTo>
                  <a:lnTo>
                    <a:pt x="1134463" y="488210"/>
                  </a:lnTo>
                  <a:lnTo>
                    <a:pt x="1135968" y="486708"/>
                  </a:lnTo>
                  <a:lnTo>
                    <a:pt x="1136970" y="471189"/>
                  </a:lnTo>
                  <a:lnTo>
                    <a:pt x="1137973" y="462678"/>
                  </a:lnTo>
                  <a:lnTo>
                    <a:pt x="1138976" y="466683"/>
                  </a:lnTo>
                  <a:lnTo>
                    <a:pt x="1140481" y="441632"/>
                  </a:lnTo>
                  <a:lnTo>
                    <a:pt x="1141484" y="428115"/>
                  </a:lnTo>
                  <a:lnTo>
                    <a:pt x="1142486" y="421607"/>
                  </a:lnTo>
                  <a:lnTo>
                    <a:pt x="1143991" y="415099"/>
                  </a:lnTo>
                  <a:lnTo>
                    <a:pt x="1144994" y="394573"/>
                  </a:lnTo>
                  <a:lnTo>
                    <a:pt x="1145997" y="392570"/>
                  </a:lnTo>
                  <a:lnTo>
                    <a:pt x="1147501" y="393572"/>
                  </a:lnTo>
                  <a:lnTo>
                    <a:pt x="1148504" y="372545"/>
                  </a:lnTo>
                  <a:lnTo>
                    <a:pt x="1149507" y="369542"/>
                  </a:lnTo>
                  <a:lnTo>
                    <a:pt x="1151011" y="365537"/>
                  </a:lnTo>
                  <a:lnTo>
                    <a:pt x="1152014" y="360517"/>
                  </a:lnTo>
                  <a:lnTo>
                    <a:pt x="1153017" y="357513"/>
                  </a:lnTo>
                  <a:lnTo>
                    <a:pt x="1154020" y="354509"/>
                  </a:lnTo>
                  <a:lnTo>
                    <a:pt x="1155524" y="363020"/>
                  </a:lnTo>
                  <a:lnTo>
                    <a:pt x="1156527" y="371043"/>
                  </a:lnTo>
                  <a:lnTo>
                    <a:pt x="1157530" y="374047"/>
                  </a:lnTo>
                  <a:lnTo>
                    <a:pt x="1159034" y="363020"/>
                  </a:lnTo>
                  <a:lnTo>
                    <a:pt x="1160037" y="366037"/>
                  </a:lnTo>
                  <a:lnTo>
                    <a:pt x="1161040" y="374548"/>
                  </a:lnTo>
                  <a:lnTo>
                    <a:pt x="1162544" y="388065"/>
                  </a:lnTo>
                  <a:lnTo>
                    <a:pt x="1163547" y="398077"/>
                  </a:lnTo>
                  <a:lnTo>
                    <a:pt x="1164550" y="410593"/>
                  </a:lnTo>
                  <a:lnTo>
                    <a:pt x="1166055" y="428115"/>
                  </a:lnTo>
                  <a:lnTo>
                    <a:pt x="1167058" y="452165"/>
                  </a:lnTo>
                  <a:lnTo>
                    <a:pt x="1168060" y="462678"/>
                  </a:lnTo>
                  <a:lnTo>
                    <a:pt x="1169578" y="458172"/>
                  </a:lnTo>
                  <a:lnTo>
                    <a:pt x="1170581" y="476696"/>
                  </a:lnTo>
                  <a:lnTo>
                    <a:pt x="1171584" y="493216"/>
                  </a:lnTo>
                  <a:lnTo>
                    <a:pt x="1172587" y="506733"/>
                  </a:lnTo>
                  <a:lnTo>
                    <a:pt x="1174091" y="514743"/>
                  </a:lnTo>
                  <a:lnTo>
                    <a:pt x="1175094" y="534281"/>
                  </a:lnTo>
                  <a:lnTo>
                    <a:pt x="1176097" y="506733"/>
                  </a:lnTo>
                  <a:lnTo>
                    <a:pt x="1177601" y="539788"/>
                  </a:lnTo>
                  <a:lnTo>
                    <a:pt x="1178604" y="525770"/>
                  </a:lnTo>
                  <a:lnTo>
                    <a:pt x="1179607" y="547798"/>
                  </a:lnTo>
                  <a:lnTo>
                    <a:pt x="1181112" y="558812"/>
                  </a:lnTo>
                  <a:lnTo>
                    <a:pt x="1182114" y="537785"/>
                  </a:lnTo>
                  <a:lnTo>
                    <a:pt x="1183117" y="545295"/>
                  </a:lnTo>
                  <a:lnTo>
                    <a:pt x="1184622" y="577335"/>
                  </a:lnTo>
                  <a:lnTo>
                    <a:pt x="1185625" y="561315"/>
                  </a:lnTo>
                  <a:lnTo>
                    <a:pt x="1186628" y="555808"/>
                  </a:lnTo>
                  <a:lnTo>
                    <a:pt x="1187630" y="553805"/>
                  </a:lnTo>
                  <a:lnTo>
                    <a:pt x="1189135" y="557810"/>
                  </a:lnTo>
                  <a:lnTo>
                    <a:pt x="1190138" y="565820"/>
                  </a:lnTo>
                  <a:lnTo>
                    <a:pt x="1191141" y="548298"/>
                  </a:lnTo>
                  <a:lnTo>
                    <a:pt x="1192645" y="557310"/>
                  </a:lnTo>
                  <a:lnTo>
                    <a:pt x="1193648" y="551302"/>
                  </a:lnTo>
                  <a:lnTo>
                    <a:pt x="1194651" y="560314"/>
                  </a:lnTo>
                  <a:lnTo>
                    <a:pt x="1196155" y="561815"/>
                  </a:lnTo>
                  <a:lnTo>
                    <a:pt x="1197158" y="563818"/>
                  </a:lnTo>
                  <a:lnTo>
                    <a:pt x="1198161" y="568824"/>
                  </a:lnTo>
                  <a:lnTo>
                    <a:pt x="1199665" y="568824"/>
                  </a:lnTo>
                  <a:lnTo>
                    <a:pt x="1200668" y="536283"/>
                  </a:lnTo>
                  <a:lnTo>
                    <a:pt x="1201671" y="546296"/>
                  </a:lnTo>
                  <a:lnTo>
                    <a:pt x="1202674" y="558311"/>
                  </a:lnTo>
                  <a:lnTo>
                    <a:pt x="1204178" y="552303"/>
                  </a:lnTo>
                  <a:lnTo>
                    <a:pt x="1205181" y="556308"/>
                  </a:lnTo>
                  <a:lnTo>
                    <a:pt x="1206184" y="570326"/>
                  </a:lnTo>
                  <a:lnTo>
                    <a:pt x="1207689" y="562316"/>
                  </a:lnTo>
                  <a:lnTo>
                    <a:pt x="1208691" y="547798"/>
                  </a:lnTo>
                  <a:lnTo>
                    <a:pt x="1209694" y="582842"/>
                  </a:lnTo>
                  <a:lnTo>
                    <a:pt x="1211199" y="554807"/>
                  </a:lnTo>
                  <a:lnTo>
                    <a:pt x="1212202" y="573330"/>
                  </a:lnTo>
                  <a:lnTo>
                    <a:pt x="1213204" y="580339"/>
                  </a:lnTo>
                  <a:lnTo>
                    <a:pt x="1214709" y="556809"/>
                  </a:lnTo>
                  <a:lnTo>
                    <a:pt x="1215712" y="593855"/>
                  </a:lnTo>
                  <a:lnTo>
                    <a:pt x="1216715" y="579337"/>
                  </a:lnTo>
                  <a:lnTo>
                    <a:pt x="1217718" y="574331"/>
                  </a:lnTo>
                  <a:lnTo>
                    <a:pt x="1219222" y="578837"/>
                  </a:lnTo>
                  <a:lnTo>
                    <a:pt x="1220225" y="569825"/>
                  </a:lnTo>
                  <a:lnTo>
                    <a:pt x="1221228" y="578336"/>
                  </a:lnTo>
                  <a:lnTo>
                    <a:pt x="1222732" y="596359"/>
                  </a:lnTo>
                  <a:lnTo>
                    <a:pt x="1223735" y="551302"/>
                  </a:lnTo>
                  <a:lnTo>
                    <a:pt x="1224738" y="562316"/>
                  </a:lnTo>
                  <a:lnTo>
                    <a:pt x="1226242" y="568324"/>
                  </a:lnTo>
                  <a:lnTo>
                    <a:pt x="1227245" y="574832"/>
                  </a:lnTo>
                  <a:lnTo>
                    <a:pt x="1228248" y="570827"/>
                  </a:lnTo>
                  <a:lnTo>
                    <a:pt x="1229752" y="576334"/>
                  </a:lnTo>
                  <a:lnTo>
                    <a:pt x="1230755" y="575332"/>
                  </a:lnTo>
                  <a:lnTo>
                    <a:pt x="1231758" y="562316"/>
                  </a:lnTo>
                  <a:lnTo>
                    <a:pt x="1232761" y="590351"/>
                  </a:lnTo>
                  <a:lnTo>
                    <a:pt x="1234265" y="571828"/>
                  </a:lnTo>
                  <a:lnTo>
                    <a:pt x="1235268" y="561815"/>
                  </a:lnTo>
                  <a:lnTo>
                    <a:pt x="1236271" y="557810"/>
                  </a:lnTo>
                  <a:lnTo>
                    <a:pt x="1237776" y="572329"/>
                  </a:lnTo>
                  <a:lnTo>
                    <a:pt x="1238779" y="571828"/>
                  </a:lnTo>
                  <a:lnTo>
                    <a:pt x="1239781" y="580339"/>
                  </a:lnTo>
                  <a:lnTo>
                    <a:pt x="1241286" y="581840"/>
                  </a:lnTo>
                  <a:lnTo>
                    <a:pt x="1242289" y="577335"/>
                  </a:lnTo>
                  <a:lnTo>
                    <a:pt x="1243292" y="572829"/>
                  </a:lnTo>
                  <a:lnTo>
                    <a:pt x="1244796" y="584344"/>
                  </a:lnTo>
                  <a:lnTo>
                    <a:pt x="1245799" y="575833"/>
                  </a:lnTo>
                  <a:lnTo>
                    <a:pt x="1246802" y="582842"/>
                  </a:lnTo>
                  <a:lnTo>
                    <a:pt x="1247805" y="583342"/>
                  </a:lnTo>
                  <a:lnTo>
                    <a:pt x="1249309" y="568324"/>
                  </a:lnTo>
                  <a:lnTo>
                    <a:pt x="1250312" y="570326"/>
                  </a:lnTo>
                  <a:lnTo>
                    <a:pt x="1251315" y="583342"/>
                  </a:lnTo>
                  <a:lnTo>
                    <a:pt x="1252819" y="595858"/>
                  </a:lnTo>
                  <a:lnTo>
                    <a:pt x="1253822" y="574331"/>
                  </a:lnTo>
                  <a:lnTo>
                    <a:pt x="1254825" y="585845"/>
                  </a:lnTo>
                  <a:lnTo>
                    <a:pt x="1256329" y="566822"/>
                  </a:lnTo>
                  <a:lnTo>
                    <a:pt x="1257332" y="561315"/>
                  </a:lnTo>
                  <a:lnTo>
                    <a:pt x="1258335" y="604369"/>
                  </a:lnTo>
                  <a:lnTo>
                    <a:pt x="1259839" y="561815"/>
                  </a:lnTo>
                  <a:lnTo>
                    <a:pt x="1260842" y="578837"/>
                  </a:lnTo>
                  <a:lnTo>
                    <a:pt x="1261845" y="572329"/>
                  </a:lnTo>
                  <a:lnTo>
                    <a:pt x="1262848" y="585345"/>
                  </a:lnTo>
                  <a:lnTo>
                    <a:pt x="1264353" y="564319"/>
                  </a:lnTo>
                  <a:lnTo>
                    <a:pt x="1265355" y="581840"/>
                  </a:lnTo>
                  <a:lnTo>
                    <a:pt x="1266358" y="583843"/>
                  </a:lnTo>
                  <a:lnTo>
                    <a:pt x="1267863" y="587347"/>
                  </a:lnTo>
                  <a:lnTo>
                    <a:pt x="1268866" y="582842"/>
                  </a:lnTo>
                  <a:lnTo>
                    <a:pt x="1269868" y="570827"/>
                  </a:lnTo>
                  <a:lnTo>
                    <a:pt x="1271373" y="568824"/>
                  </a:lnTo>
                  <a:lnTo>
                    <a:pt x="1272376" y="559312"/>
                  </a:lnTo>
                  <a:lnTo>
                    <a:pt x="1273379" y="550802"/>
                  </a:lnTo>
                  <a:lnTo>
                    <a:pt x="1274903" y="578837"/>
                  </a:lnTo>
                  <a:lnTo>
                    <a:pt x="1275906" y="577835"/>
                  </a:lnTo>
                  <a:lnTo>
                    <a:pt x="1276909" y="567322"/>
                  </a:lnTo>
                  <a:lnTo>
                    <a:pt x="1277912" y="589350"/>
                  </a:lnTo>
                  <a:lnTo>
                    <a:pt x="1279416" y="592354"/>
                  </a:lnTo>
                  <a:lnTo>
                    <a:pt x="1280419" y="585345"/>
                  </a:lnTo>
                  <a:lnTo>
                    <a:pt x="1281422" y="580839"/>
                  </a:lnTo>
                  <a:lnTo>
                    <a:pt x="1282926" y="587347"/>
                  </a:lnTo>
                  <a:lnTo>
                    <a:pt x="1283929" y="580839"/>
                  </a:lnTo>
                  <a:lnTo>
                    <a:pt x="1284932" y="571828"/>
                  </a:lnTo>
                  <a:lnTo>
                    <a:pt x="1286436" y="586847"/>
                  </a:lnTo>
                  <a:lnTo>
                    <a:pt x="1287439" y="580839"/>
                  </a:lnTo>
                  <a:lnTo>
                    <a:pt x="1288442" y="580339"/>
                  </a:lnTo>
                  <a:lnTo>
                    <a:pt x="1289947" y="585345"/>
                  </a:lnTo>
                  <a:lnTo>
                    <a:pt x="1290950" y="582842"/>
                  </a:lnTo>
                  <a:lnTo>
                    <a:pt x="1291952" y="570326"/>
                  </a:lnTo>
                  <a:lnTo>
                    <a:pt x="1293457" y="604869"/>
                  </a:lnTo>
                  <a:lnTo>
                    <a:pt x="1294460" y="562316"/>
                  </a:lnTo>
                  <a:lnTo>
                    <a:pt x="1295463" y="583342"/>
                  </a:lnTo>
                  <a:lnTo>
                    <a:pt x="1296465" y="579337"/>
                  </a:lnTo>
                  <a:lnTo>
                    <a:pt x="1297970" y="567823"/>
                  </a:lnTo>
                  <a:lnTo>
                    <a:pt x="1298973" y="585345"/>
                  </a:lnTo>
                  <a:lnTo>
                    <a:pt x="1299976" y="589850"/>
                  </a:lnTo>
                  <a:lnTo>
                    <a:pt x="1301480" y="569825"/>
                  </a:lnTo>
                  <a:lnTo>
                    <a:pt x="1302483" y="583843"/>
                  </a:lnTo>
                  <a:lnTo>
                    <a:pt x="1303486" y="585345"/>
                  </a:lnTo>
                  <a:lnTo>
                    <a:pt x="1304990" y="573830"/>
                  </a:lnTo>
                  <a:lnTo>
                    <a:pt x="1305993" y="574832"/>
                  </a:lnTo>
                  <a:lnTo>
                    <a:pt x="1306996" y="570827"/>
                  </a:lnTo>
                  <a:lnTo>
                    <a:pt x="1308500" y="583342"/>
                  </a:lnTo>
                  <a:lnTo>
                    <a:pt x="1309503" y="577835"/>
                  </a:lnTo>
                  <a:lnTo>
                    <a:pt x="1310506" y="569825"/>
                  </a:lnTo>
                  <a:lnTo>
                    <a:pt x="1311509" y="577335"/>
                  </a:lnTo>
                  <a:lnTo>
                    <a:pt x="1313013" y="604869"/>
                  </a:lnTo>
                  <a:lnTo>
                    <a:pt x="1314016" y="586847"/>
                  </a:lnTo>
                  <a:lnTo>
                    <a:pt x="1315019" y="575833"/>
                  </a:lnTo>
                  <a:lnTo>
                    <a:pt x="1316524" y="590852"/>
                  </a:lnTo>
                  <a:lnTo>
                    <a:pt x="1317526" y="590852"/>
                  </a:lnTo>
                  <a:lnTo>
                    <a:pt x="1318529" y="602366"/>
                  </a:lnTo>
                  <a:lnTo>
                    <a:pt x="1320034" y="592854"/>
                  </a:lnTo>
                  <a:lnTo>
                    <a:pt x="1321037" y="591853"/>
                  </a:lnTo>
                  <a:lnTo>
                    <a:pt x="1322040" y="587347"/>
                  </a:lnTo>
                  <a:lnTo>
                    <a:pt x="1323544" y="570827"/>
                  </a:lnTo>
                  <a:lnTo>
                    <a:pt x="1324547" y="575332"/>
                  </a:lnTo>
                  <a:lnTo>
                    <a:pt x="1325550" y="594857"/>
                  </a:lnTo>
                  <a:lnTo>
                    <a:pt x="1326553" y="588849"/>
                  </a:lnTo>
                  <a:lnTo>
                    <a:pt x="1328057" y="589850"/>
                  </a:lnTo>
                  <a:lnTo>
                    <a:pt x="1329060" y="593855"/>
                  </a:lnTo>
                  <a:lnTo>
                    <a:pt x="1330063" y="558812"/>
                  </a:lnTo>
                  <a:lnTo>
                    <a:pt x="1331567" y="602366"/>
                  </a:lnTo>
                  <a:lnTo>
                    <a:pt x="1332570" y="583843"/>
                  </a:lnTo>
                  <a:lnTo>
                    <a:pt x="1333573" y="582341"/>
                  </a:lnTo>
                  <a:lnTo>
                    <a:pt x="1335077" y="582842"/>
                  </a:lnTo>
                  <a:lnTo>
                    <a:pt x="1336080" y="573330"/>
                  </a:lnTo>
                  <a:lnTo>
                    <a:pt x="1337083" y="582842"/>
                  </a:lnTo>
                  <a:lnTo>
                    <a:pt x="1338587" y="586346"/>
                  </a:lnTo>
                  <a:lnTo>
                    <a:pt x="1339590" y="599863"/>
                  </a:lnTo>
                  <a:lnTo>
                    <a:pt x="1340593" y="587848"/>
                  </a:lnTo>
                  <a:lnTo>
                    <a:pt x="1341596" y="605370"/>
                  </a:lnTo>
                  <a:lnTo>
                    <a:pt x="1343100" y="563818"/>
                  </a:lnTo>
                  <a:lnTo>
                    <a:pt x="1344103" y="566822"/>
                  </a:lnTo>
                  <a:lnTo>
                    <a:pt x="1345106" y="584344"/>
                  </a:lnTo>
                  <a:lnTo>
                    <a:pt x="1346611" y="581840"/>
                  </a:lnTo>
                  <a:lnTo>
                    <a:pt x="1347614" y="575332"/>
                  </a:lnTo>
                  <a:lnTo>
                    <a:pt x="1348616" y="600864"/>
                  </a:lnTo>
                  <a:lnTo>
                    <a:pt x="1350121" y="584344"/>
                  </a:lnTo>
                  <a:lnTo>
                    <a:pt x="1351124" y="579337"/>
                  </a:lnTo>
                  <a:lnTo>
                    <a:pt x="1352127" y="582341"/>
                  </a:lnTo>
                  <a:lnTo>
                    <a:pt x="1353631" y="579838"/>
                  </a:lnTo>
                  <a:lnTo>
                    <a:pt x="1354634" y="580339"/>
                  </a:lnTo>
                  <a:lnTo>
                    <a:pt x="1355637" y="578837"/>
                  </a:lnTo>
                  <a:lnTo>
                    <a:pt x="1356640" y="563818"/>
                  </a:lnTo>
                  <a:lnTo>
                    <a:pt x="1358144" y="578336"/>
                  </a:lnTo>
                  <a:lnTo>
                    <a:pt x="1359147" y="582341"/>
                  </a:lnTo>
                  <a:lnTo>
                    <a:pt x="1360150" y="579337"/>
                  </a:lnTo>
                  <a:lnTo>
                    <a:pt x="1361654" y="587848"/>
                  </a:lnTo>
                  <a:lnTo>
                    <a:pt x="1362657" y="567322"/>
                  </a:lnTo>
                  <a:lnTo>
                    <a:pt x="1363660" y="580339"/>
                  </a:lnTo>
                  <a:lnTo>
                    <a:pt x="1365164" y="594857"/>
                  </a:lnTo>
                  <a:lnTo>
                    <a:pt x="1366167" y="572829"/>
                  </a:lnTo>
                  <a:lnTo>
                    <a:pt x="1367170" y="582842"/>
                  </a:lnTo>
                  <a:lnTo>
                    <a:pt x="1368674" y="579337"/>
                  </a:lnTo>
                  <a:lnTo>
                    <a:pt x="1369677" y="601365"/>
                  </a:lnTo>
                  <a:lnTo>
                    <a:pt x="1370680" y="592854"/>
                  </a:lnTo>
                  <a:lnTo>
                    <a:pt x="1371683" y="578336"/>
                  </a:lnTo>
                  <a:lnTo>
                    <a:pt x="1373188" y="587848"/>
                  </a:lnTo>
                  <a:lnTo>
                    <a:pt x="1374190" y="578837"/>
                  </a:lnTo>
                  <a:lnTo>
                    <a:pt x="1375193" y="591853"/>
                  </a:lnTo>
                  <a:lnTo>
                    <a:pt x="1376698" y="585845"/>
                  </a:lnTo>
                  <a:lnTo>
                    <a:pt x="1377701" y="576334"/>
                  </a:lnTo>
                  <a:lnTo>
                    <a:pt x="1378704" y="579838"/>
                  </a:lnTo>
                  <a:lnTo>
                    <a:pt x="1380208" y="579337"/>
                  </a:lnTo>
                  <a:lnTo>
                    <a:pt x="1381224" y="598862"/>
                  </a:lnTo>
                  <a:lnTo>
                    <a:pt x="1382227" y="563317"/>
                  </a:lnTo>
                  <a:lnTo>
                    <a:pt x="1383731" y="582341"/>
                  </a:lnTo>
                  <a:lnTo>
                    <a:pt x="1384734" y="587347"/>
                  </a:lnTo>
                  <a:lnTo>
                    <a:pt x="1385737" y="583342"/>
                  </a:lnTo>
                  <a:lnTo>
                    <a:pt x="1386740" y="583342"/>
                  </a:lnTo>
                  <a:lnTo>
                    <a:pt x="1388244" y="587347"/>
                  </a:lnTo>
                  <a:lnTo>
                    <a:pt x="1389247" y="593355"/>
                  </a:lnTo>
                  <a:lnTo>
                    <a:pt x="1390250" y="571828"/>
                  </a:lnTo>
                  <a:lnTo>
                    <a:pt x="1391755" y="583342"/>
                  </a:lnTo>
                  <a:lnTo>
                    <a:pt x="1392758" y="598862"/>
                  </a:lnTo>
                  <a:lnTo>
                    <a:pt x="1393760" y="598361"/>
                  </a:lnTo>
                  <a:lnTo>
                    <a:pt x="1395265" y="578336"/>
                  </a:lnTo>
                  <a:lnTo>
                    <a:pt x="1396268" y="593355"/>
                  </a:lnTo>
                  <a:lnTo>
                    <a:pt x="1397271" y="582842"/>
                  </a:lnTo>
                  <a:lnTo>
                    <a:pt x="1398775" y="593855"/>
                  </a:lnTo>
                  <a:lnTo>
                    <a:pt x="1399778" y="593855"/>
                  </a:lnTo>
                  <a:lnTo>
                    <a:pt x="1400781" y="581840"/>
                  </a:lnTo>
                  <a:lnTo>
                    <a:pt x="1401784" y="593355"/>
                  </a:lnTo>
                  <a:lnTo>
                    <a:pt x="1403288" y="571828"/>
                  </a:lnTo>
                  <a:lnTo>
                    <a:pt x="1404291" y="574832"/>
                  </a:lnTo>
                  <a:lnTo>
                    <a:pt x="1405294" y="559813"/>
                  </a:lnTo>
                  <a:lnTo>
                    <a:pt x="1406798" y="586346"/>
                  </a:lnTo>
                  <a:lnTo>
                    <a:pt x="1407801" y="577835"/>
                  </a:lnTo>
                  <a:lnTo>
                    <a:pt x="1408804" y="589350"/>
                  </a:lnTo>
                  <a:lnTo>
                    <a:pt x="1410308" y="575332"/>
                  </a:lnTo>
                  <a:lnTo>
                    <a:pt x="1411311" y="576334"/>
                  </a:lnTo>
                  <a:lnTo>
                    <a:pt x="1412314" y="606892"/>
                  </a:lnTo>
                  <a:lnTo>
                    <a:pt x="1413818" y="576334"/>
                  </a:lnTo>
                  <a:lnTo>
                    <a:pt x="1414821" y="580839"/>
                  </a:lnTo>
                  <a:lnTo>
                    <a:pt x="1415824" y="579838"/>
                  </a:lnTo>
                  <a:lnTo>
                    <a:pt x="1417329" y="585345"/>
                  </a:lnTo>
                  <a:lnTo>
                    <a:pt x="1418332" y="576334"/>
                  </a:lnTo>
                  <a:lnTo>
                    <a:pt x="1419334" y="557810"/>
                  </a:lnTo>
                  <a:lnTo>
                    <a:pt x="1420337" y="582842"/>
                  </a:lnTo>
                  <a:lnTo>
                    <a:pt x="1421842" y="559813"/>
                  </a:lnTo>
                  <a:lnTo>
                    <a:pt x="1422845" y="568824"/>
                  </a:lnTo>
                  <a:lnTo>
                    <a:pt x="1423848" y="582341"/>
                  </a:lnTo>
                  <a:lnTo>
                    <a:pt x="1425352" y="577335"/>
                  </a:lnTo>
                  <a:lnTo>
                    <a:pt x="1426355" y="604869"/>
                  </a:lnTo>
                  <a:lnTo>
                    <a:pt x="1427358" y="558311"/>
                  </a:lnTo>
                  <a:lnTo>
                    <a:pt x="1428862" y="573330"/>
                  </a:lnTo>
                  <a:lnTo>
                    <a:pt x="1429865" y="590351"/>
                  </a:lnTo>
                  <a:lnTo>
                    <a:pt x="1430868" y="587347"/>
                  </a:lnTo>
                  <a:lnTo>
                    <a:pt x="1432372" y="583843"/>
                  </a:lnTo>
                  <a:lnTo>
                    <a:pt x="1433375" y="580839"/>
                  </a:lnTo>
                  <a:lnTo>
                    <a:pt x="1434378" y="555307"/>
                  </a:lnTo>
                  <a:lnTo>
                    <a:pt x="1435381" y="595858"/>
                  </a:lnTo>
                  <a:lnTo>
                    <a:pt x="1436885" y="574832"/>
                  </a:lnTo>
                  <a:lnTo>
                    <a:pt x="1437888" y="578336"/>
                  </a:lnTo>
                  <a:lnTo>
                    <a:pt x="1438891" y="586346"/>
                  </a:lnTo>
                  <a:lnTo>
                    <a:pt x="1440395" y="581840"/>
                  </a:lnTo>
                  <a:lnTo>
                    <a:pt x="1441398" y="586847"/>
                  </a:lnTo>
                  <a:lnTo>
                    <a:pt x="1442401" y="572829"/>
                  </a:lnTo>
                  <a:lnTo>
                    <a:pt x="1443906" y="574832"/>
                  </a:lnTo>
                  <a:lnTo>
                    <a:pt x="1444908" y="580839"/>
                  </a:lnTo>
                  <a:lnTo>
                    <a:pt x="1445911" y="594857"/>
                  </a:lnTo>
                  <a:lnTo>
                    <a:pt x="1447416" y="595357"/>
                  </a:lnTo>
                  <a:lnTo>
                    <a:pt x="1448419" y="586346"/>
                  </a:lnTo>
                  <a:lnTo>
                    <a:pt x="1449422" y="572829"/>
                  </a:lnTo>
                  <a:lnTo>
                    <a:pt x="1450424" y="573830"/>
                  </a:lnTo>
                  <a:lnTo>
                    <a:pt x="1451929" y="585845"/>
                  </a:lnTo>
                  <a:lnTo>
                    <a:pt x="1452932" y="595357"/>
                  </a:lnTo>
                  <a:lnTo>
                    <a:pt x="1453935" y="592854"/>
                  </a:lnTo>
                  <a:lnTo>
                    <a:pt x="1455439" y="575833"/>
                  </a:lnTo>
                  <a:lnTo>
                    <a:pt x="1456442" y="567823"/>
                  </a:lnTo>
                  <a:lnTo>
                    <a:pt x="1457445" y="582842"/>
                  </a:lnTo>
                  <a:lnTo>
                    <a:pt x="1458949" y="585845"/>
                  </a:lnTo>
                  <a:lnTo>
                    <a:pt x="1459952" y="567322"/>
                  </a:lnTo>
                  <a:lnTo>
                    <a:pt x="1460955" y="605890"/>
                  </a:lnTo>
                  <a:lnTo>
                    <a:pt x="1462459" y="575833"/>
                  </a:lnTo>
                  <a:lnTo>
                    <a:pt x="1463462" y="581840"/>
                  </a:lnTo>
                  <a:lnTo>
                    <a:pt x="1464465" y="558311"/>
                  </a:lnTo>
                  <a:lnTo>
                    <a:pt x="1465468" y="583342"/>
                  </a:lnTo>
                  <a:lnTo>
                    <a:pt x="1466972" y="573330"/>
                  </a:lnTo>
                  <a:lnTo>
                    <a:pt x="1467975" y="580839"/>
                  </a:lnTo>
                  <a:lnTo>
                    <a:pt x="1468978" y="568824"/>
                  </a:lnTo>
                  <a:lnTo>
                    <a:pt x="1470482" y="573330"/>
                  </a:lnTo>
                  <a:lnTo>
                    <a:pt x="1471485" y="587347"/>
                  </a:lnTo>
                  <a:lnTo>
                    <a:pt x="1472488" y="584344"/>
                  </a:lnTo>
                  <a:lnTo>
                    <a:pt x="1473993" y="573330"/>
                  </a:lnTo>
                  <a:lnTo>
                    <a:pt x="1474996" y="579838"/>
                  </a:lnTo>
                  <a:lnTo>
                    <a:pt x="1475998" y="583342"/>
                  </a:lnTo>
                  <a:lnTo>
                    <a:pt x="1477503" y="584344"/>
                  </a:lnTo>
                  <a:lnTo>
                    <a:pt x="1478506" y="580839"/>
                  </a:lnTo>
                  <a:lnTo>
                    <a:pt x="1479509" y="574331"/>
                  </a:lnTo>
                  <a:lnTo>
                    <a:pt x="1480512" y="593855"/>
                  </a:lnTo>
                  <a:lnTo>
                    <a:pt x="1482016" y="611397"/>
                  </a:lnTo>
                  <a:lnTo>
                    <a:pt x="1483019" y="564819"/>
                  </a:lnTo>
                  <a:lnTo>
                    <a:pt x="1484022" y="579838"/>
                  </a:lnTo>
                  <a:lnTo>
                    <a:pt x="1485526" y="589850"/>
                  </a:lnTo>
                  <a:lnTo>
                    <a:pt x="1486549" y="580339"/>
                  </a:lnTo>
                  <a:lnTo>
                    <a:pt x="1487552" y="600864"/>
                  </a:lnTo>
                  <a:lnTo>
                    <a:pt x="1489056" y="574832"/>
                  </a:lnTo>
                  <a:lnTo>
                    <a:pt x="1490059" y="583843"/>
                  </a:lnTo>
                  <a:lnTo>
                    <a:pt x="1491062" y="599863"/>
                  </a:lnTo>
                  <a:lnTo>
                    <a:pt x="1492566" y="578336"/>
                  </a:lnTo>
                  <a:lnTo>
                    <a:pt x="1493569" y="569325"/>
                  </a:lnTo>
                  <a:lnTo>
                    <a:pt x="1494572" y="577335"/>
                  </a:lnTo>
                  <a:lnTo>
                    <a:pt x="1495575" y="560314"/>
                  </a:lnTo>
                  <a:lnTo>
                    <a:pt x="1497079" y="577835"/>
                  </a:lnTo>
                  <a:lnTo>
                    <a:pt x="1498082" y="573830"/>
                  </a:lnTo>
                  <a:lnTo>
                    <a:pt x="1499085" y="573330"/>
                  </a:lnTo>
                  <a:lnTo>
                    <a:pt x="1500590" y="571828"/>
                  </a:lnTo>
                  <a:lnTo>
                    <a:pt x="1501593" y="578837"/>
                  </a:lnTo>
                  <a:lnTo>
                    <a:pt x="1502595" y="577335"/>
                  </a:lnTo>
                  <a:lnTo>
                    <a:pt x="1504100" y="609896"/>
                  </a:lnTo>
                  <a:lnTo>
                    <a:pt x="1505103" y="556809"/>
                  </a:lnTo>
                  <a:lnTo>
                    <a:pt x="1506106" y="593355"/>
                  </a:lnTo>
                  <a:lnTo>
                    <a:pt x="1507610" y="574832"/>
                  </a:lnTo>
                  <a:lnTo>
                    <a:pt x="1508613" y="579337"/>
                  </a:lnTo>
                  <a:lnTo>
                    <a:pt x="1509616" y="588849"/>
                  </a:lnTo>
                  <a:lnTo>
                    <a:pt x="1510619" y="577835"/>
                  </a:lnTo>
                  <a:lnTo>
                    <a:pt x="1512123" y="580339"/>
                  </a:lnTo>
                  <a:lnTo>
                    <a:pt x="1513126" y="582341"/>
                  </a:lnTo>
                  <a:lnTo>
                    <a:pt x="1514129" y="585845"/>
                  </a:lnTo>
                  <a:lnTo>
                    <a:pt x="1515633" y="576334"/>
                  </a:lnTo>
                  <a:lnTo>
                    <a:pt x="1516636" y="576334"/>
                  </a:lnTo>
                  <a:lnTo>
                    <a:pt x="1517639" y="576334"/>
                  </a:lnTo>
                  <a:lnTo>
                    <a:pt x="1519143" y="577335"/>
                  </a:lnTo>
                  <a:lnTo>
                    <a:pt x="1520146" y="579838"/>
                  </a:lnTo>
                  <a:lnTo>
                    <a:pt x="1521149" y="574832"/>
                  </a:lnTo>
                  <a:lnTo>
                    <a:pt x="1522654" y="575833"/>
                  </a:lnTo>
                  <a:lnTo>
                    <a:pt x="1523656" y="563317"/>
                  </a:lnTo>
                  <a:lnTo>
                    <a:pt x="1524659" y="585845"/>
                  </a:lnTo>
                  <a:lnTo>
                    <a:pt x="1525662" y="585845"/>
                  </a:lnTo>
                  <a:lnTo>
                    <a:pt x="1527167" y="564819"/>
                  </a:lnTo>
                  <a:lnTo>
                    <a:pt x="1528169" y="576334"/>
                  </a:lnTo>
                  <a:lnTo>
                    <a:pt x="1529172" y="571828"/>
                  </a:lnTo>
                  <a:lnTo>
                    <a:pt x="1530677" y="576334"/>
                  </a:lnTo>
                  <a:lnTo>
                    <a:pt x="1531680" y="571828"/>
                  </a:lnTo>
                  <a:lnTo>
                    <a:pt x="1532683" y="569325"/>
                  </a:lnTo>
                  <a:lnTo>
                    <a:pt x="1534187" y="573830"/>
                  </a:lnTo>
                  <a:lnTo>
                    <a:pt x="1535190" y="560814"/>
                  </a:lnTo>
                  <a:lnTo>
                    <a:pt x="1536193" y="568824"/>
                  </a:lnTo>
                  <a:lnTo>
                    <a:pt x="1537697" y="560814"/>
                  </a:lnTo>
                  <a:lnTo>
                    <a:pt x="1538700" y="565820"/>
                  </a:lnTo>
                  <a:lnTo>
                    <a:pt x="1539703" y="546797"/>
                  </a:lnTo>
                  <a:lnTo>
                    <a:pt x="1541207" y="561815"/>
                  </a:lnTo>
                  <a:lnTo>
                    <a:pt x="1542210" y="542792"/>
                  </a:lnTo>
                  <a:lnTo>
                    <a:pt x="1543213" y="531277"/>
                  </a:lnTo>
                  <a:lnTo>
                    <a:pt x="1544216" y="546797"/>
                  </a:lnTo>
                  <a:lnTo>
                    <a:pt x="1545720" y="549300"/>
                  </a:lnTo>
                  <a:lnTo>
                    <a:pt x="1546723" y="533280"/>
                  </a:lnTo>
                  <a:lnTo>
                    <a:pt x="1547726" y="518748"/>
                  </a:lnTo>
                  <a:lnTo>
                    <a:pt x="1549230" y="503729"/>
                  </a:lnTo>
                  <a:lnTo>
                    <a:pt x="1550233" y="530276"/>
                  </a:lnTo>
                  <a:lnTo>
                    <a:pt x="1551236" y="525770"/>
                  </a:lnTo>
                  <a:lnTo>
                    <a:pt x="1552741" y="520751"/>
                  </a:lnTo>
                  <a:lnTo>
                    <a:pt x="1553743" y="526271"/>
                  </a:lnTo>
                  <a:lnTo>
                    <a:pt x="1554746" y="512741"/>
                  </a:lnTo>
                  <a:lnTo>
                    <a:pt x="1556251" y="515244"/>
                  </a:lnTo>
                  <a:lnTo>
                    <a:pt x="1557254" y="515244"/>
                  </a:lnTo>
                  <a:lnTo>
                    <a:pt x="1558257" y="521752"/>
                  </a:lnTo>
                  <a:lnTo>
                    <a:pt x="1559259" y="516245"/>
                  </a:lnTo>
                  <a:lnTo>
                    <a:pt x="1560764" y="519249"/>
                  </a:lnTo>
                  <a:lnTo>
                    <a:pt x="1561767" y="544293"/>
                  </a:lnTo>
                  <a:lnTo>
                    <a:pt x="1562770" y="522253"/>
                  </a:lnTo>
                  <a:lnTo>
                    <a:pt x="1564274" y="532779"/>
                  </a:lnTo>
                  <a:lnTo>
                    <a:pt x="1565277" y="520250"/>
                  </a:lnTo>
                  <a:lnTo>
                    <a:pt x="1566280" y="541290"/>
                  </a:lnTo>
                  <a:lnTo>
                    <a:pt x="1567784" y="544293"/>
                  </a:lnTo>
                  <a:lnTo>
                    <a:pt x="1568787" y="534281"/>
                  </a:lnTo>
                  <a:lnTo>
                    <a:pt x="1569790" y="536283"/>
                  </a:lnTo>
                  <a:lnTo>
                    <a:pt x="1571294" y="538787"/>
                  </a:lnTo>
                  <a:lnTo>
                    <a:pt x="1572297" y="539287"/>
                  </a:lnTo>
                  <a:lnTo>
                    <a:pt x="1573300" y="559312"/>
                  </a:lnTo>
                  <a:lnTo>
                    <a:pt x="1574303" y="556809"/>
                  </a:lnTo>
                  <a:lnTo>
                    <a:pt x="1575807" y="554306"/>
                  </a:lnTo>
                  <a:lnTo>
                    <a:pt x="1576810" y="540288"/>
                  </a:lnTo>
                  <a:lnTo>
                    <a:pt x="1577813" y="569325"/>
                  </a:lnTo>
                  <a:lnTo>
                    <a:pt x="1579318" y="557810"/>
                  </a:lnTo>
                  <a:lnTo>
                    <a:pt x="1580320" y="567823"/>
                  </a:lnTo>
                  <a:lnTo>
                    <a:pt x="1581323" y="560314"/>
                  </a:lnTo>
                  <a:lnTo>
                    <a:pt x="1582828" y="563818"/>
                  </a:lnTo>
                  <a:lnTo>
                    <a:pt x="1583831" y="576334"/>
                  </a:lnTo>
                  <a:lnTo>
                    <a:pt x="1584833" y="580339"/>
                  </a:lnTo>
                  <a:lnTo>
                    <a:pt x="1586338" y="569825"/>
                  </a:lnTo>
                  <a:lnTo>
                    <a:pt x="1587341" y="575332"/>
                  </a:lnTo>
                  <a:lnTo>
                    <a:pt x="1588344" y="595357"/>
                  </a:lnTo>
                  <a:lnTo>
                    <a:pt x="1589347" y="563317"/>
                  </a:lnTo>
                  <a:lnTo>
                    <a:pt x="1590851" y="592854"/>
                  </a:lnTo>
                  <a:lnTo>
                    <a:pt x="1591854" y="576334"/>
                  </a:lnTo>
                  <a:lnTo>
                    <a:pt x="1592877" y="565320"/>
                  </a:lnTo>
                  <a:lnTo>
                    <a:pt x="1594381" y="580839"/>
                  </a:lnTo>
                  <a:lnTo>
                    <a:pt x="1595384" y="574832"/>
                  </a:lnTo>
                  <a:lnTo>
                    <a:pt x="1596387" y="561315"/>
                  </a:lnTo>
                  <a:lnTo>
                    <a:pt x="1597891" y="566822"/>
                  </a:lnTo>
                  <a:lnTo>
                    <a:pt x="1598894" y="580339"/>
                  </a:lnTo>
                  <a:lnTo>
                    <a:pt x="1599897" y="589350"/>
                  </a:lnTo>
                  <a:lnTo>
                    <a:pt x="1601401" y="563818"/>
                  </a:lnTo>
                  <a:lnTo>
                    <a:pt x="1602404" y="582341"/>
                  </a:lnTo>
                  <a:lnTo>
                    <a:pt x="1603407" y="566321"/>
                  </a:lnTo>
                  <a:lnTo>
                    <a:pt x="1604410" y="561815"/>
                  </a:lnTo>
                  <a:lnTo>
                    <a:pt x="1605915" y="569825"/>
                  </a:lnTo>
                  <a:lnTo>
                    <a:pt x="1606917" y="586346"/>
                  </a:lnTo>
                  <a:lnTo>
                    <a:pt x="1607920" y="571828"/>
                  </a:lnTo>
                  <a:lnTo>
                    <a:pt x="1609425" y="573330"/>
                  </a:lnTo>
                  <a:lnTo>
                    <a:pt x="1610428" y="577835"/>
                  </a:lnTo>
                  <a:lnTo>
                    <a:pt x="1611430" y="574832"/>
                  </a:lnTo>
                  <a:lnTo>
                    <a:pt x="1612935" y="591853"/>
                  </a:lnTo>
                  <a:lnTo>
                    <a:pt x="1613938" y="562316"/>
                  </a:lnTo>
                  <a:lnTo>
                    <a:pt x="1614941" y="575332"/>
                  </a:lnTo>
                  <a:lnTo>
                    <a:pt x="1616445" y="589850"/>
                  </a:lnTo>
                  <a:lnTo>
                    <a:pt x="1617448" y="585845"/>
                  </a:lnTo>
                  <a:lnTo>
                    <a:pt x="1618451" y="563818"/>
                  </a:lnTo>
                </a:path>
                <a:path w="2200275" h="611505">
                  <a:moveTo>
                    <a:pt x="1618451" y="563818"/>
                  </a:moveTo>
                  <a:lnTo>
                    <a:pt x="1619454" y="595858"/>
                  </a:lnTo>
                  <a:lnTo>
                    <a:pt x="1620958" y="568824"/>
                  </a:lnTo>
                  <a:lnTo>
                    <a:pt x="1621961" y="581840"/>
                  </a:lnTo>
                  <a:lnTo>
                    <a:pt x="1622964" y="577835"/>
                  </a:lnTo>
                  <a:lnTo>
                    <a:pt x="1624468" y="556809"/>
                  </a:lnTo>
                  <a:lnTo>
                    <a:pt x="1625471" y="569325"/>
                  </a:lnTo>
                  <a:lnTo>
                    <a:pt x="1626474" y="566822"/>
                  </a:lnTo>
                  <a:lnTo>
                    <a:pt x="1627978" y="572829"/>
                  </a:lnTo>
                  <a:lnTo>
                    <a:pt x="1628981" y="574832"/>
                  </a:lnTo>
                  <a:lnTo>
                    <a:pt x="1629984" y="572329"/>
                  </a:lnTo>
                  <a:lnTo>
                    <a:pt x="1631489" y="574331"/>
                  </a:lnTo>
                  <a:lnTo>
                    <a:pt x="1632491" y="569325"/>
                  </a:lnTo>
                  <a:lnTo>
                    <a:pt x="1633494" y="569825"/>
                  </a:lnTo>
                  <a:lnTo>
                    <a:pt x="1634497" y="551803"/>
                  </a:lnTo>
                  <a:lnTo>
                    <a:pt x="1636002" y="558812"/>
                  </a:lnTo>
                  <a:lnTo>
                    <a:pt x="1637004" y="573830"/>
                  </a:lnTo>
                  <a:lnTo>
                    <a:pt x="1638007" y="559813"/>
                  </a:lnTo>
                  <a:lnTo>
                    <a:pt x="1639512" y="575332"/>
                  </a:lnTo>
                  <a:lnTo>
                    <a:pt x="1640515" y="589850"/>
                  </a:lnTo>
                  <a:lnTo>
                    <a:pt x="1641518" y="567322"/>
                  </a:lnTo>
                  <a:lnTo>
                    <a:pt x="1643022" y="569825"/>
                  </a:lnTo>
                  <a:lnTo>
                    <a:pt x="1644025" y="556809"/>
                  </a:lnTo>
                  <a:lnTo>
                    <a:pt x="1645028" y="545295"/>
                  </a:lnTo>
                  <a:lnTo>
                    <a:pt x="1646532" y="584344"/>
                  </a:lnTo>
                  <a:lnTo>
                    <a:pt x="1647535" y="571828"/>
                  </a:lnTo>
                  <a:lnTo>
                    <a:pt x="1648538" y="569825"/>
                  </a:lnTo>
                  <a:lnTo>
                    <a:pt x="1650042" y="567322"/>
                  </a:lnTo>
                  <a:lnTo>
                    <a:pt x="1651045" y="578837"/>
                  </a:lnTo>
                  <a:lnTo>
                    <a:pt x="1652048" y="593355"/>
                  </a:lnTo>
                  <a:lnTo>
                    <a:pt x="1653051" y="592854"/>
                  </a:lnTo>
                  <a:lnTo>
                    <a:pt x="1654555" y="580339"/>
                  </a:lnTo>
                  <a:lnTo>
                    <a:pt x="1655558" y="580839"/>
                  </a:lnTo>
                  <a:lnTo>
                    <a:pt x="1656561" y="583342"/>
                  </a:lnTo>
                  <a:lnTo>
                    <a:pt x="1658065" y="568324"/>
                  </a:lnTo>
                  <a:lnTo>
                    <a:pt x="1659068" y="589350"/>
                  </a:lnTo>
                  <a:lnTo>
                    <a:pt x="1660071" y="559813"/>
                  </a:lnTo>
                  <a:lnTo>
                    <a:pt x="1661576" y="576334"/>
                  </a:lnTo>
                  <a:lnTo>
                    <a:pt x="1662579" y="566822"/>
                  </a:lnTo>
                  <a:lnTo>
                    <a:pt x="1663581" y="585345"/>
                  </a:lnTo>
                  <a:lnTo>
                    <a:pt x="1665086" y="576334"/>
                  </a:lnTo>
                  <a:lnTo>
                    <a:pt x="1666089" y="568824"/>
                  </a:lnTo>
                  <a:lnTo>
                    <a:pt x="1667092" y="580339"/>
                  </a:lnTo>
                  <a:lnTo>
                    <a:pt x="1668094" y="575833"/>
                  </a:lnTo>
                  <a:lnTo>
                    <a:pt x="1669599" y="573330"/>
                  </a:lnTo>
                  <a:lnTo>
                    <a:pt x="1670602" y="568824"/>
                  </a:lnTo>
                  <a:lnTo>
                    <a:pt x="1671605" y="583342"/>
                  </a:lnTo>
                  <a:lnTo>
                    <a:pt x="1673109" y="561315"/>
                  </a:lnTo>
                  <a:lnTo>
                    <a:pt x="1674112" y="547297"/>
                  </a:lnTo>
                  <a:lnTo>
                    <a:pt x="1675115" y="575332"/>
                  </a:lnTo>
                  <a:lnTo>
                    <a:pt x="1676619" y="570326"/>
                  </a:lnTo>
                  <a:lnTo>
                    <a:pt x="1677622" y="573330"/>
                  </a:lnTo>
                  <a:lnTo>
                    <a:pt x="1678625" y="583342"/>
                  </a:lnTo>
                  <a:lnTo>
                    <a:pt x="1680129" y="572829"/>
                  </a:lnTo>
                  <a:lnTo>
                    <a:pt x="1681132" y="587347"/>
                  </a:lnTo>
                  <a:lnTo>
                    <a:pt x="1682135" y="578336"/>
                  </a:lnTo>
                  <a:lnTo>
                    <a:pt x="1683138" y="553805"/>
                  </a:lnTo>
                  <a:lnTo>
                    <a:pt x="1684642" y="554306"/>
                  </a:lnTo>
                  <a:lnTo>
                    <a:pt x="1685645" y="568324"/>
                  </a:lnTo>
                  <a:lnTo>
                    <a:pt x="1686648" y="572829"/>
                  </a:lnTo>
                  <a:lnTo>
                    <a:pt x="1688153" y="574331"/>
                  </a:lnTo>
                  <a:lnTo>
                    <a:pt x="1689155" y="579838"/>
                  </a:lnTo>
                  <a:lnTo>
                    <a:pt x="1690158" y="573330"/>
                  </a:lnTo>
                  <a:lnTo>
                    <a:pt x="1691663" y="568824"/>
                  </a:lnTo>
                  <a:lnTo>
                    <a:pt x="1692666" y="556809"/>
                  </a:lnTo>
                  <a:lnTo>
                    <a:pt x="1693669" y="552303"/>
                  </a:lnTo>
                  <a:lnTo>
                    <a:pt x="1695173" y="563317"/>
                  </a:lnTo>
                  <a:lnTo>
                    <a:pt x="1696176" y="571828"/>
                  </a:lnTo>
                  <a:lnTo>
                    <a:pt x="1697179" y="558812"/>
                  </a:lnTo>
                  <a:lnTo>
                    <a:pt x="1698195" y="568824"/>
                  </a:lnTo>
                  <a:lnTo>
                    <a:pt x="1699699" y="576334"/>
                  </a:lnTo>
                  <a:lnTo>
                    <a:pt x="1700702" y="569825"/>
                  </a:lnTo>
                  <a:lnTo>
                    <a:pt x="1701705" y="561815"/>
                  </a:lnTo>
                  <a:lnTo>
                    <a:pt x="1703209" y="563818"/>
                  </a:lnTo>
                  <a:lnTo>
                    <a:pt x="1704212" y="574331"/>
                  </a:lnTo>
                  <a:lnTo>
                    <a:pt x="1705215" y="571828"/>
                  </a:lnTo>
                  <a:lnTo>
                    <a:pt x="1706720" y="563818"/>
                  </a:lnTo>
                  <a:lnTo>
                    <a:pt x="1707723" y="572829"/>
                  </a:lnTo>
                  <a:lnTo>
                    <a:pt x="1708725" y="552303"/>
                  </a:lnTo>
                  <a:lnTo>
                    <a:pt x="1710230" y="555808"/>
                  </a:lnTo>
                  <a:lnTo>
                    <a:pt x="1711233" y="571828"/>
                  </a:lnTo>
                  <a:lnTo>
                    <a:pt x="1712236" y="571828"/>
                  </a:lnTo>
                  <a:lnTo>
                    <a:pt x="1713238" y="569825"/>
                  </a:lnTo>
                  <a:lnTo>
                    <a:pt x="1714743" y="555808"/>
                  </a:lnTo>
                  <a:lnTo>
                    <a:pt x="1715746" y="577335"/>
                  </a:lnTo>
                  <a:lnTo>
                    <a:pt x="1716749" y="556809"/>
                  </a:lnTo>
                  <a:lnTo>
                    <a:pt x="1718253" y="555307"/>
                  </a:lnTo>
                  <a:lnTo>
                    <a:pt x="1719256" y="552804"/>
                  </a:lnTo>
                  <a:lnTo>
                    <a:pt x="1720259" y="578336"/>
                  </a:lnTo>
                  <a:lnTo>
                    <a:pt x="1721763" y="557810"/>
                  </a:lnTo>
                  <a:lnTo>
                    <a:pt x="1722766" y="578336"/>
                  </a:lnTo>
                  <a:lnTo>
                    <a:pt x="1723769" y="592854"/>
                  </a:lnTo>
                  <a:lnTo>
                    <a:pt x="1725273" y="568324"/>
                  </a:lnTo>
                  <a:lnTo>
                    <a:pt x="1726276" y="572829"/>
                  </a:lnTo>
                  <a:lnTo>
                    <a:pt x="1727279" y="568324"/>
                  </a:lnTo>
                  <a:lnTo>
                    <a:pt x="1728282" y="548298"/>
                  </a:lnTo>
                  <a:lnTo>
                    <a:pt x="1729786" y="561815"/>
                  </a:lnTo>
                  <a:lnTo>
                    <a:pt x="1730789" y="544794"/>
                  </a:lnTo>
                  <a:lnTo>
                    <a:pt x="1731792" y="582842"/>
                  </a:lnTo>
                  <a:lnTo>
                    <a:pt x="1733297" y="561315"/>
                  </a:lnTo>
                  <a:lnTo>
                    <a:pt x="1734299" y="563317"/>
                  </a:lnTo>
                  <a:lnTo>
                    <a:pt x="1735302" y="545295"/>
                  </a:lnTo>
                  <a:lnTo>
                    <a:pt x="1736807" y="558311"/>
                  </a:lnTo>
                  <a:lnTo>
                    <a:pt x="1737810" y="569825"/>
                  </a:lnTo>
                  <a:lnTo>
                    <a:pt x="1738813" y="564319"/>
                  </a:lnTo>
                  <a:lnTo>
                    <a:pt x="1740317" y="554306"/>
                  </a:lnTo>
                  <a:lnTo>
                    <a:pt x="1741320" y="553305"/>
                  </a:lnTo>
                  <a:lnTo>
                    <a:pt x="1742323" y="556809"/>
                  </a:lnTo>
                  <a:lnTo>
                    <a:pt x="1743326" y="573330"/>
                  </a:lnTo>
                  <a:lnTo>
                    <a:pt x="1744830" y="556809"/>
                  </a:lnTo>
                  <a:lnTo>
                    <a:pt x="1745833" y="551803"/>
                  </a:lnTo>
                  <a:lnTo>
                    <a:pt x="1746836" y="566822"/>
                  </a:lnTo>
                  <a:lnTo>
                    <a:pt x="1748340" y="570827"/>
                  </a:lnTo>
                  <a:lnTo>
                    <a:pt x="1749343" y="566321"/>
                  </a:lnTo>
                  <a:lnTo>
                    <a:pt x="1750346" y="570827"/>
                  </a:lnTo>
                  <a:lnTo>
                    <a:pt x="1751850" y="570326"/>
                  </a:lnTo>
                  <a:lnTo>
                    <a:pt x="1752853" y="560814"/>
                  </a:lnTo>
                  <a:lnTo>
                    <a:pt x="1753856" y="563317"/>
                  </a:lnTo>
                  <a:lnTo>
                    <a:pt x="1755360" y="582341"/>
                  </a:lnTo>
                  <a:lnTo>
                    <a:pt x="1756363" y="559813"/>
                  </a:lnTo>
                  <a:lnTo>
                    <a:pt x="1757366" y="571828"/>
                  </a:lnTo>
                  <a:lnTo>
                    <a:pt x="1758369" y="573830"/>
                  </a:lnTo>
                  <a:lnTo>
                    <a:pt x="1759873" y="570827"/>
                  </a:lnTo>
                  <a:lnTo>
                    <a:pt x="1760876" y="568824"/>
                  </a:lnTo>
                  <a:lnTo>
                    <a:pt x="1761879" y="548298"/>
                  </a:lnTo>
                  <a:lnTo>
                    <a:pt x="1763384" y="561815"/>
                  </a:lnTo>
                  <a:lnTo>
                    <a:pt x="1764387" y="573330"/>
                  </a:lnTo>
                  <a:lnTo>
                    <a:pt x="1765389" y="560314"/>
                  </a:lnTo>
                  <a:lnTo>
                    <a:pt x="1766894" y="543292"/>
                  </a:lnTo>
                  <a:lnTo>
                    <a:pt x="1767897" y="552804"/>
                  </a:lnTo>
                  <a:lnTo>
                    <a:pt x="1768900" y="548799"/>
                  </a:lnTo>
                  <a:lnTo>
                    <a:pt x="1770404" y="553805"/>
                  </a:lnTo>
                  <a:lnTo>
                    <a:pt x="1771407" y="544293"/>
                  </a:lnTo>
                  <a:lnTo>
                    <a:pt x="1772410" y="570827"/>
                  </a:lnTo>
                  <a:lnTo>
                    <a:pt x="1773914" y="561315"/>
                  </a:lnTo>
                  <a:lnTo>
                    <a:pt x="1774917" y="556809"/>
                  </a:lnTo>
                  <a:lnTo>
                    <a:pt x="1775920" y="565320"/>
                  </a:lnTo>
                  <a:lnTo>
                    <a:pt x="1776923" y="558812"/>
                  </a:lnTo>
                  <a:lnTo>
                    <a:pt x="1778427" y="552303"/>
                  </a:lnTo>
                  <a:lnTo>
                    <a:pt x="1779430" y="572329"/>
                  </a:lnTo>
                  <a:lnTo>
                    <a:pt x="1780433" y="562316"/>
                  </a:lnTo>
                  <a:lnTo>
                    <a:pt x="1781937" y="564819"/>
                  </a:lnTo>
                  <a:lnTo>
                    <a:pt x="1782940" y="558812"/>
                  </a:lnTo>
                  <a:lnTo>
                    <a:pt x="1783943" y="559813"/>
                  </a:lnTo>
                  <a:lnTo>
                    <a:pt x="1785447" y="552804"/>
                  </a:lnTo>
                  <a:lnTo>
                    <a:pt x="1786450" y="550802"/>
                  </a:lnTo>
                  <a:lnTo>
                    <a:pt x="1787453" y="569825"/>
                  </a:lnTo>
                  <a:lnTo>
                    <a:pt x="1788958" y="557310"/>
                  </a:lnTo>
                  <a:lnTo>
                    <a:pt x="1789961" y="565820"/>
                  </a:lnTo>
                  <a:lnTo>
                    <a:pt x="1790963" y="555808"/>
                  </a:lnTo>
                  <a:lnTo>
                    <a:pt x="1791966" y="568824"/>
                  </a:lnTo>
                  <a:lnTo>
                    <a:pt x="1793471" y="574331"/>
                  </a:lnTo>
                  <a:lnTo>
                    <a:pt x="1794474" y="550301"/>
                  </a:lnTo>
                  <a:lnTo>
                    <a:pt x="1795477" y="568824"/>
                  </a:lnTo>
                  <a:lnTo>
                    <a:pt x="1796981" y="573330"/>
                  </a:lnTo>
                  <a:lnTo>
                    <a:pt x="1797984" y="561315"/>
                  </a:lnTo>
                  <a:lnTo>
                    <a:pt x="1798987" y="561315"/>
                  </a:lnTo>
                  <a:lnTo>
                    <a:pt x="1800491" y="548298"/>
                  </a:lnTo>
                  <a:lnTo>
                    <a:pt x="1801494" y="549800"/>
                  </a:lnTo>
                  <a:lnTo>
                    <a:pt x="1802497" y="529275"/>
                  </a:lnTo>
                  <a:lnTo>
                    <a:pt x="1804001" y="561315"/>
                  </a:lnTo>
                  <a:lnTo>
                    <a:pt x="1805017" y="549300"/>
                  </a:lnTo>
                  <a:lnTo>
                    <a:pt x="1806020" y="551803"/>
                  </a:lnTo>
                  <a:lnTo>
                    <a:pt x="1807023" y="569325"/>
                  </a:lnTo>
                  <a:lnTo>
                    <a:pt x="1808528" y="536784"/>
                  </a:lnTo>
                  <a:lnTo>
                    <a:pt x="1809531" y="549800"/>
                  </a:lnTo>
                  <a:lnTo>
                    <a:pt x="1810533" y="546296"/>
                  </a:lnTo>
                  <a:lnTo>
                    <a:pt x="1812038" y="553805"/>
                  </a:lnTo>
                  <a:lnTo>
                    <a:pt x="1813041" y="551302"/>
                  </a:lnTo>
                  <a:lnTo>
                    <a:pt x="1814044" y="543793"/>
                  </a:lnTo>
                  <a:lnTo>
                    <a:pt x="1815548" y="565820"/>
                  </a:lnTo>
                  <a:lnTo>
                    <a:pt x="1816551" y="553805"/>
                  </a:lnTo>
                  <a:lnTo>
                    <a:pt x="1817554" y="553805"/>
                  </a:lnTo>
                  <a:lnTo>
                    <a:pt x="1819058" y="556308"/>
                  </a:lnTo>
                  <a:lnTo>
                    <a:pt x="1820061" y="533280"/>
                  </a:lnTo>
                  <a:lnTo>
                    <a:pt x="1821064" y="542291"/>
                  </a:lnTo>
                  <a:lnTo>
                    <a:pt x="1822067" y="559813"/>
                  </a:lnTo>
                  <a:lnTo>
                    <a:pt x="1823571" y="548298"/>
                  </a:lnTo>
                  <a:lnTo>
                    <a:pt x="1824574" y="540789"/>
                  </a:lnTo>
                  <a:lnTo>
                    <a:pt x="1825577" y="557810"/>
                  </a:lnTo>
                  <a:lnTo>
                    <a:pt x="1827081" y="542792"/>
                  </a:lnTo>
                  <a:lnTo>
                    <a:pt x="1828084" y="531277"/>
                  </a:lnTo>
                  <a:lnTo>
                    <a:pt x="1829087" y="536784"/>
                  </a:lnTo>
                  <a:lnTo>
                    <a:pt x="1830591" y="539788"/>
                  </a:lnTo>
                  <a:lnTo>
                    <a:pt x="1831594" y="547297"/>
                  </a:lnTo>
                  <a:lnTo>
                    <a:pt x="1832597" y="528273"/>
                  </a:lnTo>
                  <a:lnTo>
                    <a:pt x="1834102" y="545795"/>
                  </a:lnTo>
                  <a:lnTo>
                    <a:pt x="1835105" y="545295"/>
                  </a:lnTo>
                  <a:lnTo>
                    <a:pt x="1836107" y="514743"/>
                  </a:lnTo>
                  <a:lnTo>
                    <a:pt x="1837110" y="542792"/>
                  </a:lnTo>
                  <a:lnTo>
                    <a:pt x="1838615" y="531277"/>
                  </a:lnTo>
                  <a:lnTo>
                    <a:pt x="1839618" y="513742"/>
                  </a:lnTo>
                  <a:lnTo>
                    <a:pt x="1840621" y="519249"/>
                  </a:lnTo>
                  <a:lnTo>
                    <a:pt x="1842125" y="512741"/>
                  </a:lnTo>
                  <a:lnTo>
                    <a:pt x="1843128" y="509737"/>
                  </a:lnTo>
                  <a:lnTo>
                    <a:pt x="1844131" y="507234"/>
                  </a:lnTo>
                  <a:lnTo>
                    <a:pt x="1845635" y="488210"/>
                  </a:lnTo>
                  <a:lnTo>
                    <a:pt x="1846638" y="493717"/>
                  </a:lnTo>
                  <a:lnTo>
                    <a:pt x="1847641" y="484205"/>
                  </a:lnTo>
                  <a:lnTo>
                    <a:pt x="1849145" y="490713"/>
                  </a:lnTo>
                  <a:lnTo>
                    <a:pt x="1850148" y="480701"/>
                  </a:lnTo>
                  <a:lnTo>
                    <a:pt x="1851151" y="461176"/>
                  </a:lnTo>
                  <a:lnTo>
                    <a:pt x="1852154" y="463179"/>
                  </a:lnTo>
                  <a:lnTo>
                    <a:pt x="1853658" y="463679"/>
                  </a:lnTo>
                  <a:lnTo>
                    <a:pt x="1854661" y="446157"/>
                  </a:lnTo>
                  <a:lnTo>
                    <a:pt x="1855664" y="445657"/>
                  </a:lnTo>
                  <a:lnTo>
                    <a:pt x="1857168" y="443634"/>
                  </a:lnTo>
                  <a:lnTo>
                    <a:pt x="1858171" y="421607"/>
                  </a:lnTo>
                  <a:lnTo>
                    <a:pt x="1859174" y="436125"/>
                  </a:lnTo>
                  <a:lnTo>
                    <a:pt x="1860679" y="416100"/>
                  </a:lnTo>
                  <a:lnTo>
                    <a:pt x="1861681" y="400580"/>
                  </a:lnTo>
                  <a:lnTo>
                    <a:pt x="1862684" y="408090"/>
                  </a:lnTo>
                  <a:lnTo>
                    <a:pt x="1864189" y="389567"/>
                  </a:lnTo>
                  <a:lnTo>
                    <a:pt x="1865192" y="393071"/>
                  </a:lnTo>
                  <a:lnTo>
                    <a:pt x="1866195" y="405086"/>
                  </a:lnTo>
                  <a:lnTo>
                    <a:pt x="1867197" y="397076"/>
                  </a:lnTo>
                  <a:lnTo>
                    <a:pt x="1868702" y="397076"/>
                  </a:lnTo>
                  <a:lnTo>
                    <a:pt x="1869705" y="388065"/>
                  </a:lnTo>
                  <a:lnTo>
                    <a:pt x="1870708" y="377051"/>
                  </a:lnTo>
                  <a:lnTo>
                    <a:pt x="1872212" y="390067"/>
                  </a:lnTo>
                  <a:lnTo>
                    <a:pt x="1873215" y="392070"/>
                  </a:lnTo>
                  <a:lnTo>
                    <a:pt x="1874218" y="393071"/>
                  </a:lnTo>
                  <a:lnTo>
                    <a:pt x="1875722" y="390067"/>
                  </a:lnTo>
                  <a:lnTo>
                    <a:pt x="1876725" y="392570"/>
                  </a:lnTo>
                  <a:lnTo>
                    <a:pt x="1877728" y="395574"/>
                  </a:lnTo>
                  <a:lnTo>
                    <a:pt x="1879232" y="400580"/>
                  </a:lnTo>
                  <a:lnTo>
                    <a:pt x="1880235" y="406588"/>
                  </a:lnTo>
                  <a:lnTo>
                    <a:pt x="1881238" y="405587"/>
                  </a:lnTo>
                  <a:lnTo>
                    <a:pt x="1882241" y="416100"/>
                  </a:lnTo>
                  <a:lnTo>
                    <a:pt x="1883745" y="411094"/>
                  </a:lnTo>
                  <a:lnTo>
                    <a:pt x="1884748" y="432120"/>
                  </a:lnTo>
                  <a:lnTo>
                    <a:pt x="1885751" y="424610"/>
                  </a:lnTo>
                  <a:lnTo>
                    <a:pt x="1887255" y="435624"/>
                  </a:lnTo>
                  <a:lnTo>
                    <a:pt x="1888258" y="454167"/>
                  </a:lnTo>
                  <a:lnTo>
                    <a:pt x="1889261" y="471689"/>
                  </a:lnTo>
                  <a:lnTo>
                    <a:pt x="1890766" y="470187"/>
                  </a:lnTo>
                  <a:lnTo>
                    <a:pt x="1891769" y="467184"/>
                  </a:lnTo>
                  <a:lnTo>
                    <a:pt x="1892771" y="491214"/>
                  </a:lnTo>
                  <a:lnTo>
                    <a:pt x="1894276" y="476195"/>
                  </a:lnTo>
                  <a:lnTo>
                    <a:pt x="1895279" y="481702"/>
                  </a:lnTo>
                  <a:lnTo>
                    <a:pt x="1896282" y="490713"/>
                  </a:lnTo>
                  <a:lnTo>
                    <a:pt x="1897786" y="484205"/>
                  </a:lnTo>
                  <a:lnTo>
                    <a:pt x="1898789" y="507234"/>
                  </a:lnTo>
                  <a:lnTo>
                    <a:pt x="1899792" y="511239"/>
                  </a:lnTo>
                  <a:lnTo>
                    <a:pt x="1900795" y="509737"/>
                  </a:lnTo>
                  <a:lnTo>
                    <a:pt x="1902299" y="507734"/>
                  </a:lnTo>
                  <a:lnTo>
                    <a:pt x="1903302" y="512741"/>
                  </a:lnTo>
                  <a:lnTo>
                    <a:pt x="1904305" y="525270"/>
                  </a:lnTo>
                  <a:lnTo>
                    <a:pt x="1905809" y="519249"/>
                  </a:lnTo>
                  <a:lnTo>
                    <a:pt x="1906812" y="524756"/>
                  </a:lnTo>
                  <a:lnTo>
                    <a:pt x="1907815" y="533780"/>
                  </a:lnTo>
                  <a:lnTo>
                    <a:pt x="1909319" y="530777"/>
                  </a:lnTo>
                  <a:lnTo>
                    <a:pt x="1910342" y="531277"/>
                  </a:lnTo>
                  <a:lnTo>
                    <a:pt x="1911345" y="529775"/>
                  </a:lnTo>
                  <a:lnTo>
                    <a:pt x="1912850" y="527773"/>
                  </a:lnTo>
                  <a:lnTo>
                    <a:pt x="1913852" y="530276"/>
                  </a:lnTo>
                  <a:lnTo>
                    <a:pt x="1914855" y="528273"/>
                  </a:lnTo>
                  <a:lnTo>
                    <a:pt x="1915858" y="533780"/>
                  </a:lnTo>
                  <a:lnTo>
                    <a:pt x="1917363" y="537785"/>
                  </a:lnTo>
                  <a:lnTo>
                    <a:pt x="1918366" y="555307"/>
                  </a:lnTo>
                  <a:lnTo>
                    <a:pt x="1919368" y="530777"/>
                  </a:lnTo>
                  <a:lnTo>
                    <a:pt x="1920873" y="528774"/>
                  </a:lnTo>
                  <a:lnTo>
                    <a:pt x="1921876" y="529775"/>
                  </a:lnTo>
                  <a:lnTo>
                    <a:pt x="1922879" y="535282"/>
                  </a:lnTo>
                  <a:lnTo>
                    <a:pt x="1924383" y="552303"/>
                  </a:lnTo>
                  <a:lnTo>
                    <a:pt x="1925386" y="534782"/>
                  </a:lnTo>
                  <a:lnTo>
                    <a:pt x="1926389" y="553805"/>
                  </a:lnTo>
                  <a:lnTo>
                    <a:pt x="1927893" y="531778"/>
                  </a:lnTo>
                  <a:lnTo>
                    <a:pt x="1928896" y="544794"/>
                  </a:lnTo>
                  <a:lnTo>
                    <a:pt x="1929899" y="556809"/>
                  </a:lnTo>
                  <a:lnTo>
                    <a:pt x="1930902" y="564319"/>
                  </a:lnTo>
                  <a:lnTo>
                    <a:pt x="1932406" y="536283"/>
                  </a:lnTo>
                  <a:lnTo>
                    <a:pt x="1933409" y="543292"/>
                  </a:lnTo>
                  <a:lnTo>
                    <a:pt x="1934412" y="549800"/>
                  </a:lnTo>
                  <a:lnTo>
                    <a:pt x="1935916" y="537285"/>
                  </a:lnTo>
                  <a:lnTo>
                    <a:pt x="1936919" y="527773"/>
                  </a:lnTo>
                  <a:lnTo>
                    <a:pt x="1937922" y="534281"/>
                  </a:lnTo>
                  <a:lnTo>
                    <a:pt x="1939427" y="531277"/>
                  </a:lnTo>
                  <a:lnTo>
                    <a:pt x="1940429" y="532779"/>
                  </a:lnTo>
                  <a:lnTo>
                    <a:pt x="1941432" y="540288"/>
                  </a:lnTo>
                  <a:lnTo>
                    <a:pt x="1942937" y="534782"/>
                  </a:lnTo>
                  <a:lnTo>
                    <a:pt x="1943940" y="525270"/>
                  </a:lnTo>
                  <a:lnTo>
                    <a:pt x="1944942" y="543793"/>
                  </a:lnTo>
                  <a:lnTo>
                    <a:pt x="1945945" y="537785"/>
                  </a:lnTo>
                  <a:lnTo>
                    <a:pt x="1947450" y="522253"/>
                  </a:lnTo>
                  <a:lnTo>
                    <a:pt x="1948453" y="519249"/>
                  </a:lnTo>
                  <a:lnTo>
                    <a:pt x="1949456" y="524756"/>
                  </a:lnTo>
                  <a:lnTo>
                    <a:pt x="1950960" y="533780"/>
                  </a:lnTo>
                  <a:lnTo>
                    <a:pt x="1951963" y="512741"/>
                  </a:lnTo>
                  <a:lnTo>
                    <a:pt x="1952966" y="507234"/>
                  </a:lnTo>
                  <a:lnTo>
                    <a:pt x="1954470" y="498723"/>
                  </a:lnTo>
                  <a:lnTo>
                    <a:pt x="1955473" y="516746"/>
                  </a:lnTo>
                  <a:lnTo>
                    <a:pt x="1956476" y="486208"/>
                  </a:lnTo>
                  <a:lnTo>
                    <a:pt x="1957980" y="499224"/>
                  </a:lnTo>
                  <a:lnTo>
                    <a:pt x="1958983" y="484205"/>
                  </a:lnTo>
                  <a:lnTo>
                    <a:pt x="1959986" y="465682"/>
                  </a:lnTo>
                  <a:lnTo>
                    <a:pt x="1960989" y="503229"/>
                  </a:lnTo>
                  <a:lnTo>
                    <a:pt x="1962493" y="466182"/>
                  </a:lnTo>
                  <a:lnTo>
                    <a:pt x="1963496" y="461176"/>
                  </a:lnTo>
                  <a:lnTo>
                    <a:pt x="1964499" y="472190"/>
                  </a:lnTo>
                  <a:lnTo>
                    <a:pt x="1966003" y="462678"/>
                  </a:lnTo>
                  <a:lnTo>
                    <a:pt x="1967006" y="433622"/>
                  </a:lnTo>
                  <a:lnTo>
                    <a:pt x="1968009" y="464681"/>
                  </a:lnTo>
                  <a:lnTo>
                    <a:pt x="1969514" y="445156"/>
                  </a:lnTo>
                  <a:lnTo>
                    <a:pt x="1970516" y="449161"/>
                  </a:lnTo>
                  <a:lnTo>
                    <a:pt x="1971519" y="448661"/>
                  </a:lnTo>
                  <a:lnTo>
                    <a:pt x="1973024" y="425111"/>
                  </a:lnTo>
                  <a:lnTo>
                    <a:pt x="1974027" y="437627"/>
                  </a:lnTo>
                  <a:lnTo>
                    <a:pt x="1975030" y="434122"/>
                  </a:lnTo>
                  <a:lnTo>
                    <a:pt x="1976032" y="432120"/>
                  </a:lnTo>
                  <a:lnTo>
                    <a:pt x="1977537" y="429617"/>
                  </a:lnTo>
                  <a:lnTo>
                    <a:pt x="1978540" y="425612"/>
                  </a:lnTo>
                  <a:lnTo>
                    <a:pt x="1979543" y="430117"/>
                  </a:lnTo>
                  <a:lnTo>
                    <a:pt x="1981047" y="420105"/>
                  </a:lnTo>
                  <a:lnTo>
                    <a:pt x="1982050" y="434122"/>
                  </a:lnTo>
                  <a:lnTo>
                    <a:pt x="1983053" y="430618"/>
                  </a:lnTo>
                  <a:lnTo>
                    <a:pt x="1984557" y="445156"/>
                  </a:lnTo>
                  <a:lnTo>
                    <a:pt x="1985560" y="442633"/>
                  </a:lnTo>
                  <a:lnTo>
                    <a:pt x="1986563" y="439629"/>
                  </a:lnTo>
                  <a:lnTo>
                    <a:pt x="1988067" y="437627"/>
                  </a:lnTo>
                  <a:lnTo>
                    <a:pt x="1989070" y="439629"/>
                  </a:lnTo>
                  <a:lnTo>
                    <a:pt x="1990073" y="440130"/>
                  </a:lnTo>
                  <a:lnTo>
                    <a:pt x="1991076" y="440130"/>
                  </a:lnTo>
                  <a:lnTo>
                    <a:pt x="1992580" y="453667"/>
                  </a:lnTo>
                  <a:lnTo>
                    <a:pt x="1993583" y="445156"/>
                  </a:lnTo>
                  <a:lnTo>
                    <a:pt x="1994586" y="453667"/>
                  </a:lnTo>
                  <a:lnTo>
                    <a:pt x="1996091" y="467184"/>
                  </a:lnTo>
                  <a:lnTo>
                    <a:pt x="1997093" y="459674"/>
                  </a:lnTo>
                  <a:lnTo>
                    <a:pt x="1998096" y="471689"/>
                  </a:lnTo>
                  <a:lnTo>
                    <a:pt x="1999601" y="470187"/>
                  </a:lnTo>
                  <a:lnTo>
                    <a:pt x="2000604" y="478197"/>
                  </a:lnTo>
                  <a:lnTo>
                    <a:pt x="2001606" y="485206"/>
                  </a:lnTo>
                  <a:lnTo>
                    <a:pt x="2003111" y="482202"/>
                  </a:lnTo>
                  <a:lnTo>
                    <a:pt x="2004114" y="482202"/>
                  </a:lnTo>
                  <a:lnTo>
                    <a:pt x="2005117" y="482202"/>
                  </a:lnTo>
                  <a:lnTo>
                    <a:pt x="2006120" y="490213"/>
                  </a:lnTo>
                  <a:lnTo>
                    <a:pt x="2007624" y="492215"/>
                  </a:lnTo>
                  <a:lnTo>
                    <a:pt x="2008627" y="507234"/>
                  </a:lnTo>
                  <a:lnTo>
                    <a:pt x="2009630" y="491714"/>
                  </a:lnTo>
                  <a:lnTo>
                    <a:pt x="2011134" y="518248"/>
                  </a:lnTo>
                  <a:lnTo>
                    <a:pt x="2012137" y="514743"/>
                  </a:lnTo>
                  <a:lnTo>
                    <a:pt x="2013140" y="500726"/>
                  </a:lnTo>
                  <a:lnTo>
                    <a:pt x="2014644" y="514743"/>
                  </a:lnTo>
                  <a:lnTo>
                    <a:pt x="2015647" y="496220"/>
                  </a:lnTo>
                  <a:lnTo>
                    <a:pt x="2016663" y="517747"/>
                  </a:lnTo>
                  <a:lnTo>
                    <a:pt x="2018168" y="525770"/>
                  </a:lnTo>
                  <a:lnTo>
                    <a:pt x="2019171" y="524255"/>
                  </a:lnTo>
                  <a:lnTo>
                    <a:pt x="2020174" y="535282"/>
                  </a:lnTo>
                  <a:lnTo>
                    <a:pt x="2021678" y="531277"/>
                  </a:lnTo>
                  <a:lnTo>
                    <a:pt x="2022681" y="543292"/>
                  </a:lnTo>
                  <a:lnTo>
                    <a:pt x="2023684" y="515244"/>
                  </a:lnTo>
                  <a:lnTo>
                    <a:pt x="2024687" y="544293"/>
                  </a:lnTo>
                  <a:lnTo>
                    <a:pt x="2026191" y="524756"/>
                  </a:lnTo>
                  <a:lnTo>
                    <a:pt x="2027194" y="523254"/>
                  </a:lnTo>
                  <a:lnTo>
                    <a:pt x="2028197" y="535282"/>
                  </a:lnTo>
                  <a:lnTo>
                    <a:pt x="2029701" y="518748"/>
                  </a:lnTo>
                  <a:lnTo>
                    <a:pt x="2030704" y="534782"/>
                  </a:lnTo>
                  <a:lnTo>
                    <a:pt x="2031707" y="547297"/>
                  </a:lnTo>
                  <a:lnTo>
                    <a:pt x="2033211" y="531277"/>
                  </a:lnTo>
                  <a:lnTo>
                    <a:pt x="2034214" y="538286"/>
                  </a:lnTo>
                  <a:lnTo>
                    <a:pt x="2035217" y="533280"/>
                  </a:lnTo>
                  <a:lnTo>
                    <a:pt x="2036721" y="535783"/>
                  </a:lnTo>
                  <a:lnTo>
                    <a:pt x="2037724" y="531277"/>
                  </a:lnTo>
                  <a:lnTo>
                    <a:pt x="2038727" y="542792"/>
                  </a:lnTo>
                  <a:lnTo>
                    <a:pt x="2039730" y="532779"/>
                  </a:lnTo>
                  <a:lnTo>
                    <a:pt x="2041235" y="531277"/>
                  </a:lnTo>
                  <a:lnTo>
                    <a:pt x="2042237" y="528774"/>
                  </a:lnTo>
                  <a:lnTo>
                    <a:pt x="2043240" y="541790"/>
                  </a:lnTo>
                  <a:lnTo>
                    <a:pt x="2044745" y="523754"/>
                  </a:lnTo>
                  <a:lnTo>
                    <a:pt x="2045748" y="540789"/>
                  </a:lnTo>
                  <a:lnTo>
                    <a:pt x="2046750" y="549300"/>
                  </a:lnTo>
                  <a:lnTo>
                    <a:pt x="2048255" y="533780"/>
                  </a:lnTo>
                  <a:lnTo>
                    <a:pt x="2049258" y="538787"/>
                  </a:lnTo>
                  <a:lnTo>
                    <a:pt x="2050261" y="510238"/>
                  </a:lnTo>
                  <a:lnTo>
                    <a:pt x="2051765" y="541290"/>
                  </a:lnTo>
                  <a:lnTo>
                    <a:pt x="2052768" y="529775"/>
                  </a:lnTo>
                  <a:lnTo>
                    <a:pt x="2053771" y="528273"/>
                  </a:lnTo>
                  <a:lnTo>
                    <a:pt x="2054774" y="510738"/>
                  </a:lnTo>
                  <a:lnTo>
                    <a:pt x="2056278" y="541290"/>
                  </a:lnTo>
                  <a:lnTo>
                    <a:pt x="2057281" y="546296"/>
                  </a:lnTo>
                  <a:lnTo>
                    <a:pt x="2058284" y="545295"/>
                  </a:lnTo>
                  <a:lnTo>
                    <a:pt x="2059788" y="542792"/>
                  </a:lnTo>
                  <a:lnTo>
                    <a:pt x="2060791" y="531277"/>
                  </a:lnTo>
                  <a:lnTo>
                    <a:pt x="2061794" y="546296"/>
                  </a:lnTo>
                  <a:lnTo>
                    <a:pt x="2063298" y="534782"/>
                  </a:lnTo>
                  <a:lnTo>
                    <a:pt x="2064301" y="537285"/>
                  </a:lnTo>
                  <a:lnTo>
                    <a:pt x="2065304" y="525270"/>
                  </a:lnTo>
                  <a:lnTo>
                    <a:pt x="2066809" y="526772"/>
                  </a:lnTo>
                  <a:lnTo>
                    <a:pt x="2067811" y="549300"/>
                  </a:lnTo>
                  <a:lnTo>
                    <a:pt x="2068814" y="533280"/>
                  </a:lnTo>
                  <a:lnTo>
                    <a:pt x="2069817" y="531778"/>
                  </a:lnTo>
                  <a:lnTo>
                    <a:pt x="2071322" y="540789"/>
                  </a:lnTo>
                  <a:lnTo>
                    <a:pt x="2072325" y="535783"/>
                  </a:lnTo>
                  <a:lnTo>
                    <a:pt x="2073327" y="549800"/>
                  </a:lnTo>
                  <a:lnTo>
                    <a:pt x="2074832" y="534281"/>
                  </a:lnTo>
                  <a:lnTo>
                    <a:pt x="2075835" y="548298"/>
                  </a:lnTo>
                  <a:lnTo>
                    <a:pt x="2076838" y="545795"/>
                  </a:lnTo>
                  <a:lnTo>
                    <a:pt x="2078342" y="531277"/>
                  </a:lnTo>
                  <a:lnTo>
                    <a:pt x="2079345" y="517747"/>
                  </a:lnTo>
                  <a:lnTo>
                    <a:pt x="2080348" y="543793"/>
                  </a:lnTo>
                  <a:lnTo>
                    <a:pt x="2081852" y="535282"/>
                  </a:lnTo>
                  <a:lnTo>
                    <a:pt x="2082855" y="528774"/>
                  </a:lnTo>
                  <a:lnTo>
                    <a:pt x="2083858" y="528774"/>
                  </a:lnTo>
                  <a:lnTo>
                    <a:pt x="2084861" y="527272"/>
                  </a:lnTo>
                  <a:lnTo>
                    <a:pt x="2086365" y="526271"/>
                  </a:lnTo>
                  <a:lnTo>
                    <a:pt x="2087368" y="528273"/>
                  </a:lnTo>
                  <a:lnTo>
                    <a:pt x="2088371" y="534782"/>
                  </a:lnTo>
                  <a:lnTo>
                    <a:pt x="2089875" y="526772"/>
                  </a:lnTo>
                  <a:lnTo>
                    <a:pt x="2090878" y="519249"/>
                  </a:lnTo>
                  <a:lnTo>
                    <a:pt x="2091881" y="510238"/>
                  </a:lnTo>
                  <a:lnTo>
                    <a:pt x="2093385" y="535282"/>
                  </a:lnTo>
                  <a:lnTo>
                    <a:pt x="2094388" y="550301"/>
                  </a:lnTo>
                  <a:lnTo>
                    <a:pt x="2095391" y="527773"/>
                  </a:lnTo>
                  <a:lnTo>
                    <a:pt x="2096896" y="540288"/>
                  </a:lnTo>
                  <a:lnTo>
                    <a:pt x="2097899" y="538787"/>
                  </a:lnTo>
                  <a:lnTo>
                    <a:pt x="2098901" y="534782"/>
                  </a:lnTo>
                  <a:lnTo>
                    <a:pt x="2099904" y="523754"/>
                  </a:lnTo>
                  <a:lnTo>
                    <a:pt x="2101409" y="529775"/>
                  </a:lnTo>
                  <a:lnTo>
                    <a:pt x="2102412" y="527773"/>
                  </a:lnTo>
                  <a:lnTo>
                    <a:pt x="2103415" y="531778"/>
                  </a:lnTo>
                  <a:lnTo>
                    <a:pt x="2104919" y="531778"/>
                  </a:lnTo>
                  <a:lnTo>
                    <a:pt x="2105922" y="536784"/>
                  </a:lnTo>
                  <a:lnTo>
                    <a:pt x="2106925" y="534782"/>
                  </a:lnTo>
                  <a:lnTo>
                    <a:pt x="2108429" y="518248"/>
                  </a:lnTo>
                  <a:lnTo>
                    <a:pt x="2109432" y="537285"/>
                  </a:lnTo>
                  <a:lnTo>
                    <a:pt x="2110435" y="532779"/>
                  </a:lnTo>
                  <a:lnTo>
                    <a:pt x="2111939" y="522753"/>
                  </a:lnTo>
                  <a:lnTo>
                    <a:pt x="2112942" y="515744"/>
                  </a:lnTo>
                  <a:lnTo>
                    <a:pt x="2113945" y="522253"/>
                  </a:lnTo>
                  <a:lnTo>
                    <a:pt x="2114948" y="528774"/>
                  </a:lnTo>
                  <a:lnTo>
                    <a:pt x="2116452" y="550802"/>
                  </a:lnTo>
                  <a:lnTo>
                    <a:pt x="2117455" y="528273"/>
                  </a:lnTo>
                  <a:lnTo>
                    <a:pt x="2118458" y="528273"/>
                  </a:lnTo>
                  <a:lnTo>
                    <a:pt x="2119962" y="522753"/>
                  </a:lnTo>
                  <a:lnTo>
                    <a:pt x="2120965" y="554807"/>
                  </a:lnTo>
                  <a:lnTo>
                    <a:pt x="2121968" y="534281"/>
                  </a:lnTo>
                  <a:lnTo>
                    <a:pt x="2123493" y="540789"/>
                  </a:lnTo>
                  <a:lnTo>
                    <a:pt x="2124496" y="534281"/>
                  </a:lnTo>
                  <a:lnTo>
                    <a:pt x="2125498" y="547798"/>
                  </a:lnTo>
                  <a:lnTo>
                    <a:pt x="2127003" y="535282"/>
                  </a:lnTo>
                  <a:lnTo>
                    <a:pt x="2128006" y="513742"/>
                  </a:lnTo>
                  <a:lnTo>
                    <a:pt x="2129009" y="523754"/>
                  </a:lnTo>
                  <a:lnTo>
                    <a:pt x="2130011" y="534782"/>
                  </a:lnTo>
                  <a:lnTo>
                    <a:pt x="2131516" y="531277"/>
                  </a:lnTo>
                  <a:lnTo>
                    <a:pt x="2132519" y="533780"/>
                  </a:lnTo>
                  <a:lnTo>
                    <a:pt x="2133522" y="538787"/>
                  </a:lnTo>
                  <a:lnTo>
                    <a:pt x="2135026" y="524756"/>
                  </a:lnTo>
                  <a:lnTo>
                    <a:pt x="2136029" y="546797"/>
                  </a:lnTo>
                  <a:lnTo>
                    <a:pt x="2137032" y="508736"/>
                  </a:lnTo>
                  <a:lnTo>
                    <a:pt x="2138536" y="531277"/>
                  </a:lnTo>
                  <a:lnTo>
                    <a:pt x="2139539" y="536784"/>
                  </a:lnTo>
                  <a:lnTo>
                    <a:pt x="2140542" y="526772"/>
                  </a:lnTo>
                  <a:lnTo>
                    <a:pt x="2142046" y="534782"/>
                  </a:lnTo>
                  <a:lnTo>
                    <a:pt x="2143049" y="529275"/>
                  </a:lnTo>
                  <a:lnTo>
                    <a:pt x="2144052" y="519249"/>
                  </a:lnTo>
                  <a:lnTo>
                    <a:pt x="2145556" y="525270"/>
                  </a:lnTo>
                  <a:lnTo>
                    <a:pt x="2146559" y="539788"/>
                  </a:lnTo>
                  <a:lnTo>
                    <a:pt x="2147562" y="538787"/>
                  </a:lnTo>
                  <a:lnTo>
                    <a:pt x="2148565" y="530276"/>
                  </a:lnTo>
                  <a:lnTo>
                    <a:pt x="2150070" y="514243"/>
                  </a:lnTo>
                  <a:lnTo>
                    <a:pt x="2151072" y="520250"/>
                  </a:lnTo>
                  <a:lnTo>
                    <a:pt x="2152075" y="523754"/>
                  </a:lnTo>
                  <a:lnTo>
                    <a:pt x="2153580" y="522753"/>
                  </a:lnTo>
                  <a:lnTo>
                    <a:pt x="2154583" y="535783"/>
                  </a:lnTo>
                  <a:lnTo>
                    <a:pt x="2155586" y="519249"/>
                  </a:lnTo>
                  <a:lnTo>
                    <a:pt x="2157090" y="517246"/>
                  </a:lnTo>
                  <a:lnTo>
                    <a:pt x="2158093" y="541290"/>
                  </a:lnTo>
                  <a:lnTo>
                    <a:pt x="2159096" y="535282"/>
                  </a:lnTo>
                  <a:lnTo>
                    <a:pt x="2160600" y="528273"/>
                  </a:lnTo>
                  <a:lnTo>
                    <a:pt x="2161603" y="514743"/>
                  </a:lnTo>
                  <a:lnTo>
                    <a:pt x="2162606" y="526772"/>
                  </a:lnTo>
                  <a:lnTo>
                    <a:pt x="2163609" y="501727"/>
                  </a:lnTo>
                  <a:lnTo>
                    <a:pt x="2165113" y="526772"/>
                  </a:lnTo>
                  <a:lnTo>
                    <a:pt x="2166116" y="521251"/>
                  </a:lnTo>
                  <a:lnTo>
                    <a:pt x="2167119" y="528273"/>
                  </a:lnTo>
                  <a:lnTo>
                    <a:pt x="2168623" y="513742"/>
                  </a:lnTo>
                  <a:lnTo>
                    <a:pt x="2169626" y="517246"/>
                  </a:lnTo>
                  <a:lnTo>
                    <a:pt x="2170629" y="515244"/>
                  </a:lnTo>
                  <a:lnTo>
                    <a:pt x="2172133" y="515744"/>
                  </a:lnTo>
                  <a:lnTo>
                    <a:pt x="2173136" y="521752"/>
                  </a:lnTo>
                  <a:lnTo>
                    <a:pt x="2174139" y="520250"/>
                  </a:lnTo>
                  <a:lnTo>
                    <a:pt x="2175644" y="517246"/>
                  </a:lnTo>
                  <a:lnTo>
                    <a:pt x="2176646" y="528273"/>
                  </a:lnTo>
                  <a:lnTo>
                    <a:pt x="2177649" y="512741"/>
                  </a:lnTo>
                  <a:lnTo>
                    <a:pt x="2178652" y="514743"/>
                  </a:lnTo>
                  <a:lnTo>
                    <a:pt x="2180157" y="517747"/>
                  </a:lnTo>
                  <a:lnTo>
                    <a:pt x="2181160" y="524255"/>
                  </a:lnTo>
                  <a:lnTo>
                    <a:pt x="2182162" y="522753"/>
                  </a:lnTo>
                  <a:lnTo>
                    <a:pt x="2183667" y="532779"/>
                  </a:lnTo>
                  <a:lnTo>
                    <a:pt x="2184670" y="531778"/>
                  </a:lnTo>
                  <a:lnTo>
                    <a:pt x="2185673" y="522753"/>
                  </a:lnTo>
                  <a:lnTo>
                    <a:pt x="2187177" y="525270"/>
                  </a:lnTo>
                  <a:lnTo>
                    <a:pt x="2188180" y="524255"/>
                  </a:lnTo>
                  <a:lnTo>
                    <a:pt x="2189183" y="526271"/>
                  </a:lnTo>
                  <a:lnTo>
                    <a:pt x="2190687" y="518748"/>
                  </a:lnTo>
                  <a:lnTo>
                    <a:pt x="2191690" y="514743"/>
                  </a:lnTo>
                  <a:lnTo>
                    <a:pt x="2192693" y="522253"/>
                  </a:lnTo>
                  <a:lnTo>
                    <a:pt x="2193696" y="534281"/>
                  </a:lnTo>
                  <a:lnTo>
                    <a:pt x="2195200" y="510738"/>
                  </a:lnTo>
                  <a:lnTo>
                    <a:pt x="2196203" y="509236"/>
                  </a:lnTo>
                  <a:lnTo>
                    <a:pt x="2197206" y="519249"/>
                  </a:lnTo>
                  <a:lnTo>
                    <a:pt x="2198710" y="525270"/>
                  </a:lnTo>
                  <a:lnTo>
                    <a:pt x="2199713" y="534281"/>
                  </a:lnTo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635925" y="1757153"/>
              <a:ext cx="2200275" cy="734060"/>
            </a:xfrm>
            <a:custGeom>
              <a:avLst/>
              <a:gdLst/>
              <a:ahLst/>
              <a:cxnLst/>
              <a:rect l="l" t="t" r="r" b="b"/>
              <a:pathLst>
                <a:path w="2200275" h="734060">
                  <a:moveTo>
                    <a:pt x="0" y="508235"/>
                  </a:moveTo>
                  <a:lnTo>
                    <a:pt x="1002" y="517246"/>
                  </a:lnTo>
                  <a:lnTo>
                    <a:pt x="2520" y="521251"/>
                  </a:lnTo>
                  <a:lnTo>
                    <a:pt x="3523" y="529261"/>
                  </a:lnTo>
                  <a:lnTo>
                    <a:pt x="4526" y="516245"/>
                  </a:lnTo>
                  <a:lnTo>
                    <a:pt x="6030" y="523754"/>
                  </a:lnTo>
                  <a:lnTo>
                    <a:pt x="7033" y="515744"/>
                  </a:lnTo>
                  <a:lnTo>
                    <a:pt x="8036" y="515744"/>
                  </a:lnTo>
                  <a:lnTo>
                    <a:pt x="9039" y="509737"/>
                  </a:lnTo>
                  <a:lnTo>
                    <a:pt x="10543" y="514743"/>
                  </a:lnTo>
                  <a:lnTo>
                    <a:pt x="11546" y="523754"/>
                  </a:lnTo>
                  <a:lnTo>
                    <a:pt x="12549" y="509737"/>
                  </a:lnTo>
                  <a:lnTo>
                    <a:pt x="14054" y="518748"/>
                  </a:lnTo>
                  <a:lnTo>
                    <a:pt x="15056" y="516245"/>
                  </a:lnTo>
                  <a:lnTo>
                    <a:pt x="16059" y="521251"/>
                  </a:lnTo>
                  <a:lnTo>
                    <a:pt x="17564" y="529775"/>
                  </a:lnTo>
                  <a:lnTo>
                    <a:pt x="18567" y="527259"/>
                  </a:lnTo>
                  <a:lnTo>
                    <a:pt x="19569" y="523254"/>
                  </a:lnTo>
                  <a:lnTo>
                    <a:pt x="21074" y="534281"/>
                  </a:lnTo>
                  <a:lnTo>
                    <a:pt x="22077" y="528260"/>
                  </a:lnTo>
                  <a:lnTo>
                    <a:pt x="23080" y="522253"/>
                  </a:lnTo>
                  <a:lnTo>
                    <a:pt x="24083" y="531778"/>
                  </a:lnTo>
                  <a:lnTo>
                    <a:pt x="25587" y="517747"/>
                  </a:lnTo>
                  <a:lnTo>
                    <a:pt x="26590" y="532278"/>
                  </a:lnTo>
                  <a:lnTo>
                    <a:pt x="27593" y="525256"/>
                  </a:lnTo>
                  <a:lnTo>
                    <a:pt x="29097" y="526758"/>
                  </a:lnTo>
                  <a:lnTo>
                    <a:pt x="30100" y="523754"/>
                  </a:lnTo>
                  <a:lnTo>
                    <a:pt x="31103" y="539287"/>
                  </a:lnTo>
                  <a:lnTo>
                    <a:pt x="32607" y="534782"/>
                  </a:lnTo>
                  <a:lnTo>
                    <a:pt x="33610" y="530777"/>
                  </a:lnTo>
                  <a:lnTo>
                    <a:pt x="34613" y="520751"/>
                  </a:lnTo>
                  <a:lnTo>
                    <a:pt x="36117" y="545295"/>
                  </a:lnTo>
                  <a:lnTo>
                    <a:pt x="37120" y="537285"/>
                  </a:lnTo>
                  <a:lnTo>
                    <a:pt x="38123" y="526258"/>
                  </a:lnTo>
                  <a:lnTo>
                    <a:pt x="39126" y="529775"/>
                  </a:lnTo>
                  <a:lnTo>
                    <a:pt x="40630" y="532278"/>
                  </a:lnTo>
                  <a:lnTo>
                    <a:pt x="41633" y="538787"/>
                  </a:lnTo>
                  <a:lnTo>
                    <a:pt x="42636" y="532278"/>
                  </a:lnTo>
                  <a:lnTo>
                    <a:pt x="44141" y="538787"/>
                  </a:lnTo>
                  <a:lnTo>
                    <a:pt x="45144" y="527259"/>
                  </a:lnTo>
                  <a:lnTo>
                    <a:pt x="46146" y="531277"/>
                  </a:lnTo>
                  <a:lnTo>
                    <a:pt x="47651" y="530276"/>
                  </a:lnTo>
                  <a:lnTo>
                    <a:pt x="48654" y="541790"/>
                  </a:lnTo>
                  <a:lnTo>
                    <a:pt x="49657" y="552804"/>
                  </a:lnTo>
                  <a:lnTo>
                    <a:pt x="51161" y="540288"/>
                  </a:lnTo>
                  <a:lnTo>
                    <a:pt x="52164" y="530276"/>
                  </a:lnTo>
                  <a:lnTo>
                    <a:pt x="53167" y="546797"/>
                  </a:lnTo>
                  <a:lnTo>
                    <a:pt x="54170" y="541790"/>
                  </a:lnTo>
                  <a:lnTo>
                    <a:pt x="55674" y="539287"/>
                  </a:lnTo>
                  <a:lnTo>
                    <a:pt x="56677" y="526258"/>
                  </a:lnTo>
                  <a:lnTo>
                    <a:pt x="57680" y="539287"/>
                  </a:lnTo>
                  <a:lnTo>
                    <a:pt x="59184" y="532278"/>
                  </a:lnTo>
                  <a:lnTo>
                    <a:pt x="60187" y="530777"/>
                  </a:lnTo>
                  <a:lnTo>
                    <a:pt x="61190" y="531277"/>
                  </a:lnTo>
                  <a:lnTo>
                    <a:pt x="62694" y="541290"/>
                  </a:lnTo>
                  <a:lnTo>
                    <a:pt x="63697" y="537785"/>
                  </a:lnTo>
                  <a:lnTo>
                    <a:pt x="64700" y="540288"/>
                  </a:lnTo>
                  <a:lnTo>
                    <a:pt x="66204" y="529775"/>
                  </a:lnTo>
                  <a:lnTo>
                    <a:pt x="67207" y="530777"/>
                  </a:lnTo>
                  <a:lnTo>
                    <a:pt x="68210" y="527759"/>
                  </a:lnTo>
                  <a:lnTo>
                    <a:pt x="69715" y="543292"/>
                  </a:lnTo>
                  <a:lnTo>
                    <a:pt x="70718" y="533780"/>
                  </a:lnTo>
                  <a:lnTo>
                    <a:pt x="71720" y="535783"/>
                  </a:lnTo>
                  <a:lnTo>
                    <a:pt x="72723" y="542792"/>
                  </a:lnTo>
                  <a:lnTo>
                    <a:pt x="74228" y="527759"/>
                  </a:lnTo>
                  <a:lnTo>
                    <a:pt x="75231" y="527759"/>
                  </a:lnTo>
                  <a:lnTo>
                    <a:pt x="76233" y="517246"/>
                  </a:lnTo>
                  <a:lnTo>
                    <a:pt x="77738" y="520250"/>
                  </a:lnTo>
                  <a:lnTo>
                    <a:pt x="78741" y="515244"/>
                  </a:lnTo>
                  <a:lnTo>
                    <a:pt x="79744" y="516245"/>
                  </a:lnTo>
                  <a:lnTo>
                    <a:pt x="81248" y="508736"/>
                  </a:lnTo>
                  <a:lnTo>
                    <a:pt x="82251" y="501727"/>
                  </a:lnTo>
                  <a:lnTo>
                    <a:pt x="83254" y="489211"/>
                  </a:lnTo>
                  <a:lnTo>
                    <a:pt x="84758" y="490713"/>
                  </a:lnTo>
                  <a:lnTo>
                    <a:pt x="85761" y="476195"/>
                  </a:lnTo>
                  <a:lnTo>
                    <a:pt x="86764" y="439129"/>
                  </a:lnTo>
                  <a:lnTo>
                    <a:pt x="87767" y="376550"/>
                  </a:lnTo>
                  <a:lnTo>
                    <a:pt x="89271" y="284902"/>
                  </a:lnTo>
                  <a:lnTo>
                    <a:pt x="90274" y="196779"/>
                  </a:lnTo>
                  <a:lnTo>
                    <a:pt x="91277" y="130696"/>
                  </a:lnTo>
                  <a:lnTo>
                    <a:pt x="92781" y="83117"/>
                  </a:lnTo>
                  <a:lnTo>
                    <a:pt x="94787" y="33041"/>
                  </a:lnTo>
                  <a:lnTo>
                    <a:pt x="96291" y="20525"/>
                  </a:lnTo>
                  <a:lnTo>
                    <a:pt x="97294" y="12015"/>
                  </a:lnTo>
                  <a:lnTo>
                    <a:pt x="98297" y="11514"/>
                  </a:lnTo>
                  <a:lnTo>
                    <a:pt x="99802" y="8510"/>
                  </a:lnTo>
                  <a:lnTo>
                    <a:pt x="100805" y="2002"/>
                  </a:lnTo>
                  <a:lnTo>
                    <a:pt x="101807" y="1501"/>
                  </a:lnTo>
                  <a:lnTo>
                    <a:pt x="102810" y="1001"/>
                  </a:lnTo>
                  <a:lnTo>
                    <a:pt x="104315" y="0"/>
                  </a:lnTo>
                  <a:lnTo>
                    <a:pt x="105318" y="2503"/>
                  </a:lnTo>
                  <a:lnTo>
                    <a:pt x="106321" y="1001"/>
                  </a:lnTo>
                  <a:lnTo>
                    <a:pt x="107825" y="0"/>
                  </a:lnTo>
                  <a:lnTo>
                    <a:pt x="108848" y="5506"/>
                  </a:lnTo>
                  <a:lnTo>
                    <a:pt x="109851" y="7509"/>
                  </a:lnTo>
                  <a:lnTo>
                    <a:pt x="111355" y="21026"/>
                  </a:lnTo>
                  <a:lnTo>
                    <a:pt x="112358" y="39549"/>
                  </a:lnTo>
                  <a:lnTo>
                    <a:pt x="113361" y="79112"/>
                  </a:lnTo>
                  <a:lnTo>
                    <a:pt x="114865" y="131197"/>
                  </a:lnTo>
                  <a:lnTo>
                    <a:pt x="115868" y="192774"/>
                  </a:lnTo>
                  <a:lnTo>
                    <a:pt x="116871" y="269383"/>
                  </a:lnTo>
                  <a:lnTo>
                    <a:pt x="117874" y="337488"/>
                  </a:lnTo>
                  <a:lnTo>
                    <a:pt x="119378" y="401582"/>
                  </a:lnTo>
                  <a:lnTo>
                    <a:pt x="120381" y="461176"/>
                  </a:lnTo>
                  <a:lnTo>
                    <a:pt x="121384" y="481201"/>
                  </a:lnTo>
                  <a:lnTo>
                    <a:pt x="122889" y="495219"/>
                  </a:lnTo>
                  <a:lnTo>
                    <a:pt x="123891" y="507734"/>
                  </a:lnTo>
                  <a:lnTo>
                    <a:pt x="124894" y="504731"/>
                  </a:lnTo>
                  <a:lnTo>
                    <a:pt x="126399" y="518248"/>
                  </a:lnTo>
                  <a:lnTo>
                    <a:pt x="127402" y="516746"/>
                  </a:lnTo>
                  <a:lnTo>
                    <a:pt x="128405" y="521752"/>
                  </a:lnTo>
                  <a:lnTo>
                    <a:pt x="129909" y="530276"/>
                  </a:lnTo>
                  <a:lnTo>
                    <a:pt x="130912" y="528761"/>
                  </a:lnTo>
                  <a:lnTo>
                    <a:pt x="131915" y="527759"/>
                  </a:lnTo>
                  <a:lnTo>
                    <a:pt x="132918" y="529775"/>
                  </a:lnTo>
                  <a:lnTo>
                    <a:pt x="134422" y="543793"/>
                  </a:lnTo>
                  <a:lnTo>
                    <a:pt x="135425" y="546296"/>
                  </a:lnTo>
                  <a:lnTo>
                    <a:pt x="136428" y="533280"/>
                  </a:lnTo>
                  <a:lnTo>
                    <a:pt x="137932" y="548298"/>
                  </a:lnTo>
                  <a:lnTo>
                    <a:pt x="138935" y="539287"/>
                  </a:lnTo>
                  <a:lnTo>
                    <a:pt x="139938" y="544293"/>
                  </a:lnTo>
                  <a:lnTo>
                    <a:pt x="141442" y="543292"/>
                  </a:lnTo>
                  <a:lnTo>
                    <a:pt x="142445" y="545295"/>
                  </a:lnTo>
                  <a:lnTo>
                    <a:pt x="143448" y="540288"/>
                  </a:lnTo>
                  <a:lnTo>
                    <a:pt x="144952" y="542792"/>
                  </a:lnTo>
                  <a:lnTo>
                    <a:pt x="145955" y="540288"/>
                  </a:lnTo>
                  <a:lnTo>
                    <a:pt x="146958" y="553305"/>
                  </a:lnTo>
                  <a:lnTo>
                    <a:pt x="147961" y="559813"/>
                  </a:lnTo>
                  <a:lnTo>
                    <a:pt x="149465" y="553305"/>
                  </a:lnTo>
                  <a:lnTo>
                    <a:pt x="150468" y="542792"/>
                  </a:lnTo>
                  <a:lnTo>
                    <a:pt x="151471" y="556809"/>
                  </a:lnTo>
                  <a:lnTo>
                    <a:pt x="152976" y="547297"/>
                  </a:lnTo>
                  <a:lnTo>
                    <a:pt x="153979" y="542291"/>
                  </a:lnTo>
                  <a:lnTo>
                    <a:pt x="154981" y="563317"/>
                  </a:lnTo>
                  <a:lnTo>
                    <a:pt x="156486" y="554807"/>
                  </a:lnTo>
                  <a:lnTo>
                    <a:pt x="157489" y="556809"/>
                  </a:lnTo>
                  <a:lnTo>
                    <a:pt x="158492" y="556809"/>
                  </a:lnTo>
                  <a:lnTo>
                    <a:pt x="159996" y="559312"/>
                  </a:lnTo>
                  <a:lnTo>
                    <a:pt x="160999" y="561315"/>
                  </a:lnTo>
                  <a:lnTo>
                    <a:pt x="162002" y="560314"/>
                  </a:lnTo>
                  <a:lnTo>
                    <a:pt x="163005" y="563317"/>
                  </a:lnTo>
                  <a:lnTo>
                    <a:pt x="164509" y="557310"/>
                  </a:lnTo>
                  <a:lnTo>
                    <a:pt x="165512" y="553805"/>
                  </a:lnTo>
                  <a:lnTo>
                    <a:pt x="166515" y="565820"/>
                  </a:lnTo>
                  <a:lnTo>
                    <a:pt x="168019" y="561815"/>
                  </a:lnTo>
                  <a:lnTo>
                    <a:pt x="169022" y="558311"/>
                  </a:lnTo>
                  <a:lnTo>
                    <a:pt x="170025" y="557810"/>
                  </a:lnTo>
                  <a:lnTo>
                    <a:pt x="171529" y="559813"/>
                  </a:lnTo>
                  <a:lnTo>
                    <a:pt x="172532" y="556308"/>
                  </a:lnTo>
                  <a:lnTo>
                    <a:pt x="173535" y="551803"/>
                  </a:lnTo>
                  <a:lnTo>
                    <a:pt x="175039" y="557810"/>
                  </a:lnTo>
                  <a:lnTo>
                    <a:pt x="176042" y="567823"/>
                  </a:lnTo>
                  <a:lnTo>
                    <a:pt x="177045" y="575833"/>
                  </a:lnTo>
                  <a:lnTo>
                    <a:pt x="178048" y="567823"/>
                  </a:lnTo>
                  <a:lnTo>
                    <a:pt x="179553" y="576334"/>
                  </a:lnTo>
                  <a:lnTo>
                    <a:pt x="180555" y="577335"/>
                  </a:lnTo>
                  <a:lnTo>
                    <a:pt x="181558" y="559813"/>
                  </a:lnTo>
                  <a:lnTo>
                    <a:pt x="183063" y="572829"/>
                  </a:lnTo>
                  <a:lnTo>
                    <a:pt x="184066" y="563818"/>
                  </a:lnTo>
                  <a:lnTo>
                    <a:pt x="185069" y="572829"/>
                  </a:lnTo>
                  <a:lnTo>
                    <a:pt x="186573" y="568824"/>
                  </a:lnTo>
                  <a:lnTo>
                    <a:pt x="187576" y="561315"/>
                  </a:lnTo>
                  <a:lnTo>
                    <a:pt x="188579" y="569325"/>
                  </a:lnTo>
                  <a:lnTo>
                    <a:pt x="190083" y="559813"/>
                  </a:lnTo>
                  <a:lnTo>
                    <a:pt x="191086" y="560314"/>
                  </a:lnTo>
                  <a:lnTo>
                    <a:pt x="192089" y="560314"/>
                  </a:lnTo>
                  <a:lnTo>
                    <a:pt x="193593" y="567322"/>
                  </a:lnTo>
                  <a:lnTo>
                    <a:pt x="194596" y="566822"/>
                  </a:lnTo>
                  <a:lnTo>
                    <a:pt x="195599" y="565820"/>
                  </a:lnTo>
                  <a:lnTo>
                    <a:pt x="196602" y="575833"/>
                  </a:lnTo>
                  <a:lnTo>
                    <a:pt x="198106" y="564319"/>
                  </a:lnTo>
                  <a:lnTo>
                    <a:pt x="199109" y="566822"/>
                  </a:lnTo>
                  <a:lnTo>
                    <a:pt x="200112" y="571828"/>
                  </a:lnTo>
                  <a:lnTo>
                    <a:pt x="201616" y="580839"/>
                  </a:lnTo>
                  <a:lnTo>
                    <a:pt x="202619" y="558311"/>
                  </a:lnTo>
                  <a:lnTo>
                    <a:pt x="203622" y="579337"/>
                  </a:lnTo>
                  <a:lnTo>
                    <a:pt x="205127" y="577335"/>
                  </a:lnTo>
                  <a:lnTo>
                    <a:pt x="206129" y="562817"/>
                  </a:lnTo>
                  <a:lnTo>
                    <a:pt x="207132" y="575833"/>
                  </a:lnTo>
                  <a:lnTo>
                    <a:pt x="208637" y="566321"/>
                  </a:lnTo>
                  <a:lnTo>
                    <a:pt x="209640" y="584344"/>
                  </a:lnTo>
                  <a:lnTo>
                    <a:pt x="210643" y="573830"/>
                  </a:lnTo>
                  <a:lnTo>
                    <a:pt x="211645" y="572329"/>
                  </a:lnTo>
                  <a:lnTo>
                    <a:pt x="213150" y="572329"/>
                  </a:lnTo>
                  <a:lnTo>
                    <a:pt x="214153" y="576334"/>
                  </a:lnTo>
                  <a:lnTo>
                    <a:pt x="215169" y="572329"/>
                  </a:lnTo>
                  <a:lnTo>
                    <a:pt x="216673" y="572329"/>
                  </a:lnTo>
                  <a:lnTo>
                    <a:pt x="217676" y="573830"/>
                  </a:lnTo>
                  <a:lnTo>
                    <a:pt x="218679" y="577835"/>
                  </a:lnTo>
                  <a:lnTo>
                    <a:pt x="220183" y="561815"/>
                  </a:lnTo>
                  <a:lnTo>
                    <a:pt x="221186" y="572329"/>
                  </a:lnTo>
                  <a:lnTo>
                    <a:pt x="222189" y="569325"/>
                  </a:lnTo>
                  <a:lnTo>
                    <a:pt x="223694" y="579337"/>
                  </a:lnTo>
                  <a:lnTo>
                    <a:pt x="224697" y="585845"/>
                  </a:lnTo>
                  <a:lnTo>
                    <a:pt x="225699" y="586847"/>
                  </a:lnTo>
                  <a:lnTo>
                    <a:pt x="226702" y="575833"/>
                  </a:lnTo>
                  <a:lnTo>
                    <a:pt x="228207" y="581340"/>
                  </a:lnTo>
                  <a:lnTo>
                    <a:pt x="229210" y="569825"/>
                  </a:lnTo>
                  <a:lnTo>
                    <a:pt x="230213" y="570827"/>
                  </a:lnTo>
                  <a:lnTo>
                    <a:pt x="231717" y="575833"/>
                  </a:lnTo>
                  <a:lnTo>
                    <a:pt x="232720" y="573830"/>
                  </a:lnTo>
                  <a:lnTo>
                    <a:pt x="233723" y="569825"/>
                  </a:lnTo>
                  <a:lnTo>
                    <a:pt x="235227" y="573330"/>
                  </a:lnTo>
                  <a:lnTo>
                    <a:pt x="236230" y="569825"/>
                  </a:lnTo>
                  <a:lnTo>
                    <a:pt x="237233" y="556809"/>
                  </a:lnTo>
                  <a:lnTo>
                    <a:pt x="238737" y="570827"/>
                  </a:lnTo>
                  <a:lnTo>
                    <a:pt x="239740" y="562316"/>
                  </a:lnTo>
                  <a:lnTo>
                    <a:pt x="240743" y="559813"/>
                  </a:lnTo>
                  <a:lnTo>
                    <a:pt x="241746" y="546296"/>
                  </a:lnTo>
                  <a:lnTo>
                    <a:pt x="243250" y="526758"/>
                  </a:lnTo>
                  <a:lnTo>
                    <a:pt x="244253" y="514243"/>
                  </a:lnTo>
                  <a:lnTo>
                    <a:pt x="245256" y="501226"/>
                  </a:lnTo>
                  <a:lnTo>
                    <a:pt x="246760" y="465181"/>
                  </a:lnTo>
                  <a:lnTo>
                    <a:pt x="247763" y="434623"/>
                  </a:lnTo>
                  <a:lnTo>
                    <a:pt x="248766" y="407589"/>
                  </a:lnTo>
                  <a:lnTo>
                    <a:pt x="250271" y="386563"/>
                  </a:lnTo>
                  <a:lnTo>
                    <a:pt x="251273" y="372545"/>
                  </a:lnTo>
                  <a:lnTo>
                    <a:pt x="252276" y="356512"/>
                  </a:lnTo>
                  <a:lnTo>
                    <a:pt x="253781" y="344998"/>
                  </a:lnTo>
                  <a:lnTo>
                    <a:pt x="254784" y="335986"/>
                  </a:lnTo>
                  <a:lnTo>
                    <a:pt x="255787" y="314459"/>
                  </a:lnTo>
                  <a:lnTo>
                    <a:pt x="256789" y="310955"/>
                  </a:lnTo>
                  <a:lnTo>
                    <a:pt x="258294" y="313458"/>
                  </a:lnTo>
                  <a:lnTo>
                    <a:pt x="259297" y="312958"/>
                  </a:lnTo>
                  <a:lnTo>
                    <a:pt x="260300" y="310454"/>
                  </a:lnTo>
                  <a:lnTo>
                    <a:pt x="261804" y="313458"/>
                  </a:lnTo>
                  <a:lnTo>
                    <a:pt x="262807" y="314459"/>
                  </a:lnTo>
                  <a:lnTo>
                    <a:pt x="263810" y="312457"/>
                  </a:lnTo>
                  <a:lnTo>
                    <a:pt x="265314" y="309954"/>
                  </a:lnTo>
                  <a:lnTo>
                    <a:pt x="266317" y="314960"/>
                  </a:lnTo>
                  <a:lnTo>
                    <a:pt x="267320" y="322469"/>
                  </a:lnTo>
                  <a:lnTo>
                    <a:pt x="268824" y="340993"/>
                  </a:lnTo>
                  <a:lnTo>
                    <a:pt x="269827" y="350504"/>
                  </a:lnTo>
                  <a:lnTo>
                    <a:pt x="270830" y="375048"/>
                  </a:lnTo>
                  <a:lnTo>
                    <a:pt x="271833" y="392070"/>
                  </a:lnTo>
                  <a:lnTo>
                    <a:pt x="273337" y="419104"/>
                  </a:lnTo>
                  <a:lnTo>
                    <a:pt x="274340" y="455169"/>
                  </a:lnTo>
                  <a:lnTo>
                    <a:pt x="275343" y="476696"/>
                  </a:lnTo>
                  <a:lnTo>
                    <a:pt x="276847" y="493717"/>
                  </a:lnTo>
                  <a:lnTo>
                    <a:pt x="277850" y="520751"/>
                  </a:lnTo>
                  <a:lnTo>
                    <a:pt x="278853" y="544794"/>
                  </a:lnTo>
                  <a:lnTo>
                    <a:pt x="280358" y="566321"/>
                  </a:lnTo>
                  <a:lnTo>
                    <a:pt x="281361" y="572329"/>
                  </a:lnTo>
                  <a:lnTo>
                    <a:pt x="282363" y="561815"/>
                  </a:lnTo>
                  <a:lnTo>
                    <a:pt x="283868" y="578837"/>
                  </a:lnTo>
                  <a:lnTo>
                    <a:pt x="284871" y="575332"/>
                  </a:lnTo>
                  <a:lnTo>
                    <a:pt x="285874" y="582842"/>
                  </a:lnTo>
                  <a:lnTo>
                    <a:pt x="286877" y="579337"/>
                  </a:lnTo>
                  <a:lnTo>
                    <a:pt x="288381" y="591352"/>
                  </a:lnTo>
                  <a:lnTo>
                    <a:pt x="289384" y="579337"/>
                  </a:lnTo>
                  <a:lnTo>
                    <a:pt x="290387" y="588349"/>
                  </a:lnTo>
                  <a:lnTo>
                    <a:pt x="291891" y="590351"/>
                  </a:lnTo>
                  <a:lnTo>
                    <a:pt x="292894" y="588849"/>
                  </a:lnTo>
                  <a:lnTo>
                    <a:pt x="293897" y="581840"/>
                  </a:lnTo>
                  <a:lnTo>
                    <a:pt x="295401" y="581340"/>
                  </a:lnTo>
                  <a:lnTo>
                    <a:pt x="296404" y="582341"/>
                  </a:lnTo>
                  <a:lnTo>
                    <a:pt x="297407" y="588849"/>
                  </a:lnTo>
                  <a:lnTo>
                    <a:pt x="298911" y="588349"/>
                  </a:lnTo>
                  <a:lnTo>
                    <a:pt x="299914" y="602366"/>
                  </a:lnTo>
                  <a:lnTo>
                    <a:pt x="300917" y="591853"/>
                  </a:lnTo>
                  <a:lnTo>
                    <a:pt x="301920" y="588349"/>
                  </a:lnTo>
                  <a:lnTo>
                    <a:pt x="303424" y="584844"/>
                  </a:lnTo>
                  <a:lnTo>
                    <a:pt x="304427" y="593355"/>
                  </a:lnTo>
                  <a:lnTo>
                    <a:pt x="305430" y="585845"/>
                  </a:lnTo>
                  <a:lnTo>
                    <a:pt x="306935" y="605870"/>
                  </a:lnTo>
                  <a:lnTo>
                    <a:pt x="307938" y="593355"/>
                  </a:lnTo>
                  <a:lnTo>
                    <a:pt x="308940" y="591352"/>
                  </a:lnTo>
                  <a:lnTo>
                    <a:pt x="310445" y="573330"/>
                  </a:lnTo>
                  <a:lnTo>
                    <a:pt x="311448" y="595858"/>
                  </a:lnTo>
                  <a:lnTo>
                    <a:pt x="312451" y="595357"/>
                  </a:lnTo>
                  <a:lnTo>
                    <a:pt x="313955" y="592354"/>
                  </a:lnTo>
                  <a:lnTo>
                    <a:pt x="314958" y="582341"/>
                  </a:lnTo>
                  <a:lnTo>
                    <a:pt x="315961" y="604369"/>
                  </a:lnTo>
                  <a:lnTo>
                    <a:pt x="317465" y="607873"/>
                  </a:lnTo>
                  <a:lnTo>
                    <a:pt x="318468" y="600364"/>
                  </a:lnTo>
                  <a:lnTo>
                    <a:pt x="319471" y="601365"/>
                  </a:lnTo>
                  <a:lnTo>
                    <a:pt x="320487" y="597360"/>
                  </a:lnTo>
                  <a:lnTo>
                    <a:pt x="321992" y="598361"/>
                  </a:lnTo>
                  <a:lnTo>
                    <a:pt x="322994" y="602366"/>
                  </a:lnTo>
                  <a:lnTo>
                    <a:pt x="323997" y="584844"/>
                  </a:lnTo>
                  <a:lnTo>
                    <a:pt x="325502" y="602867"/>
                  </a:lnTo>
                  <a:lnTo>
                    <a:pt x="326505" y="592854"/>
                  </a:lnTo>
                  <a:lnTo>
                    <a:pt x="327507" y="602867"/>
                  </a:lnTo>
                  <a:lnTo>
                    <a:pt x="329012" y="593355"/>
                  </a:lnTo>
                  <a:lnTo>
                    <a:pt x="330015" y="599863"/>
                  </a:lnTo>
                  <a:lnTo>
                    <a:pt x="331018" y="593855"/>
                  </a:lnTo>
                  <a:lnTo>
                    <a:pt x="332522" y="599362"/>
                  </a:lnTo>
                  <a:lnTo>
                    <a:pt x="333525" y="597360"/>
                  </a:lnTo>
                  <a:lnTo>
                    <a:pt x="334528" y="590351"/>
                  </a:lnTo>
                  <a:lnTo>
                    <a:pt x="335531" y="602366"/>
                  </a:lnTo>
                  <a:lnTo>
                    <a:pt x="337035" y="603367"/>
                  </a:lnTo>
                  <a:lnTo>
                    <a:pt x="338038" y="600364"/>
                  </a:lnTo>
                  <a:lnTo>
                    <a:pt x="339041" y="613901"/>
                  </a:lnTo>
                  <a:lnTo>
                    <a:pt x="340545" y="607873"/>
                  </a:lnTo>
                  <a:lnTo>
                    <a:pt x="341548" y="591853"/>
                  </a:lnTo>
                  <a:lnTo>
                    <a:pt x="342551" y="596859"/>
                  </a:lnTo>
                  <a:lnTo>
                    <a:pt x="344055" y="598862"/>
                  </a:lnTo>
                  <a:lnTo>
                    <a:pt x="345058" y="592354"/>
                  </a:lnTo>
                  <a:lnTo>
                    <a:pt x="346061" y="603868"/>
                  </a:lnTo>
                  <a:lnTo>
                    <a:pt x="347566" y="606371"/>
                  </a:lnTo>
                  <a:lnTo>
                    <a:pt x="348568" y="600864"/>
                  </a:lnTo>
                  <a:lnTo>
                    <a:pt x="349571" y="606371"/>
                  </a:lnTo>
                  <a:lnTo>
                    <a:pt x="350574" y="600364"/>
                  </a:lnTo>
                  <a:lnTo>
                    <a:pt x="352079" y="593855"/>
                  </a:lnTo>
                  <a:lnTo>
                    <a:pt x="353082" y="620909"/>
                  </a:lnTo>
                  <a:lnTo>
                    <a:pt x="354084" y="602867"/>
                  </a:lnTo>
                  <a:lnTo>
                    <a:pt x="355589" y="592354"/>
                  </a:lnTo>
                  <a:lnTo>
                    <a:pt x="356592" y="605870"/>
                  </a:lnTo>
                  <a:lnTo>
                    <a:pt x="357595" y="600364"/>
                  </a:lnTo>
                  <a:lnTo>
                    <a:pt x="359099" y="608874"/>
                  </a:lnTo>
                  <a:lnTo>
                    <a:pt x="360102" y="601865"/>
                  </a:lnTo>
                  <a:lnTo>
                    <a:pt x="361105" y="603868"/>
                  </a:lnTo>
                  <a:lnTo>
                    <a:pt x="362609" y="603868"/>
                  </a:lnTo>
                  <a:lnTo>
                    <a:pt x="363612" y="598862"/>
                  </a:lnTo>
                  <a:lnTo>
                    <a:pt x="364615" y="610396"/>
                  </a:lnTo>
                  <a:lnTo>
                    <a:pt x="365618" y="608874"/>
                  </a:lnTo>
                  <a:lnTo>
                    <a:pt x="367122" y="611898"/>
                  </a:lnTo>
                  <a:lnTo>
                    <a:pt x="368125" y="609375"/>
                  </a:lnTo>
                  <a:lnTo>
                    <a:pt x="369128" y="598361"/>
                  </a:lnTo>
                  <a:lnTo>
                    <a:pt x="370632" y="604369"/>
                  </a:lnTo>
                  <a:lnTo>
                    <a:pt x="371635" y="598862"/>
                  </a:lnTo>
                  <a:lnTo>
                    <a:pt x="372638" y="601865"/>
                  </a:lnTo>
                  <a:lnTo>
                    <a:pt x="374142" y="619407"/>
                  </a:lnTo>
                  <a:lnTo>
                    <a:pt x="375145" y="603868"/>
                  </a:lnTo>
                  <a:lnTo>
                    <a:pt x="376148" y="596359"/>
                  </a:lnTo>
                  <a:lnTo>
                    <a:pt x="377653" y="596359"/>
                  </a:lnTo>
                  <a:lnTo>
                    <a:pt x="378656" y="611397"/>
                  </a:lnTo>
                  <a:lnTo>
                    <a:pt x="379658" y="598361"/>
                  </a:lnTo>
                  <a:lnTo>
                    <a:pt x="380661" y="599863"/>
                  </a:lnTo>
                  <a:lnTo>
                    <a:pt x="382166" y="604369"/>
                  </a:lnTo>
                  <a:lnTo>
                    <a:pt x="383169" y="602867"/>
                  </a:lnTo>
                  <a:lnTo>
                    <a:pt x="384171" y="605370"/>
                  </a:lnTo>
                  <a:lnTo>
                    <a:pt x="385676" y="615903"/>
                  </a:lnTo>
                  <a:lnTo>
                    <a:pt x="386679" y="607873"/>
                  </a:lnTo>
                  <a:lnTo>
                    <a:pt x="387682" y="606872"/>
                  </a:lnTo>
                  <a:lnTo>
                    <a:pt x="389186" y="599362"/>
                  </a:lnTo>
                  <a:lnTo>
                    <a:pt x="390189" y="601865"/>
                  </a:lnTo>
                  <a:lnTo>
                    <a:pt x="391192" y="598361"/>
                  </a:lnTo>
                  <a:lnTo>
                    <a:pt x="392696" y="597860"/>
                  </a:lnTo>
                  <a:lnTo>
                    <a:pt x="393699" y="599863"/>
                  </a:lnTo>
                  <a:lnTo>
                    <a:pt x="394702" y="601865"/>
                  </a:lnTo>
                  <a:lnTo>
                    <a:pt x="395705" y="608874"/>
                  </a:lnTo>
                  <a:lnTo>
                    <a:pt x="397209" y="596859"/>
                  </a:lnTo>
                  <a:lnTo>
                    <a:pt x="398212" y="602867"/>
                  </a:lnTo>
                  <a:lnTo>
                    <a:pt x="399215" y="628419"/>
                  </a:lnTo>
                  <a:lnTo>
                    <a:pt x="400719" y="609875"/>
                  </a:lnTo>
                  <a:lnTo>
                    <a:pt x="401722" y="615903"/>
                  </a:lnTo>
                  <a:lnTo>
                    <a:pt x="402725" y="606872"/>
                  </a:lnTo>
                  <a:lnTo>
                    <a:pt x="404230" y="610897"/>
                  </a:lnTo>
                  <a:lnTo>
                    <a:pt x="405232" y="618907"/>
                  </a:lnTo>
                  <a:lnTo>
                    <a:pt x="406235" y="597360"/>
                  </a:lnTo>
                  <a:lnTo>
                    <a:pt x="407740" y="606872"/>
                  </a:lnTo>
                  <a:lnTo>
                    <a:pt x="408743" y="598361"/>
                  </a:lnTo>
                  <a:lnTo>
                    <a:pt x="409746" y="613400"/>
                  </a:lnTo>
                  <a:lnTo>
                    <a:pt x="410748" y="603868"/>
                  </a:lnTo>
                  <a:lnTo>
                    <a:pt x="412253" y="608374"/>
                  </a:lnTo>
                  <a:lnTo>
                    <a:pt x="413256" y="607372"/>
                  </a:lnTo>
                  <a:lnTo>
                    <a:pt x="414259" y="601365"/>
                  </a:lnTo>
                  <a:lnTo>
                    <a:pt x="415763" y="599863"/>
                  </a:lnTo>
                  <a:lnTo>
                    <a:pt x="416766" y="595357"/>
                  </a:lnTo>
                  <a:lnTo>
                    <a:pt x="417769" y="598862"/>
                  </a:lnTo>
                  <a:lnTo>
                    <a:pt x="419273" y="615903"/>
                  </a:lnTo>
                  <a:lnTo>
                    <a:pt x="420276" y="616404"/>
                  </a:lnTo>
                  <a:lnTo>
                    <a:pt x="421279" y="622912"/>
                  </a:lnTo>
                  <a:lnTo>
                    <a:pt x="422783" y="611898"/>
                  </a:lnTo>
                  <a:lnTo>
                    <a:pt x="423786" y="618406"/>
                  </a:lnTo>
                  <a:lnTo>
                    <a:pt x="424789" y="600864"/>
                  </a:lnTo>
                  <a:lnTo>
                    <a:pt x="425792" y="601365"/>
                  </a:lnTo>
                  <a:lnTo>
                    <a:pt x="427316" y="600364"/>
                  </a:lnTo>
                  <a:lnTo>
                    <a:pt x="428319" y="613400"/>
                  </a:lnTo>
                  <a:lnTo>
                    <a:pt x="429322" y="599863"/>
                  </a:lnTo>
                  <a:lnTo>
                    <a:pt x="430827" y="611397"/>
                  </a:lnTo>
                  <a:lnTo>
                    <a:pt x="431829" y="608374"/>
                  </a:lnTo>
                  <a:lnTo>
                    <a:pt x="432832" y="599863"/>
                  </a:lnTo>
                  <a:lnTo>
                    <a:pt x="434337" y="615402"/>
                  </a:lnTo>
                  <a:lnTo>
                    <a:pt x="435340" y="597360"/>
                  </a:lnTo>
                  <a:lnTo>
                    <a:pt x="436343" y="610897"/>
                  </a:lnTo>
                  <a:lnTo>
                    <a:pt x="437847" y="599362"/>
                  </a:lnTo>
                  <a:lnTo>
                    <a:pt x="438850" y="607372"/>
                  </a:lnTo>
                  <a:lnTo>
                    <a:pt x="439853" y="607372"/>
                  </a:lnTo>
                  <a:lnTo>
                    <a:pt x="441357" y="597860"/>
                  </a:lnTo>
                  <a:lnTo>
                    <a:pt x="442360" y="614902"/>
                  </a:lnTo>
                  <a:lnTo>
                    <a:pt x="443363" y="596359"/>
                  </a:lnTo>
                  <a:lnTo>
                    <a:pt x="444366" y="601365"/>
                  </a:lnTo>
                  <a:lnTo>
                    <a:pt x="445870" y="600864"/>
                  </a:lnTo>
                  <a:lnTo>
                    <a:pt x="446873" y="609375"/>
                  </a:lnTo>
                  <a:lnTo>
                    <a:pt x="447876" y="605370"/>
                  </a:lnTo>
                  <a:lnTo>
                    <a:pt x="449380" y="603367"/>
                  </a:lnTo>
                  <a:lnTo>
                    <a:pt x="450383" y="593355"/>
                  </a:lnTo>
                  <a:lnTo>
                    <a:pt x="451386" y="606371"/>
                  </a:lnTo>
                  <a:lnTo>
                    <a:pt x="452890" y="607873"/>
                  </a:lnTo>
                  <a:lnTo>
                    <a:pt x="453893" y="607372"/>
                  </a:lnTo>
                  <a:lnTo>
                    <a:pt x="454896" y="612399"/>
                  </a:lnTo>
                  <a:lnTo>
                    <a:pt x="456401" y="602366"/>
                  </a:lnTo>
                  <a:lnTo>
                    <a:pt x="457403" y="605370"/>
                  </a:lnTo>
                  <a:lnTo>
                    <a:pt x="458406" y="607372"/>
                  </a:lnTo>
                  <a:lnTo>
                    <a:pt x="459409" y="596859"/>
                  </a:lnTo>
                  <a:lnTo>
                    <a:pt x="460914" y="605370"/>
                  </a:lnTo>
                  <a:lnTo>
                    <a:pt x="461917" y="603367"/>
                  </a:lnTo>
                  <a:lnTo>
                    <a:pt x="462919" y="596859"/>
                  </a:lnTo>
                  <a:lnTo>
                    <a:pt x="464424" y="612899"/>
                  </a:lnTo>
                  <a:lnTo>
                    <a:pt x="465427" y="591352"/>
                  </a:lnTo>
                  <a:lnTo>
                    <a:pt x="466430" y="599863"/>
                  </a:lnTo>
                  <a:lnTo>
                    <a:pt x="467934" y="605870"/>
                  </a:lnTo>
                  <a:lnTo>
                    <a:pt x="468937" y="598862"/>
                  </a:lnTo>
                  <a:lnTo>
                    <a:pt x="469940" y="602867"/>
                  </a:lnTo>
                  <a:lnTo>
                    <a:pt x="471444" y="601365"/>
                  </a:lnTo>
                  <a:lnTo>
                    <a:pt x="472447" y="603367"/>
                  </a:lnTo>
                  <a:lnTo>
                    <a:pt x="473450" y="601365"/>
                  </a:lnTo>
                  <a:lnTo>
                    <a:pt x="474453" y="598862"/>
                  </a:lnTo>
                  <a:lnTo>
                    <a:pt x="475957" y="602867"/>
                  </a:lnTo>
                  <a:lnTo>
                    <a:pt x="476960" y="607372"/>
                  </a:lnTo>
                  <a:lnTo>
                    <a:pt x="477963" y="593855"/>
                  </a:lnTo>
                  <a:lnTo>
                    <a:pt x="479467" y="595357"/>
                  </a:lnTo>
                  <a:lnTo>
                    <a:pt x="480470" y="593855"/>
                  </a:lnTo>
                  <a:lnTo>
                    <a:pt x="481473" y="606371"/>
                  </a:lnTo>
                  <a:lnTo>
                    <a:pt x="482977" y="604369"/>
                  </a:lnTo>
                  <a:lnTo>
                    <a:pt x="483980" y="596859"/>
                  </a:lnTo>
                  <a:lnTo>
                    <a:pt x="484983" y="595858"/>
                  </a:lnTo>
                  <a:lnTo>
                    <a:pt x="486488" y="596859"/>
                  </a:lnTo>
                  <a:lnTo>
                    <a:pt x="487491" y="601365"/>
                  </a:lnTo>
                  <a:lnTo>
                    <a:pt x="488493" y="590852"/>
                  </a:lnTo>
                  <a:lnTo>
                    <a:pt x="489496" y="596859"/>
                  </a:lnTo>
                  <a:lnTo>
                    <a:pt x="491001" y="601865"/>
                  </a:lnTo>
                  <a:lnTo>
                    <a:pt x="492004" y="589350"/>
                  </a:lnTo>
                  <a:lnTo>
                    <a:pt x="493007" y="607372"/>
                  </a:lnTo>
                  <a:lnTo>
                    <a:pt x="494511" y="598862"/>
                  </a:lnTo>
                  <a:lnTo>
                    <a:pt x="495514" y="605370"/>
                  </a:lnTo>
                  <a:lnTo>
                    <a:pt x="496517" y="589350"/>
                  </a:lnTo>
                  <a:lnTo>
                    <a:pt x="498021" y="596859"/>
                  </a:lnTo>
                  <a:lnTo>
                    <a:pt x="499024" y="613901"/>
                  </a:lnTo>
                  <a:lnTo>
                    <a:pt x="500027" y="603367"/>
                  </a:lnTo>
                  <a:lnTo>
                    <a:pt x="501531" y="589850"/>
                  </a:lnTo>
                  <a:lnTo>
                    <a:pt x="502534" y="596359"/>
                  </a:lnTo>
                  <a:lnTo>
                    <a:pt x="503537" y="611898"/>
                  </a:lnTo>
                  <a:lnTo>
                    <a:pt x="504540" y="597860"/>
                  </a:lnTo>
                  <a:lnTo>
                    <a:pt x="506044" y="597360"/>
                  </a:lnTo>
                  <a:lnTo>
                    <a:pt x="507047" y="612399"/>
                  </a:lnTo>
                  <a:lnTo>
                    <a:pt x="508050" y="607873"/>
                  </a:lnTo>
                  <a:lnTo>
                    <a:pt x="509554" y="595357"/>
                  </a:lnTo>
                  <a:lnTo>
                    <a:pt x="510557" y="600864"/>
                  </a:lnTo>
                  <a:lnTo>
                    <a:pt x="511560" y="613400"/>
                  </a:lnTo>
                  <a:lnTo>
                    <a:pt x="513065" y="600364"/>
                  </a:lnTo>
                  <a:lnTo>
                    <a:pt x="514067" y="597860"/>
                  </a:lnTo>
                  <a:lnTo>
                    <a:pt x="515070" y="598361"/>
                  </a:lnTo>
                  <a:lnTo>
                    <a:pt x="516575" y="615402"/>
                  </a:lnTo>
                  <a:lnTo>
                    <a:pt x="517578" y="599863"/>
                  </a:lnTo>
                  <a:lnTo>
                    <a:pt x="518581" y="607873"/>
                  </a:lnTo>
                  <a:lnTo>
                    <a:pt x="519583" y="589850"/>
                  </a:lnTo>
                  <a:lnTo>
                    <a:pt x="521088" y="588349"/>
                  </a:lnTo>
                  <a:lnTo>
                    <a:pt x="522091" y="595357"/>
                  </a:lnTo>
                  <a:lnTo>
                    <a:pt x="523094" y="597360"/>
                  </a:lnTo>
                  <a:lnTo>
                    <a:pt x="524598" y="582341"/>
                  </a:lnTo>
                  <a:lnTo>
                    <a:pt x="525601" y="601865"/>
                  </a:lnTo>
                  <a:lnTo>
                    <a:pt x="526604" y="597860"/>
                  </a:lnTo>
                  <a:lnTo>
                    <a:pt x="528108" y="595858"/>
                  </a:lnTo>
                  <a:lnTo>
                    <a:pt x="529111" y="584844"/>
                  </a:lnTo>
                  <a:lnTo>
                    <a:pt x="530114" y="601865"/>
                  </a:lnTo>
                  <a:lnTo>
                    <a:pt x="531618" y="584844"/>
                  </a:lnTo>
                  <a:lnTo>
                    <a:pt x="532641" y="607372"/>
                  </a:lnTo>
                  <a:lnTo>
                    <a:pt x="533644" y="603367"/>
                  </a:lnTo>
                  <a:lnTo>
                    <a:pt x="534647" y="611397"/>
                  </a:lnTo>
                  <a:lnTo>
                    <a:pt x="536151" y="598862"/>
                  </a:lnTo>
                  <a:lnTo>
                    <a:pt x="537154" y="581340"/>
                  </a:lnTo>
                  <a:lnTo>
                    <a:pt x="538157" y="605370"/>
                  </a:lnTo>
                  <a:lnTo>
                    <a:pt x="539662" y="591352"/>
                  </a:lnTo>
                  <a:lnTo>
                    <a:pt x="540664" y="593855"/>
                  </a:lnTo>
                  <a:lnTo>
                    <a:pt x="541667" y="604869"/>
                  </a:lnTo>
                  <a:lnTo>
                    <a:pt x="543172" y="602366"/>
                  </a:lnTo>
                  <a:lnTo>
                    <a:pt x="544175" y="591853"/>
                  </a:lnTo>
                  <a:lnTo>
                    <a:pt x="545178" y="600364"/>
                  </a:lnTo>
                  <a:lnTo>
                    <a:pt x="546682" y="604869"/>
                  </a:lnTo>
                  <a:lnTo>
                    <a:pt x="547685" y="591352"/>
                  </a:lnTo>
                  <a:lnTo>
                    <a:pt x="548688" y="594857"/>
                  </a:lnTo>
                  <a:lnTo>
                    <a:pt x="550192" y="587848"/>
                  </a:lnTo>
                  <a:lnTo>
                    <a:pt x="551195" y="596359"/>
                  </a:lnTo>
                  <a:lnTo>
                    <a:pt x="552198" y="604369"/>
                  </a:lnTo>
                  <a:lnTo>
                    <a:pt x="553201" y="606872"/>
                  </a:lnTo>
                  <a:lnTo>
                    <a:pt x="554705" y="614902"/>
                  </a:lnTo>
                  <a:lnTo>
                    <a:pt x="555708" y="583843"/>
                  </a:lnTo>
                  <a:lnTo>
                    <a:pt x="556711" y="585845"/>
                  </a:lnTo>
                  <a:lnTo>
                    <a:pt x="558215" y="592354"/>
                  </a:lnTo>
                  <a:lnTo>
                    <a:pt x="559218" y="600864"/>
                  </a:lnTo>
                  <a:lnTo>
                    <a:pt x="560221" y="617405"/>
                  </a:lnTo>
                  <a:lnTo>
                    <a:pt x="561725" y="591853"/>
                  </a:lnTo>
                  <a:lnTo>
                    <a:pt x="562728" y="596859"/>
                  </a:lnTo>
                  <a:lnTo>
                    <a:pt x="563731" y="603367"/>
                  </a:lnTo>
                  <a:lnTo>
                    <a:pt x="565236" y="608374"/>
                  </a:lnTo>
                  <a:lnTo>
                    <a:pt x="566238" y="596359"/>
                  </a:lnTo>
                  <a:lnTo>
                    <a:pt x="567241" y="593855"/>
                  </a:lnTo>
                  <a:lnTo>
                    <a:pt x="568244" y="584844"/>
                  </a:lnTo>
                  <a:lnTo>
                    <a:pt x="569749" y="600364"/>
                  </a:lnTo>
                  <a:lnTo>
                    <a:pt x="570752" y="614401"/>
                  </a:lnTo>
                  <a:lnTo>
                    <a:pt x="571754" y="585345"/>
                  </a:lnTo>
                  <a:lnTo>
                    <a:pt x="573259" y="607873"/>
                  </a:lnTo>
                  <a:lnTo>
                    <a:pt x="574262" y="604369"/>
                  </a:lnTo>
                  <a:lnTo>
                    <a:pt x="575265" y="592354"/>
                  </a:lnTo>
                  <a:lnTo>
                    <a:pt x="576769" y="593355"/>
                  </a:lnTo>
                  <a:lnTo>
                    <a:pt x="577772" y="600864"/>
                  </a:lnTo>
                  <a:lnTo>
                    <a:pt x="578775" y="602366"/>
                  </a:lnTo>
                  <a:lnTo>
                    <a:pt x="580279" y="602366"/>
                  </a:lnTo>
                  <a:lnTo>
                    <a:pt x="581282" y="584344"/>
                  </a:lnTo>
                  <a:lnTo>
                    <a:pt x="582285" y="595858"/>
                  </a:lnTo>
                  <a:lnTo>
                    <a:pt x="583288" y="613400"/>
                  </a:lnTo>
                  <a:lnTo>
                    <a:pt x="584792" y="598862"/>
                  </a:lnTo>
                  <a:lnTo>
                    <a:pt x="585795" y="596359"/>
                  </a:lnTo>
                  <a:lnTo>
                    <a:pt x="586798" y="582341"/>
                  </a:lnTo>
                  <a:lnTo>
                    <a:pt x="588302" y="585345"/>
                  </a:lnTo>
                  <a:lnTo>
                    <a:pt x="589305" y="591352"/>
                  </a:lnTo>
                  <a:lnTo>
                    <a:pt x="590308" y="597360"/>
                  </a:lnTo>
                  <a:lnTo>
                    <a:pt x="591813" y="604369"/>
                  </a:lnTo>
                  <a:lnTo>
                    <a:pt x="592815" y="592854"/>
                  </a:lnTo>
                  <a:lnTo>
                    <a:pt x="593818" y="605370"/>
                  </a:lnTo>
                  <a:lnTo>
                    <a:pt x="595323" y="600364"/>
                  </a:lnTo>
                  <a:lnTo>
                    <a:pt x="596326" y="588349"/>
                  </a:lnTo>
                  <a:lnTo>
                    <a:pt x="597328" y="606872"/>
                  </a:lnTo>
                  <a:lnTo>
                    <a:pt x="598331" y="601365"/>
                  </a:lnTo>
                  <a:lnTo>
                    <a:pt x="599836" y="584844"/>
                  </a:lnTo>
                  <a:lnTo>
                    <a:pt x="600839" y="598862"/>
                  </a:lnTo>
                  <a:lnTo>
                    <a:pt x="601842" y="598361"/>
                  </a:lnTo>
                  <a:lnTo>
                    <a:pt x="603346" y="589850"/>
                  </a:lnTo>
                  <a:lnTo>
                    <a:pt x="604349" y="620909"/>
                  </a:lnTo>
                  <a:lnTo>
                    <a:pt x="605352" y="597860"/>
                  </a:lnTo>
                  <a:lnTo>
                    <a:pt x="606856" y="593855"/>
                  </a:lnTo>
                  <a:lnTo>
                    <a:pt x="607859" y="595357"/>
                  </a:lnTo>
                  <a:lnTo>
                    <a:pt x="608862" y="596359"/>
                  </a:lnTo>
                  <a:lnTo>
                    <a:pt x="610366" y="588849"/>
                  </a:lnTo>
                  <a:lnTo>
                    <a:pt x="611369" y="601365"/>
                  </a:lnTo>
                  <a:lnTo>
                    <a:pt x="612372" y="596359"/>
                  </a:lnTo>
                  <a:lnTo>
                    <a:pt x="613375" y="594356"/>
                  </a:lnTo>
                  <a:lnTo>
                    <a:pt x="614879" y="590852"/>
                  </a:lnTo>
                  <a:lnTo>
                    <a:pt x="615882" y="601365"/>
                  </a:lnTo>
                  <a:lnTo>
                    <a:pt x="616885" y="581340"/>
                  </a:lnTo>
                  <a:lnTo>
                    <a:pt x="618389" y="601865"/>
                  </a:lnTo>
                  <a:lnTo>
                    <a:pt x="619392" y="611898"/>
                  </a:lnTo>
                  <a:lnTo>
                    <a:pt x="620395" y="604869"/>
                  </a:lnTo>
                  <a:lnTo>
                    <a:pt x="621900" y="594857"/>
                  </a:lnTo>
                  <a:lnTo>
                    <a:pt x="622902" y="584844"/>
                  </a:lnTo>
                  <a:lnTo>
                    <a:pt x="623905" y="592854"/>
                  </a:lnTo>
                  <a:lnTo>
                    <a:pt x="625410" y="592854"/>
                  </a:lnTo>
                  <a:lnTo>
                    <a:pt x="626413" y="593355"/>
                  </a:lnTo>
                  <a:lnTo>
                    <a:pt x="627416" y="588349"/>
                  </a:lnTo>
                  <a:lnTo>
                    <a:pt x="628418" y="598862"/>
                  </a:lnTo>
                  <a:lnTo>
                    <a:pt x="629923" y="608874"/>
                  </a:lnTo>
                  <a:lnTo>
                    <a:pt x="630926" y="603868"/>
                  </a:lnTo>
                  <a:lnTo>
                    <a:pt x="631929" y="588349"/>
                  </a:lnTo>
                  <a:lnTo>
                    <a:pt x="633433" y="599863"/>
                  </a:lnTo>
                  <a:lnTo>
                    <a:pt x="634436" y="592354"/>
                  </a:lnTo>
                  <a:lnTo>
                    <a:pt x="635439" y="602867"/>
                  </a:lnTo>
                  <a:lnTo>
                    <a:pt x="636943" y="590351"/>
                  </a:lnTo>
                  <a:lnTo>
                    <a:pt x="637946" y="600364"/>
                  </a:lnTo>
                  <a:lnTo>
                    <a:pt x="638962" y="585345"/>
                  </a:lnTo>
                  <a:lnTo>
                    <a:pt x="640467" y="592354"/>
                  </a:lnTo>
                  <a:lnTo>
                    <a:pt x="641470" y="614401"/>
                  </a:lnTo>
                  <a:lnTo>
                    <a:pt x="642472" y="590852"/>
                  </a:lnTo>
                  <a:lnTo>
                    <a:pt x="643475" y="591853"/>
                  </a:lnTo>
                  <a:lnTo>
                    <a:pt x="644980" y="609875"/>
                  </a:lnTo>
                  <a:lnTo>
                    <a:pt x="645983" y="603868"/>
                  </a:lnTo>
                  <a:lnTo>
                    <a:pt x="646986" y="595858"/>
                  </a:lnTo>
                  <a:lnTo>
                    <a:pt x="648490" y="590351"/>
                  </a:lnTo>
                  <a:lnTo>
                    <a:pt x="649493" y="584344"/>
                  </a:lnTo>
                  <a:lnTo>
                    <a:pt x="650496" y="605370"/>
                  </a:lnTo>
                  <a:lnTo>
                    <a:pt x="652000" y="603367"/>
                  </a:lnTo>
                  <a:lnTo>
                    <a:pt x="653003" y="592354"/>
                  </a:lnTo>
                  <a:lnTo>
                    <a:pt x="654006" y="592354"/>
                  </a:lnTo>
                  <a:lnTo>
                    <a:pt x="655510" y="596359"/>
                  </a:lnTo>
                  <a:lnTo>
                    <a:pt x="656513" y="606872"/>
                  </a:lnTo>
                  <a:lnTo>
                    <a:pt x="657516" y="589850"/>
                  </a:lnTo>
                  <a:lnTo>
                    <a:pt x="658519" y="606371"/>
                  </a:lnTo>
                  <a:lnTo>
                    <a:pt x="660023" y="594857"/>
                  </a:lnTo>
                  <a:lnTo>
                    <a:pt x="661026" y="591853"/>
                  </a:lnTo>
                  <a:lnTo>
                    <a:pt x="662029" y="590852"/>
                  </a:lnTo>
                  <a:lnTo>
                    <a:pt x="663533" y="595858"/>
                  </a:lnTo>
                  <a:lnTo>
                    <a:pt x="664536" y="603868"/>
                  </a:lnTo>
                  <a:lnTo>
                    <a:pt x="665539" y="595858"/>
                  </a:lnTo>
                  <a:lnTo>
                    <a:pt x="667044" y="595858"/>
                  </a:lnTo>
                  <a:lnTo>
                    <a:pt x="668046" y="588849"/>
                  </a:lnTo>
                  <a:lnTo>
                    <a:pt x="669049" y="592854"/>
                  </a:lnTo>
                  <a:lnTo>
                    <a:pt x="670554" y="595357"/>
                  </a:lnTo>
                  <a:lnTo>
                    <a:pt x="671557" y="603868"/>
                  </a:lnTo>
                  <a:lnTo>
                    <a:pt x="672560" y="605870"/>
                  </a:lnTo>
                  <a:lnTo>
                    <a:pt x="674064" y="608374"/>
                  </a:lnTo>
                  <a:lnTo>
                    <a:pt x="675067" y="595858"/>
                  </a:lnTo>
                  <a:lnTo>
                    <a:pt x="676070" y="604869"/>
                  </a:lnTo>
                  <a:lnTo>
                    <a:pt x="677073" y="594356"/>
                  </a:lnTo>
                  <a:lnTo>
                    <a:pt x="678577" y="592354"/>
                  </a:lnTo>
                  <a:lnTo>
                    <a:pt x="679580" y="602867"/>
                  </a:lnTo>
                  <a:lnTo>
                    <a:pt x="680583" y="606371"/>
                  </a:lnTo>
                  <a:lnTo>
                    <a:pt x="682087" y="589350"/>
                  </a:lnTo>
                  <a:lnTo>
                    <a:pt x="683090" y="599863"/>
                  </a:lnTo>
                  <a:lnTo>
                    <a:pt x="684093" y="594857"/>
                  </a:lnTo>
                  <a:lnTo>
                    <a:pt x="685597" y="603367"/>
                  </a:lnTo>
                  <a:lnTo>
                    <a:pt x="686600" y="599362"/>
                  </a:lnTo>
                  <a:lnTo>
                    <a:pt x="687603" y="595858"/>
                  </a:lnTo>
                  <a:lnTo>
                    <a:pt x="689107" y="587347"/>
                  </a:lnTo>
                  <a:lnTo>
                    <a:pt x="690110" y="601865"/>
                  </a:lnTo>
                  <a:lnTo>
                    <a:pt x="691113" y="602366"/>
                  </a:lnTo>
                  <a:lnTo>
                    <a:pt x="692116" y="591352"/>
                  </a:lnTo>
                  <a:lnTo>
                    <a:pt x="693621" y="603868"/>
                  </a:lnTo>
                  <a:lnTo>
                    <a:pt x="694623" y="596859"/>
                  </a:lnTo>
                  <a:lnTo>
                    <a:pt x="695626" y="602366"/>
                  </a:lnTo>
                  <a:lnTo>
                    <a:pt x="697131" y="600864"/>
                  </a:lnTo>
                  <a:lnTo>
                    <a:pt x="698134" y="587848"/>
                  </a:lnTo>
                  <a:lnTo>
                    <a:pt x="699136" y="593855"/>
                  </a:lnTo>
                  <a:lnTo>
                    <a:pt x="700641" y="596859"/>
                  </a:lnTo>
                  <a:lnTo>
                    <a:pt x="701644" y="592354"/>
                  </a:lnTo>
                  <a:lnTo>
                    <a:pt x="702647" y="593855"/>
                  </a:lnTo>
                  <a:lnTo>
                    <a:pt x="704151" y="604869"/>
                  </a:lnTo>
                  <a:lnTo>
                    <a:pt x="705154" y="597860"/>
                  </a:lnTo>
                  <a:lnTo>
                    <a:pt x="706157" y="603367"/>
                  </a:lnTo>
                  <a:lnTo>
                    <a:pt x="707160" y="595858"/>
                  </a:lnTo>
                  <a:lnTo>
                    <a:pt x="708664" y="606872"/>
                  </a:lnTo>
                  <a:lnTo>
                    <a:pt x="709667" y="586847"/>
                  </a:lnTo>
                  <a:lnTo>
                    <a:pt x="710670" y="611397"/>
                  </a:lnTo>
                  <a:lnTo>
                    <a:pt x="712174" y="595357"/>
                  </a:lnTo>
                  <a:lnTo>
                    <a:pt x="713177" y="597360"/>
                  </a:lnTo>
                  <a:lnTo>
                    <a:pt x="714180" y="594857"/>
                  </a:lnTo>
                  <a:lnTo>
                    <a:pt x="715684" y="595858"/>
                  </a:lnTo>
                  <a:lnTo>
                    <a:pt x="716687" y="589850"/>
                  </a:lnTo>
                  <a:lnTo>
                    <a:pt x="717690" y="588349"/>
                  </a:lnTo>
                  <a:lnTo>
                    <a:pt x="719195" y="581840"/>
                  </a:lnTo>
                  <a:lnTo>
                    <a:pt x="720197" y="561815"/>
                  </a:lnTo>
                  <a:lnTo>
                    <a:pt x="721200" y="577335"/>
                  </a:lnTo>
                  <a:lnTo>
                    <a:pt x="722203" y="559813"/>
                  </a:lnTo>
                  <a:lnTo>
                    <a:pt x="723708" y="537785"/>
                  </a:lnTo>
                  <a:lnTo>
                    <a:pt x="724711" y="520751"/>
                  </a:lnTo>
                  <a:lnTo>
                    <a:pt x="725713" y="500225"/>
                  </a:lnTo>
                  <a:lnTo>
                    <a:pt x="727218" y="482202"/>
                  </a:lnTo>
                  <a:lnTo>
                    <a:pt x="728221" y="458673"/>
                  </a:lnTo>
                  <a:lnTo>
                    <a:pt x="729224" y="442132"/>
                  </a:lnTo>
                  <a:lnTo>
                    <a:pt x="730728" y="432120"/>
                  </a:lnTo>
                  <a:lnTo>
                    <a:pt x="731731" y="426613"/>
                  </a:lnTo>
                  <a:lnTo>
                    <a:pt x="732734" y="418102"/>
                  </a:lnTo>
                  <a:lnTo>
                    <a:pt x="734238" y="405086"/>
                  </a:lnTo>
                  <a:lnTo>
                    <a:pt x="735241" y="388565"/>
                  </a:lnTo>
                  <a:lnTo>
                    <a:pt x="736244" y="388065"/>
                  </a:lnTo>
                  <a:lnTo>
                    <a:pt x="737247" y="391569"/>
                  </a:lnTo>
                  <a:lnTo>
                    <a:pt x="738751" y="389567"/>
                  </a:lnTo>
                  <a:lnTo>
                    <a:pt x="739754" y="382558"/>
                  </a:lnTo>
                  <a:lnTo>
                    <a:pt x="740757" y="385061"/>
                  </a:lnTo>
                  <a:lnTo>
                    <a:pt x="746794" y="411094"/>
                  </a:lnTo>
                  <a:lnTo>
                    <a:pt x="747797" y="417602"/>
                  </a:lnTo>
                  <a:lnTo>
                    <a:pt x="749302" y="425111"/>
                  </a:lnTo>
                  <a:lnTo>
                    <a:pt x="750305" y="443634"/>
                  </a:lnTo>
                  <a:lnTo>
                    <a:pt x="751307" y="459674"/>
                  </a:lnTo>
                  <a:lnTo>
                    <a:pt x="752310" y="478698"/>
                  </a:lnTo>
                  <a:lnTo>
                    <a:pt x="753815" y="501226"/>
                  </a:lnTo>
                  <a:lnTo>
                    <a:pt x="754818" y="522253"/>
                  </a:lnTo>
                  <a:lnTo>
                    <a:pt x="755821" y="533780"/>
                  </a:lnTo>
                  <a:lnTo>
                    <a:pt x="757325" y="561815"/>
                  </a:lnTo>
                  <a:lnTo>
                    <a:pt x="758328" y="569325"/>
                  </a:lnTo>
                  <a:lnTo>
                    <a:pt x="759331" y="582341"/>
                  </a:lnTo>
                  <a:lnTo>
                    <a:pt x="760835" y="585345"/>
                  </a:lnTo>
                  <a:lnTo>
                    <a:pt x="761838" y="590351"/>
                  </a:lnTo>
                  <a:lnTo>
                    <a:pt x="762841" y="589350"/>
                  </a:lnTo>
                  <a:lnTo>
                    <a:pt x="764345" y="608374"/>
                  </a:lnTo>
                  <a:lnTo>
                    <a:pt x="765348" y="607372"/>
                  </a:lnTo>
                  <a:lnTo>
                    <a:pt x="766351" y="603868"/>
                  </a:lnTo>
                  <a:lnTo>
                    <a:pt x="767354" y="589850"/>
                  </a:lnTo>
                  <a:lnTo>
                    <a:pt x="768858" y="604869"/>
                  </a:lnTo>
                  <a:lnTo>
                    <a:pt x="769861" y="601865"/>
                  </a:lnTo>
                  <a:lnTo>
                    <a:pt x="770864" y="604369"/>
                  </a:lnTo>
                  <a:lnTo>
                    <a:pt x="772368" y="618406"/>
                  </a:lnTo>
                  <a:lnTo>
                    <a:pt x="773371" y="623913"/>
                  </a:lnTo>
                  <a:lnTo>
                    <a:pt x="774374" y="620909"/>
                  </a:lnTo>
                  <a:lnTo>
                    <a:pt x="775879" y="622912"/>
                  </a:lnTo>
                  <a:lnTo>
                    <a:pt x="776882" y="613400"/>
                  </a:lnTo>
                  <a:lnTo>
                    <a:pt x="777884" y="622912"/>
                  </a:lnTo>
                  <a:lnTo>
                    <a:pt x="779389" y="615903"/>
                  </a:lnTo>
                  <a:lnTo>
                    <a:pt x="780392" y="607372"/>
                  </a:lnTo>
                  <a:lnTo>
                    <a:pt x="781395" y="604869"/>
                  </a:lnTo>
                  <a:lnTo>
                    <a:pt x="782397" y="597360"/>
                  </a:lnTo>
                  <a:lnTo>
                    <a:pt x="783902" y="616904"/>
                  </a:lnTo>
                  <a:lnTo>
                    <a:pt x="784905" y="605370"/>
                  </a:lnTo>
                  <a:lnTo>
                    <a:pt x="785908" y="602867"/>
                  </a:lnTo>
                  <a:lnTo>
                    <a:pt x="787412" y="613901"/>
                  </a:lnTo>
                  <a:lnTo>
                    <a:pt x="788415" y="609875"/>
                  </a:lnTo>
                  <a:lnTo>
                    <a:pt x="789418" y="602366"/>
                  </a:lnTo>
                  <a:lnTo>
                    <a:pt x="790922" y="619407"/>
                  </a:lnTo>
                  <a:lnTo>
                    <a:pt x="791925" y="610897"/>
                  </a:lnTo>
                  <a:lnTo>
                    <a:pt x="792921" y="609375"/>
                  </a:lnTo>
                  <a:lnTo>
                    <a:pt x="794426" y="624414"/>
                  </a:lnTo>
                  <a:lnTo>
                    <a:pt x="795429" y="608874"/>
                  </a:lnTo>
                  <a:lnTo>
                    <a:pt x="796431" y="627918"/>
                  </a:lnTo>
                  <a:lnTo>
                    <a:pt x="797936" y="616904"/>
                  </a:lnTo>
                  <a:lnTo>
                    <a:pt x="798939" y="634426"/>
                  </a:lnTo>
                  <a:lnTo>
                    <a:pt x="799942" y="632924"/>
                  </a:lnTo>
                  <a:lnTo>
                    <a:pt x="800945" y="612399"/>
                  </a:lnTo>
                  <a:lnTo>
                    <a:pt x="802449" y="615402"/>
                  </a:lnTo>
                  <a:lnTo>
                    <a:pt x="803452" y="625415"/>
                  </a:lnTo>
                  <a:lnTo>
                    <a:pt x="804455" y="617405"/>
                  </a:lnTo>
                  <a:lnTo>
                    <a:pt x="805959" y="615402"/>
                  </a:lnTo>
                  <a:lnTo>
                    <a:pt x="806962" y="635427"/>
                  </a:lnTo>
                  <a:lnTo>
                    <a:pt x="807965" y="617906"/>
                  </a:lnTo>
                  <a:lnTo>
                    <a:pt x="809469" y="622411"/>
                  </a:lnTo>
                </a:path>
                <a:path w="2200275" h="734060">
                  <a:moveTo>
                    <a:pt x="809469" y="622411"/>
                  </a:moveTo>
                  <a:lnTo>
                    <a:pt x="810472" y="614902"/>
                  </a:lnTo>
                  <a:lnTo>
                    <a:pt x="811475" y="614401"/>
                  </a:lnTo>
                  <a:lnTo>
                    <a:pt x="812979" y="613400"/>
                  </a:lnTo>
                  <a:lnTo>
                    <a:pt x="813982" y="616904"/>
                  </a:lnTo>
                  <a:lnTo>
                    <a:pt x="814985" y="624414"/>
                  </a:lnTo>
                  <a:lnTo>
                    <a:pt x="815988" y="613901"/>
                  </a:lnTo>
                  <a:lnTo>
                    <a:pt x="817492" y="631923"/>
                  </a:lnTo>
                  <a:lnTo>
                    <a:pt x="818495" y="617405"/>
                  </a:lnTo>
                  <a:lnTo>
                    <a:pt x="819498" y="624414"/>
                  </a:lnTo>
                  <a:lnTo>
                    <a:pt x="821003" y="640934"/>
                  </a:lnTo>
                  <a:lnTo>
                    <a:pt x="822005" y="618406"/>
                  </a:lnTo>
                  <a:lnTo>
                    <a:pt x="823008" y="626917"/>
                  </a:lnTo>
                  <a:lnTo>
                    <a:pt x="824513" y="622411"/>
                  </a:lnTo>
                  <a:lnTo>
                    <a:pt x="825516" y="619407"/>
                  </a:lnTo>
                  <a:lnTo>
                    <a:pt x="826519" y="626416"/>
                  </a:lnTo>
                  <a:lnTo>
                    <a:pt x="828023" y="628419"/>
                  </a:lnTo>
                  <a:lnTo>
                    <a:pt x="829026" y="622912"/>
                  </a:lnTo>
                  <a:lnTo>
                    <a:pt x="830029" y="632424"/>
                  </a:lnTo>
                  <a:lnTo>
                    <a:pt x="831032" y="622411"/>
                  </a:lnTo>
                  <a:lnTo>
                    <a:pt x="832536" y="612899"/>
                  </a:lnTo>
                  <a:lnTo>
                    <a:pt x="833539" y="616404"/>
                  </a:lnTo>
                  <a:lnTo>
                    <a:pt x="834542" y="621410"/>
                  </a:lnTo>
                  <a:lnTo>
                    <a:pt x="836046" y="633926"/>
                  </a:lnTo>
                  <a:lnTo>
                    <a:pt x="837049" y="624414"/>
                  </a:lnTo>
                  <a:lnTo>
                    <a:pt x="838052" y="630421"/>
                  </a:lnTo>
                  <a:lnTo>
                    <a:pt x="839556" y="635427"/>
                  </a:lnTo>
                  <a:lnTo>
                    <a:pt x="840559" y="616904"/>
                  </a:lnTo>
                  <a:lnTo>
                    <a:pt x="841562" y="627918"/>
                  </a:lnTo>
                  <a:lnTo>
                    <a:pt x="843066" y="634927"/>
                  </a:lnTo>
                  <a:lnTo>
                    <a:pt x="844069" y="629420"/>
                  </a:lnTo>
                  <a:lnTo>
                    <a:pt x="845072" y="638932"/>
                  </a:lnTo>
                  <a:lnTo>
                    <a:pt x="846075" y="620909"/>
                  </a:lnTo>
                  <a:lnTo>
                    <a:pt x="847579" y="613901"/>
                  </a:lnTo>
                  <a:lnTo>
                    <a:pt x="848582" y="631923"/>
                  </a:lnTo>
                  <a:lnTo>
                    <a:pt x="849585" y="623913"/>
                  </a:lnTo>
                  <a:lnTo>
                    <a:pt x="851110" y="626416"/>
                  </a:lnTo>
                  <a:lnTo>
                    <a:pt x="852113" y="615903"/>
                  </a:lnTo>
                  <a:lnTo>
                    <a:pt x="853116" y="635928"/>
                  </a:lnTo>
                  <a:lnTo>
                    <a:pt x="854620" y="630421"/>
                  </a:lnTo>
                  <a:lnTo>
                    <a:pt x="855623" y="637430"/>
                  </a:lnTo>
                  <a:lnTo>
                    <a:pt x="856626" y="634927"/>
                  </a:lnTo>
                  <a:lnTo>
                    <a:pt x="858130" y="617405"/>
                  </a:lnTo>
                  <a:lnTo>
                    <a:pt x="859133" y="630922"/>
                  </a:lnTo>
                  <a:lnTo>
                    <a:pt x="860136" y="631923"/>
                  </a:lnTo>
                  <a:lnTo>
                    <a:pt x="861139" y="637430"/>
                  </a:lnTo>
                  <a:lnTo>
                    <a:pt x="862643" y="626917"/>
                  </a:lnTo>
                  <a:lnTo>
                    <a:pt x="863646" y="641435"/>
                  </a:lnTo>
                  <a:lnTo>
                    <a:pt x="864649" y="630922"/>
                  </a:lnTo>
                  <a:lnTo>
                    <a:pt x="866153" y="617405"/>
                  </a:lnTo>
                  <a:lnTo>
                    <a:pt x="867156" y="629921"/>
                  </a:lnTo>
                  <a:lnTo>
                    <a:pt x="868159" y="631422"/>
                  </a:lnTo>
                  <a:lnTo>
                    <a:pt x="869663" y="629420"/>
                  </a:lnTo>
                  <a:lnTo>
                    <a:pt x="870666" y="630922"/>
                  </a:lnTo>
                  <a:lnTo>
                    <a:pt x="871669" y="637931"/>
                  </a:lnTo>
                  <a:lnTo>
                    <a:pt x="873174" y="609375"/>
                  </a:lnTo>
                  <a:lnTo>
                    <a:pt x="874176" y="622912"/>
                  </a:lnTo>
                  <a:lnTo>
                    <a:pt x="875179" y="620409"/>
                  </a:lnTo>
                  <a:lnTo>
                    <a:pt x="876182" y="643938"/>
                  </a:lnTo>
                  <a:lnTo>
                    <a:pt x="877687" y="646441"/>
                  </a:lnTo>
                  <a:lnTo>
                    <a:pt x="878690" y="630421"/>
                  </a:lnTo>
                  <a:lnTo>
                    <a:pt x="879692" y="632924"/>
                  </a:lnTo>
                  <a:lnTo>
                    <a:pt x="881197" y="638932"/>
                  </a:lnTo>
                  <a:lnTo>
                    <a:pt x="882200" y="650446"/>
                  </a:lnTo>
                  <a:lnTo>
                    <a:pt x="883203" y="639933"/>
                  </a:lnTo>
                  <a:lnTo>
                    <a:pt x="884707" y="628419"/>
                  </a:lnTo>
                  <a:lnTo>
                    <a:pt x="885710" y="632924"/>
                  </a:lnTo>
                  <a:lnTo>
                    <a:pt x="886713" y="638932"/>
                  </a:lnTo>
                  <a:lnTo>
                    <a:pt x="888217" y="616404"/>
                  </a:lnTo>
                  <a:lnTo>
                    <a:pt x="889220" y="640934"/>
                  </a:lnTo>
                  <a:lnTo>
                    <a:pt x="890223" y="639933"/>
                  </a:lnTo>
                  <a:lnTo>
                    <a:pt x="891226" y="633425"/>
                  </a:lnTo>
                  <a:lnTo>
                    <a:pt x="892730" y="618406"/>
                  </a:lnTo>
                  <a:lnTo>
                    <a:pt x="893733" y="631923"/>
                  </a:lnTo>
                  <a:lnTo>
                    <a:pt x="894736" y="635427"/>
                  </a:lnTo>
                  <a:lnTo>
                    <a:pt x="896240" y="637430"/>
                  </a:lnTo>
                  <a:lnTo>
                    <a:pt x="897243" y="619407"/>
                  </a:lnTo>
                  <a:lnTo>
                    <a:pt x="898246" y="639933"/>
                  </a:lnTo>
                  <a:lnTo>
                    <a:pt x="899751" y="634927"/>
                  </a:lnTo>
                  <a:lnTo>
                    <a:pt x="900753" y="637430"/>
                  </a:lnTo>
                  <a:lnTo>
                    <a:pt x="901756" y="637430"/>
                  </a:lnTo>
                  <a:lnTo>
                    <a:pt x="903261" y="643938"/>
                  </a:lnTo>
                  <a:lnTo>
                    <a:pt x="904264" y="652449"/>
                  </a:lnTo>
                  <a:lnTo>
                    <a:pt x="905266" y="623412"/>
                  </a:lnTo>
                  <a:lnTo>
                    <a:pt x="906269" y="639432"/>
                  </a:lnTo>
                  <a:lnTo>
                    <a:pt x="907774" y="646441"/>
                  </a:lnTo>
                  <a:lnTo>
                    <a:pt x="908777" y="645941"/>
                  </a:lnTo>
                  <a:lnTo>
                    <a:pt x="909780" y="634426"/>
                  </a:lnTo>
                  <a:lnTo>
                    <a:pt x="911284" y="633425"/>
                  </a:lnTo>
                  <a:lnTo>
                    <a:pt x="912287" y="645941"/>
                  </a:lnTo>
                  <a:lnTo>
                    <a:pt x="913290" y="644939"/>
                  </a:lnTo>
                  <a:lnTo>
                    <a:pt x="914794" y="625916"/>
                  </a:lnTo>
                  <a:lnTo>
                    <a:pt x="915797" y="645941"/>
                  </a:lnTo>
                  <a:lnTo>
                    <a:pt x="916800" y="631422"/>
                  </a:lnTo>
                  <a:lnTo>
                    <a:pt x="918304" y="632924"/>
                  </a:lnTo>
                  <a:lnTo>
                    <a:pt x="919307" y="638431"/>
                  </a:lnTo>
                  <a:lnTo>
                    <a:pt x="920310" y="632924"/>
                  </a:lnTo>
                  <a:lnTo>
                    <a:pt x="921814" y="654952"/>
                  </a:lnTo>
                  <a:lnTo>
                    <a:pt x="922817" y="640934"/>
                  </a:lnTo>
                  <a:lnTo>
                    <a:pt x="923820" y="648944"/>
                  </a:lnTo>
                  <a:lnTo>
                    <a:pt x="924823" y="648444"/>
                  </a:lnTo>
                  <a:lnTo>
                    <a:pt x="926327" y="631422"/>
                  </a:lnTo>
                  <a:lnTo>
                    <a:pt x="927330" y="637430"/>
                  </a:lnTo>
                  <a:lnTo>
                    <a:pt x="928333" y="644439"/>
                  </a:lnTo>
                  <a:lnTo>
                    <a:pt x="929838" y="636929"/>
                  </a:lnTo>
                  <a:lnTo>
                    <a:pt x="930840" y="639933"/>
                  </a:lnTo>
                  <a:lnTo>
                    <a:pt x="931843" y="639933"/>
                  </a:lnTo>
                  <a:lnTo>
                    <a:pt x="933348" y="616404"/>
                  </a:lnTo>
                  <a:lnTo>
                    <a:pt x="934351" y="632924"/>
                  </a:lnTo>
                  <a:lnTo>
                    <a:pt x="935354" y="640934"/>
                  </a:lnTo>
                  <a:lnTo>
                    <a:pt x="936858" y="651447"/>
                  </a:lnTo>
                  <a:lnTo>
                    <a:pt x="937861" y="628419"/>
                  </a:lnTo>
                  <a:lnTo>
                    <a:pt x="938864" y="652949"/>
                  </a:lnTo>
                  <a:lnTo>
                    <a:pt x="939867" y="639432"/>
                  </a:lnTo>
                  <a:lnTo>
                    <a:pt x="941371" y="638932"/>
                  </a:lnTo>
                  <a:lnTo>
                    <a:pt x="942374" y="633425"/>
                  </a:lnTo>
                  <a:lnTo>
                    <a:pt x="943377" y="644439"/>
                  </a:lnTo>
                  <a:lnTo>
                    <a:pt x="944881" y="647943"/>
                  </a:lnTo>
                  <a:lnTo>
                    <a:pt x="945884" y="637931"/>
                  </a:lnTo>
                  <a:lnTo>
                    <a:pt x="946887" y="648444"/>
                  </a:lnTo>
                  <a:lnTo>
                    <a:pt x="948391" y="632924"/>
                  </a:lnTo>
                  <a:lnTo>
                    <a:pt x="949394" y="630421"/>
                  </a:lnTo>
                  <a:lnTo>
                    <a:pt x="950397" y="639933"/>
                  </a:lnTo>
                  <a:lnTo>
                    <a:pt x="951901" y="635427"/>
                  </a:lnTo>
                  <a:lnTo>
                    <a:pt x="952904" y="651447"/>
                  </a:lnTo>
                  <a:lnTo>
                    <a:pt x="953907" y="639933"/>
                  </a:lnTo>
                  <a:lnTo>
                    <a:pt x="954910" y="646441"/>
                  </a:lnTo>
                  <a:lnTo>
                    <a:pt x="956428" y="651447"/>
                  </a:lnTo>
                  <a:lnTo>
                    <a:pt x="957431" y="637931"/>
                  </a:lnTo>
                  <a:lnTo>
                    <a:pt x="958434" y="643938"/>
                  </a:lnTo>
                  <a:lnTo>
                    <a:pt x="959938" y="636429"/>
                  </a:lnTo>
                  <a:lnTo>
                    <a:pt x="960941" y="647442"/>
                  </a:lnTo>
                  <a:lnTo>
                    <a:pt x="961944" y="647943"/>
                  </a:lnTo>
                  <a:lnTo>
                    <a:pt x="963448" y="637430"/>
                  </a:lnTo>
                  <a:lnTo>
                    <a:pt x="964451" y="644939"/>
                  </a:lnTo>
                  <a:lnTo>
                    <a:pt x="965454" y="640434"/>
                  </a:lnTo>
                  <a:lnTo>
                    <a:pt x="966958" y="642937"/>
                  </a:lnTo>
                  <a:lnTo>
                    <a:pt x="967961" y="620909"/>
                  </a:lnTo>
                  <a:lnTo>
                    <a:pt x="968964" y="644939"/>
                  </a:lnTo>
                  <a:lnTo>
                    <a:pt x="969967" y="652949"/>
                  </a:lnTo>
                  <a:lnTo>
                    <a:pt x="971471" y="647943"/>
                  </a:lnTo>
                  <a:lnTo>
                    <a:pt x="972474" y="636929"/>
                  </a:lnTo>
                  <a:lnTo>
                    <a:pt x="973477" y="647943"/>
                  </a:lnTo>
                  <a:lnTo>
                    <a:pt x="974982" y="631923"/>
                  </a:lnTo>
                  <a:lnTo>
                    <a:pt x="975984" y="649445"/>
                  </a:lnTo>
                  <a:lnTo>
                    <a:pt x="976987" y="643938"/>
                  </a:lnTo>
                  <a:lnTo>
                    <a:pt x="978492" y="651948"/>
                  </a:lnTo>
                  <a:lnTo>
                    <a:pt x="979495" y="646942"/>
                  </a:lnTo>
                  <a:lnTo>
                    <a:pt x="980498" y="666967"/>
                  </a:lnTo>
                  <a:lnTo>
                    <a:pt x="982002" y="638932"/>
                  </a:lnTo>
                  <a:lnTo>
                    <a:pt x="983005" y="631923"/>
                  </a:lnTo>
                  <a:lnTo>
                    <a:pt x="984008" y="637430"/>
                  </a:lnTo>
                  <a:lnTo>
                    <a:pt x="985011" y="647442"/>
                  </a:lnTo>
                  <a:lnTo>
                    <a:pt x="986515" y="655452"/>
                  </a:lnTo>
                  <a:lnTo>
                    <a:pt x="987518" y="656954"/>
                  </a:lnTo>
                  <a:lnTo>
                    <a:pt x="988521" y="636429"/>
                  </a:lnTo>
                  <a:lnTo>
                    <a:pt x="990025" y="652449"/>
                  </a:lnTo>
                  <a:lnTo>
                    <a:pt x="991028" y="637430"/>
                  </a:lnTo>
                  <a:lnTo>
                    <a:pt x="992031" y="641936"/>
                  </a:lnTo>
                  <a:lnTo>
                    <a:pt x="993535" y="653951"/>
                  </a:lnTo>
                  <a:lnTo>
                    <a:pt x="994538" y="656954"/>
                  </a:lnTo>
                  <a:lnTo>
                    <a:pt x="995541" y="627918"/>
                  </a:lnTo>
                  <a:lnTo>
                    <a:pt x="997045" y="641435"/>
                  </a:lnTo>
                  <a:lnTo>
                    <a:pt x="998048" y="633425"/>
                  </a:lnTo>
                  <a:lnTo>
                    <a:pt x="999051" y="654952"/>
                  </a:lnTo>
                  <a:lnTo>
                    <a:pt x="1000054" y="639933"/>
                  </a:lnTo>
                  <a:lnTo>
                    <a:pt x="1001559" y="638431"/>
                  </a:lnTo>
                  <a:lnTo>
                    <a:pt x="1002561" y="635427"/>
                  </a:lnTo>
                  <a:lnTo>
                    <a:pt x="1003564" y="657956"/>
                  </a:lnTo>
                  <a:lnTo>
                    <a:pt x="1005069" y="638431"/>
                  </a:lnTo>
                  <a:lnTo>
                    <a:pt x="1006072" y="649946"/>
                  </a:lnTo>
                  <a:lnTo>
                    <a:pt x="1007074" y="643938"/>
                  </a:lnTo>
                  <a:lnTo>
                    <a:pt x="1008579" y="640934"/>
                  </a:lnTo>
                  <a:lnTo>
                    <a:pt x="1009582" y="634426"/>
                  </a:lnTo>
                  <a:lnTo>
                    <a:pt x="1010585" y="646441"/>
                  </a:lnTo>
                  <a:lnTo>
                    <a:pt x="1012089" y="651447"/>
                  </a:lnTo>
                  <a:lnTo>
                    <a:pt x="1013092" y="654451"/>
                  </a:lnTo>
                  <a:lnTo>
                    <a:pt x="1014095" y="646441"/>
                  </a:lnTo>
                  <a:lnTo>
                    <a:pt x="1015098" y="639432"/>
                  </a:lnTo>
                  <a:lnTo>
                    <a:pt x="1016602" y="647442"/>
                  </a:lnTo>
                  <a:lnTo>
                    <a:pt x="1017605" y="647943"/>
                  </a:lnTo>
                  <a:lnTo>
                    <a:pt x="1018608" y="650947"/>
                  </a:lnTo>
                  <a:lnTo>
                    <a:pt x="1020112" y="638932"/>
                  </a:lnTo>
                  <a:lnTo>
                    <a:pt x="1021115" y="643938"/>
                  </a:lnTo>
                  <a:lnTo>
                    <a:pt x="1022118" y="634426"/>
                  </a:lnTo>
                  <a:lnTo>
                    <a:pt x="1023622" y="636929"/>
                  </a:lnTo>
                  <a:lnTo>
                    <a:pt x="1024625" y="636929"/>
                  </a:lnTo>
                  <a:lnTo>
                    <a:pt x="1025628" y="637430"/>
                  </a:lnTo>
                  <a:lnTo>
                    <a:pt x="1027133" y="634426"/>
                  </a:lnTo>
                  <a:lnTo>
                    <a:pt x="1028135" y="632924"/>
                  </a:lnTo>
                  <a:lnTo>
                    <a:pt x="1029138" y="637430"/>
                  </a:lnTo>
                  <a:lnTo>
                    <a:pt x="1030141" y="631422"/>
                  </a:lnTo>
                  <a:lnTo>
                    <a:pt x="1031646" y="611898"/>
                  </a:lnTo>
                  <a:lnTo>
                    <a:pt x="1032649" y="617405"/>
                  </a:lnTo>
                  <a:lnTo>
                    <a:pt x="1033651" y="609375"/>
                  </a:lnTo>
                  <a:lnTo>
                    <a:pt x="1035156" y="597860"/>
                  </a:lnTo>
                  <a:lnTo>
                    <a:pt x="1036159" y="577335"/>
                  </a:lnTo>
                  <a:lnTo>
                    <a:pt x="1037162" y="569325"/>
                  </a:lnTo>
                  <a:lnTo>
                    <a:pt x="1038666" y="569325"/>
                  </a:lnTo>
                  <a:lnTo>
                    <a:pt x="1039669" y="557810"/>
                  </a:lnTo>
                  <a:lnTo>
                    <a:pt x="1040672" y="542792"/>
                  </a:lnTo>
                  <a:lnTo>
                    <a:pt x="1042176" y="546797"/>
                  </a:lnTo>
                  <a:lnTo>
                    <a:pt x="1043179" y="529261"/>
                  </a:lnTo>
                  <a:lnTo>
                    <a:pt x="1044182" y="521251"/>
                  </a:lnTo>
                  <a:lnTo>
                    <a:pt x="1045686" y="511739"/>
                  </a:lnTo>
                  <a:lnTo>
                    <a:pt x="1046689" y="505231"/>
                  </a:lnTo>
                  <a:lnTo>
                    <a:pt x="1047692" y="509236"/>
                  </a:lnTo>
                  <a:lnTo>
                    <a:pt x="1048695" y="499724"/>
                  </a:lnTo>
                  <a:lnTo>
                    <a:pt x="1050199" y="488711"/>
                  </a:lnTo>
                  <a:lnTo>
                    <a:pt x="1051202" y="502228"/>
                  </a:lnTo>
                  <a:lnTo>
                    <a:pt x="1052205" y="484706"/>
                  </a:lnTo>
                  <a:lnTo>
                    <a:pt x="1053709" y="485206"/>
                  </a:lnTo>
                  <a:lnTo>
                    <a:pt x="1054712" y="491714"/>
                  </a:lnTo>
                  <a:lnTo>
                    <a:pt x="1055715" y="484706"/>
                  </a:lnTo>
                  <a:lnTo>
                    <a:pt x="1057220" y="491214"/>
                  </a:lnTo>
                  <a:lnTo>
                    <a:pt x="1058223" y="498223"/>
                  </a:lnTo>
                  <a:lnTo>
                    <a:pt x="1059225" y="503229"/>
                  </a:lnTo>
                  <a:lnTo>
                    <a:pt x="1060730" y="504731"/>
                  </a:lnTo>
                  <a:lnTo>
                    <a:pt x="1061733" y="491714"/>
                  </a:lnTo>
                  <a:lnTo>
                    <a:pt x="1062756" y="515744"/>
                  </a:lnTo>
                  <a:lnTo>
                    <a:pt x="1063759" y="523754"/>
                  </a:lnTo>
                  <a:lnTo>
                    <a:pt x="1065263" y="530777"/>
                  </a:lnTo>
                  <a:lnTo>
                    <a:pt x="1066266" y="530276"/>
                  </a:lnTo>
                  <a:lnTo>
                    <a:pt x="1067269" y="538286"/>
                  </a:lnTo>
                  <a:lnTo>
                    <a:pt x="1068773" y="545795"/>
                  </a:lnTo>
                  <a:lnTo>
                    <a:pt x="1069776" y="549300"/>
                  </a:lnTo>
                  <a:lnTo>
                    <a:pt x="1070779" y="561815"/>
                  </a:lnTo>
                  <a:lnTo>
                    <a:pt x="1072283" y="581840"/>
                  </a:lnTo>
                  <a:lnTo>
                    <a:pt x="1073286" y="578336"/>
                  </a:lnTo>
                  <a:lnTo>
                    <a:pt x="1074289" y="605370"/>
                  </a:lnTo>
                  <a:lnTo>
                    <a:pt x="1075793" y="592854"/>
                  </a:lnTo>
                  <a:lnTo>
                    <a:pt x="1076796" y="623913"/>
                  </a:lnTo>
                  <a:lnTo>
                    <a:pt x="1077799" y="604869"/>
                  </a:lnTo>
                  <a:lnTo>
                    <a:pt x="1078802" y="620909"/>
                  </a:lnTo>
                  <a:lnTo>
                    <a:pt x="1080306" y="625415"/>
                  </a:lnTo>
                  <a:lnTo>
                    <a:pt x="1081309" y="635427"/>
                  </a:lnTo>
                  <a:lnTo>
                    <a:pt x="1082312" y="625415"/>
                  </a:lnTo>
                  <a:lnTo>
                    <a:pt x="1083817" y="632424"/>
                  </a:lnTo>
                  <a:lnTo>
                    <a:pt x="1084820" y="641936"/>
                  </a:lnTo>
                  <a:lnTo>
                    <a:pt x="1085822" y="654952"/>
                  </a:lnTo>
                  <a:lnTo>
                    <a:pt x="1087327" y="642436"/>
                  </a:lnTo>
                  <a:lnTo>
                    <a:pt x="1088330" y="630922"/>
                  </a:lnTo>
                  <a:lnTo>
                    <a:pt x="1089333" y="645941"/>
                  </a:lnTo>
                  <a:lnTo>
                    <a:pt x="1090837" y="652449"/>
                  </a:lnTo>
                  <a:lnTo>
                    <a:pt x="1091840" y="656454"/>
                  </a:lnTo>
                  <a:lnTo>
                    <a:pt x="1092843" y="663963"/>
                  </a:lnTo>
                  <a:lnTo>
                    <a:pt x="1093846" y="661460"/>
                  </a:lnTo>
                  <a:lnTo>
                    <a:pt x="1095350" y="654451"/>
                  </a:lnTo>
                  <a:lnTo>
                    <a:pt x="1096353" y="649445"/>
                  </a:lnTo>
                  <a:lnTo>
                    <a:pt x="1097356" y="651447"/>
                  </a:lnTo>
                  <a:lnTo>
                    <a:pt x="1098860" y="654952"/>
                  </a:lnTo>
                  <a:lnTo>
                    <a:pt x="1099863" y="666466"/>
                  </a:lnTo>
                  <a:lnTo>
                    <a:pt x="1100866" y="651447"/>
                  </a:lnTo>
                  <a:lnTo>
                    <a:pt x="1102370" y="672974"/>
                  </a:lnTo>
                  <a:lnTo>
                    <a:pt x="1103373" y="652949"/>
                  </a:lnTo>
                  <a:lnTo>
                    <a:pt x="1104376" y="665465"/>
                  </a:lnTo>
                  <a:lnTo>
                    <a:pt x="1105880" y="650947"/>
                  </a:lnTo>
                  <a:lnTo>
                    <a:pt x="1106883" y="668469"/>
                  </a:lnTo>
                  <a:lnTo>
                    <a:pt x="1107886" y="663963"/>
                  </a:lnTo>
                  <a:lnTo>
                    <a:pt x="1108889" y="654952"/>
                  </a:lnTo>
                  <a:lnTo>
                    <a:pt x="1110394" y="656454"/>
                  </a:lnTo>
                  <a:lnTo>
                    <a:pt x="1111396" y="670471"/>
                  </a:lnTo>
                  <a:lnTo>
                    <a:pt x="1112399" y="652949"/>
                  </a:lnTo>
                  <a:lnTo>
                    <a:pt x="1113904" y="660459"/>
                  </a:lnTo>
                  <a:lnTo>
                    <a:pt x="1114907" y="666967"/>
                  </a:lnTo>
                  <a:lnTo>
                    <a:pt x="1115910" y="672474"/>
                  </a:lnTo>
                  <a:lnTo>
                    <a:pt x="1117414" y="667468"/>
                  </a:lnTo>
                  <a:lnTo>
                    <a:pt x="1118417" y="670471"/>
                  </a:lnTo>
                  <a:lnTo>
                    <a:pt x="1119420" y="670471"/>
                  </a:lnTo>
                  <a:lnTo>
                    <a:pt x="1120924" y="667968"/>
                  </a:lnTo>
                  <a:lnTo>
                    <a:pt x="1121927" y="665966"/>
                  </a:lnTo>
                  <a:lnTo>
                    <a:pt x="1122930" y="669470"/>
                  </a:lnTo>
                  <a:lnTo>
                    <a:pt x="1123933" y="655452"/>
                  </a:lnTo>
                  <a:lnTo>
                    <a:pt x="1125437" y="675978"/>
                  </a:lnTo>
                  <a:lnTo>
                    <a:pt x="1126440" y="665966"/>
                  </a:lnTo>
                  <a:lnTo>
                    <a:pt x="1127443" y="679483"/>
                  </a:lnTo>
                  <a:lnTo>
                    <a:pt x="1128947" y="679483"/>
                  </a:lnTo>
                  <a:lnTo>
                    <a:pt x="1129950" y="671973"/>
                  </a:lnTo>
                  <a:lnTo>
                    <a:pt x="1130953" y="649445"/>
                  </a:lnTo>
                  <a:lnTo>
                    <a:pt x="1132457" y="653951"/>
                  </a:lnTo>
                  <a:lnTo>
                    <a:pt x="1133460" y="647442"/>
                  </a:lnTo>
                  <a:lnTo>
                    <a:pt x="1134463" y="627417"/>
                  </a:lnTo>
                  <a:lnTo>
                    <a:pt x="1135968" y="618907"/>
                  </a:lnTo>
                  <a:lnTo>
                    <a:pt x="1136970" y="619407"/>
                  </a:lnTo>
                  <a:lnTo>
                    <a:pt x="1137973" y="591853"/>
                  </a:lnTo>
                  <a:lnTo>
                    <a:pt x="1138976" y="588849"/>
                  </a:lnTo>
                  <a:lnTo>
                    <a:pt x="1140481" y="575332"/>
                  </a:lnTo>
                  <a:lnTo>
                    <a:pt x="1141484" y="562817"/>
                  </a:lnTo>
                  <a:lnTo>
                    <a:pt x="1142486" y="545795"/>
                  </a:lnTo>
                  <a:lnTo>
                    <a:pt x="1143991" y="546296"/>
                  </a:lnTo>
                  <a:lnTo>
                    <a:pt x="1144994" y="536784"/>
                  </a:lnTo>
                  <a:lnTo>
                    <a:pt x="1145997" y="518748"/>
                  </a:lnTo>
                  <a:lnTo>
                    <a:pt x="1147501" y="508736"/>
                  </a:lnTo>
                  <a:lnTo>
                    <a:pt x="1148504" y="500225"/>
                  </a:lnTo>
                  <a:lnTo>
                    <a:pt x="1149507" y="493717"/>
                  </a:lnTo>
                  <a:lnTo>
                    <a:pt x="1151011" y="491214"/>
                  </a:lnTo>
                  <a:lnTo>
                    <a:pt x="1152014" y="490213"/>
                  </a:lnTo>
                  <a:lnTo>
                    <a:pt x="1153017" y="499724"/>
                  </a:lnTo>
                  <a:lnTo>
                    <a:pt x="1154020" y="493216"/>
                  </a:lnTo>
                  <a:lnTo>
                    <a:pt x="1155524" y="503229"/>
                  </a:lnTo>
                  <a:lnTo>
                    <a:pt x="1156527" y="493216"/>
                  </a:lnTo>
                  <a:lnTo>
                    <a:pt x="1157530" y="495719"/>
                  </a:lnTo>
                  <a:lnTo>
                    <a:pt x="1159034" y="506233"/>
                  </a:lnTo>
                  <a:lnTo>
                    <a:pt x="1160037" y="525256"/>
                  </a:lnTo>
                  <a:lnTo>
                    <a:pt x="1161040" y="520751"/>
                  </a:lnTo>
                  <a:lnTo>
                    <a:pt x="1162544" y="527759"/>
                  </a:lnTo>
                  <a:lnTo>
                    <a:pt x="1163547" y="536283"/>
                  </a:lnTo>
                  <a:lnTo>
                    <a:pt x="1164550" y="551803"/>
                  </a:lnTo>
                  <a:lnTo>
                    <a:pt x="1166055" y="555808"/>
                  </a:lnTo>
                  <a:lnTo>
                    <a:pt x="1167058" y="579337"/>
                  </a:lnTo>
                  <a:lnTo>
                    <a:pt x="1168060" y="592854"/>
                  </a:lnTo>
                  <a:lnTo>
                    <a:pt x="1169578" y="601865"/>
                  </a:lnTo>
                  <a:lnTo>
                    <a:pt x="1170581" y="631422"/>
                  </a:lnTo>
                  <a:lnTo>
                    <a:pt x="1171584" y="642937"/>
                  </a:lnTo>
                  <a:lnTo>
                    <a:pt x="1172587" y="628919"/>
                  </a:lnTo>
                  <a:lnTo>
                    <a:pt x="1174091" y="644439"/>
                  </a:lnTo>
                  <a:lnTo>
                    <a:pt x="1175094" y="650947"/>
                  </a:lnTo>
                  <a:lnTo>
                    <a:pt x="1176097" y="665465"/>
                  </a:lnTo>
                  <a:lnTo>
                    <a:pt x="1177601" y="660459"/>
                  </a:lnTo>
                  <a:lnTo>
                    <a:pt x="1178604" y="657956"/>
                  </a:lnTo>
                  <a:lnTo>
                    <a:pt x="1179607" y="657455"/>
                  </a:lnTo>
                  <a:lnTo>
                    <a:pt x="1181112" y="663462"/>
                  </a:lnTo>
                  <a:lnTo>
                    <a:pt x="1182114" y="659457"/>
                  </a:lnTo>
                  <a:lnTo>
                    <a:pt x="1183117" y="666466"/>
                  </a:lnTo>
                  <a:lnTo>
                    <a:pt x="1184622" y="677981"/>
                  </a:lnTo>
                  <a:lnTo>
                    <a:pt x="1185625" y="665465"/>
                  </a:lnTo>
                  <a:lnTo>
                    <a:pt x="1186628" y="655953"/>
                  </a:lnTo>
                  <a:lnTo>
                    <a:pt x="1187630" y="676479"/>
                  </a:lnTo>
                  <a:lnTo>
                    <a:pt x="1189135" y="671973"/>
                  </a:lnTo>
                  <a:lnTo>
                    <a:pt x="1190138" y="665465"/>
                  </a:lnTo>
                  <a:lnTo>
                    <a:pt x="1191141" y="679983"/>
                  </a:lnTo>
                  <a:lnTo>
                    <a:pt x="1192645" y="684489"/>
                  </a:lnTo>
                  <a:lnTo>
                    <a:pt x="1193648" y="658957"/>
                  </a:lnTo>
                  <a:lnTo>
                    <a:pt x="1194651" y="682486"/>
                  </a:lnTo>
                  <a:lnTo>
                    <a:pt x="1196155" y="681485"/>
                  </a:lnTo>
                  <a:lnTo>
                    <a:pt x="1197158" y="657956"/>
                  </a:lnTo>
                  <a:lnTo>
                    <a:pt x="1198161" y="671473"/>
                  </a:lnTo>
                  <a:lnTo>
                    <a:pt x="1199665" y="670471"/>
                  </a:lnTo>
                  <a:lnTo>
                    <a:pt x="1200668" y="675978"/>
                  </a:lnTo>
                  <a:lnTo>
                    <a:pt x="1201671" y="679483"/>
                  </a:lnTo>
                  <a:lnTo>
                    <a:pt x="1202674" y="676479"/>
                  </a:lnTo>
                  <a:lnTo>
                    <a:pt x="1204178" y="680484"/>
                  </a:lnTo>
                  <a:lnTo>
                    <a:pt x="1205181" y="676479"/>
                  </a:lnTo>
                  <a:lnTo>
                    <a:pt x="1206184" y="684489"/>
                  </a:lnTo>
                  <a:lnTo>
                    <a:pt x="1207688" y="670972"/>
                  </a:lnTo>
                  <a:lnTo>
                    <a:pt x="1208691" y="684489"/>
                  </a:lnTo>
                  <a:lnTo>
                    <a:pt x="1209694" y="667468"/>
                  </a:lnTo>
                  <a:lnTo>
                    <a:pt x="1211199" y="689996"/>
                  </a:lnTo>
                  <a:lnTo>
                    <a:pt x="1212202" y="675478"/>
                  </a:lnTo>
                  <a:lnTo>
                    <a:pt x="1213204" y="688994"/>
                  </a:lnTo>
                  <a:lnTo>
                    <a:pt x="1214709" y="672474"/>
                  </a:lnTo>
                  <a:lnTo>
                    <a:pt x="1215712" y="673976"/>
                  </a:lnTo>
                  <a:lnTo>
                    <a:pt x="1216715" y="676979"/>
                  </a:lnTo>
                  <a:lnTo>
                    <a:pt x="1217718" y="658957"/>
                  </a:lnTo>
                  <a:lnTo>
                    <a:pt x="1219222" y="675478"/>
                  </a:lnTo>
                  <a:lnTo>
                    <a:pt x="1220225" y="681485"/>
                  </a:lnTo>
                  <a:lnTo>
                    <a:pt x="1221228" y="663963"/>
                  </a:lnTo>
                  <a:lnTo>
                    <a:pt x="1222732" y="667468"/>
                  </a:lnTo>
                  <a:lnTo>
                    <a:pt x="1223735" y="662461"/>
                  </a:lnTo>
                  <a:lnTo>
                    <a:pt x="1224738" y="665966"/>
                  </a:lnTo>
                  <a:lnTo>
                    <a:pt x="1226242" y="670972"/>
                  </a:lnTo>
                  <a:lnTo>
                    <a:pt x="1227245" y="683488"/>
                  </a:lnTo>
                  <a:lnTo>
                    <a:pt x="1228248" y="685490"/>
                  </a:lnTo>
                  <a:lnTo>
                    <a:pt x="1229752" y="669470"/>
                  </a:lnTo>
                  <a:lnTo>
                    <a:pt x="1230755" y="667468"/>
                  </a:lnTo>
                  <a:lnTo>
                    <a:pt x="1231758" y="673976"/>
                  </a:lnTo>
                  <a:lnTo>
                    <a:pt x="1232761" y="672974"/>
                  </a:lnTo>
                  <a:lnTo>
                    <a:pt x="1234265" y="693013"/>
                  </a:lnTo>
                  <a:lnTo>
                    <a:pt x="1235268" y="676979"/>
                  </a:lnTo>
                  <a:lnTo>
                    <a:pt x="1236271" y="687493"/>
                  </a:lnTo>
                  <a:lnTo>
                    <a:pt x="1237776" y="670471"/>
                  </a:lnTo>
                  <a:lnTo>
                    <a:pt x="1238778" y="671473"/>
                  </a:lnTo>
                  <a:lnTo>
                    <a:pt x="1239781" y="675978"/>
                  </a:lnTo>
                  <a:lnTo>
                    <a:pt x="1241286" y="675978"/>
                  </a:lnTo>
                  <a:lnTo>
                    <a:pt x="1242289" y="678481"/>
                  </a:lnTo>
                  <a:lnTo>
                    <a:pt x="1243292" y="662962"/>
                  </a:lnTo>
                  <a:lnTo>
                    <a:pt x="1244796" y="652449"/>
                  </a:lnTo>
                  <a:lnTo>
                    <a:pt x="1245799" y="657455"/>
                  </a:lnTo>
                  <a:lnTo>
                    <a:pt x="1246802" y="684489"/>
                  </a:lnTo>
                  <a:lnTo>
                    <a:pt x="1247805" y="675978"/>
                  </a:lnTo>
                  <a:lnTo>
                    <a:pt x="1249309" y="681986"/>
                  </a:lnTo>
                  <a:lnTo>
                    <a:pt x="1250312" y="679983"/>
                  </a:lnTo>
                  <a:lnTo>
                    <a:pt x="1251315" y="674476"/>
                  </a:lnTo>
                  <a:lnTo>
                    <a:pt x="1252819" y="667468"/>
                  </a:lnTo>
                  <a:lnTo>
                    <a:pt x="1253822" y="676979"/>
                  </a:lnTo>
                  <a:lnTo>
                    <a:pt x="1254825" y="673475"/>
                  </a:lnTo>
                  <a:lnTo>
                    <a:pt x="1256329" y="657455"/>
                  </a:lnTo>
                  <a:lnTo>
                    <a:pt x="1257332" y="678982"/>
                  </a:lnTo>
                  <a:lnTo>
                    <a:pt x="1258335" y="664464"/>
                  </a:lnTo>
                  <a:lnTo>
                    <a:pt x="1259839" y="668969"/>
                  </a:lnTo>
                  <a:lnTo>
                    <a:pt x="1260842" y="670471"/>
                  </a:lnTo>
                  <a:lnTo>
                    <a:pt x="1261845" y="684989"/>
                  </a:lnTo>
                  <a:lnTo>
                    <a:pt x="1262848" y="662962"/>
                  </a:lnTo>
                  <a:lnTo>
                    <a:pt x="1264353" y="680484"/>
                  </a:lnTo>
                  <a:lnTo>
                    <a:pt x="1265355" y="670972"/>
                  </a:lnTo>
                  <a:lnTo>
                    <a:pt x="1266358" y="678481"/>
                  </a:lnTo>
                  <a:lnTo>
                    <a:pt x="1267863" y="685490"/>
                  </a:lnTo>
                  <a:lnTo>
                    <a:pt x="1268866" y="693013"/>
                  </a:lnTo>
                  <a:lnTo>
                    <a:pt x="1269868" y="673976"/>
                  </a:lnTo>
                  <a:lnTo>
                    <a:pt x="1271373" y="695015"/>
                  </a:lnTo>
                  <a:lnTo>
                    <a:pt x="1272376" y="696017"/>
                  </a:lnTo>
                  <a:lnTo>
                    <a:pt x="1273379" y="691010"/>
                  </a:lnTo>
                  <a:lnTo>
                    <a:pt x="1274903" y="678982"/>
                  </a:lnTo>
                  <a:lnTo>
                    <a:pt x="1275906" y="683488"/>
                  </a:lnTo>
                  <a:lnTo>
                    <a:pt x="1276909" y="675978"/>
                  </a:lnTo>
                  <a:lnTo>
                    <a:pt x="1277912" y="684489"/>
                  </a:lnTo>
                  <a:lnTo>
                    <a:pt x="1279416" y="684489"/>
                  </a:lnTo>
                  <a:lnTo>
                    <a:pt x="1280419" y="693013"/>
                  </a:lnTo>
                  <a:lnTo>
                    <a:pt x="1281422" y="673976"/>
                  </a:lnTo>
                  <a:lnTo>
                    <a:pt x="1282926" y="697518"/>
                  </a:lnTo>
                  <a:lnTo>
                    <a:pt x="1283929" y="682987"/>
                  </a:lnTo>
                  <a:lnTo>
                    <a:pt x="1284932" y="675978"/>
                  </a:lnTo>
                  <a:lnTo>
                    <a:pt x="1286436" y="699521"/>
                  </a:lnTo>
                  <a:lnTo>
                    <a:pt x="1287439" y="705028"/>
                  </a:lnTo>
                  <a:lnTo>
                    <a:pt x="1288442" y="683988"/>
                  </a:lnTo>
                  <a:lnTo>
                    <a:pt x="1289947" y="690510"/>
                  </a:lnTo>
                  <a:lnTo>
                    <a:pt x="1290950" y="693013"/>
                  </a:lnTo>
                  <a:lnTo>
                    <a:pt x="1291952" y="670471"/>
                  </a:lnTo>
                  <a:lnTo>
                    <a:pt x="1293457" y="677981"/>
                  </a:lnTo>
                  <a:lnTo>
                    <a:pt x="1294460" y="687493"/>
                  </a:lnTo>
                  <a:lnTo>
                    <a:pt x="1295463" y="683988"/>
                  </a:lnTo>
                  <a:lnTo>
                    <a:pt x="1296465" y="688994"/>
                  </a:lnTo>
                  <a:lnTo>
                    <a:pt x="1297970" y="691010"/>
                  </a:lnTo>
                  <a:lnTo>
                    <a:pt x="1298973" y="680484"/>
                  </a:lnTo>
                  <a:lnTo>
                    <a:pt x="1299976" y="732562"/>
                  </a:lnTo>
                  <a:lnTo>
                    <a:pt x="1301480" y="680484"/>
                  </a:lnTo>
                  <a:lnTo>
                    <a:pt x="1302483" y="692512"/>
                  </a:lnTo>
                  <a:lnTo>
                    <a:pt x="1303486" y="704527"/>
                  </a:lnTo>
                  <a:lnTo>
                    <a:pt x="1304990" y="699521"/>
                  </a:lnTo>
                  <a:lnTo>
                    <a:pt x="1305993" y="689996"/>
                  </a:lnTo>
                  <a:lnTo>
                    <a:pt x="1306996" y="696017"/>
                  </a:lnTo>
                  <a:lnTo>
                    <a:pt x="1308500" y="693013"/>
                  </a:lnTo>
                  <a:lnTo>
                    <a:pt x="1309503" y="705028"/>
                  </a:lnTo>
                  <a:lnTo>
                    <a:pt x="1310506" y="695015"/>
                  </a:lnTo>
                  <a:lnTo>
                    <a:pt x="1311509" y="692012"/>
                  </a:lnTo>
                  <a:lnTo>
                    <a:pt x="1313013" y="700522"/>
                  </a:lnTo>
                  <a:lnTo>
                    <a:pt x="1314016" y="696517"/>
                  </a:lnTo>
                  <a:lnTo>
                    <a:pt x="1315019" y="702525"/>
                  </a:lnTo>
                  <a:lnTo>
                    <a:pt x="1316524" y="700522"/>
                  </a:lnTo>
                  <a:lnTo>
                    <a:pt x="1317526" y="703025"/>
                  </a:lnTo>
                  <a:lnTo>
                    <a:pt x="1318529" y="695516"/>
                  </a:lnTo>
                  <a:lnTo>
                    <a:pt x="1320034" y="703025"/>
                  </a:lnTo>
                  <a:lnTo>
                    <a:pt x="1321037" y="692512"/>
                  </a:lnTo>
                  <a:lnTo>
                    <a:pt x="1322039" y="700522"/>
                  </a:lnTo>
                  <a:lnTo>
                    <a:pt x="1323544" y="705528"/>
                  </a:lnTo>
                  <a:lnTo>
                    <a:pt x="1324547" y="694515"/>
                  </a:lnTo>
                  <a:lnTo>
                    <a:pt x="1325550" y="707030"/>
                  </a:lnTo>
                  <a:lnTo>
                    <a:pt x="1326553" y="700522"/>
                  </a:lnTo>
                  <a:lnTo>
                    <a:pt x="1328057" y="697518"/>
                  </a:lnTo>
                  <a:lnTo>
                    <a:pt x="1329060" y="706530"/>
                  </a:lnTo>
                  <a:lnTo>
                    <a:pt x="1330063" y="693013"/>
                  </a:lnTo>
                  <a:lnTo>
                    <a:pt x="1331567" y="713038"/>
                  </a:lnTo>
                  <a:lnTo>
                    <a:pt x="1332570" y="697518"/>
                  </a:lnTo>
                  <a:lnTo>
                    <a:pt x="1333573" y="706029"/>
                  </a:lnTo>
                  <a:lnTo>
                    <a:pt x="1335077" y="705528"/>
                  </a:lnTo>
                  <a:lnTo>
                    <a:pt x="1336080" y="703025"/>
                  </a:lnTo>
                  <a:lnTo>
                    <a:pt x="1337083" y="697018"/>
                  </a:lnTo>
                  <a:lnTo>
                    <a:pt x="1338587" y="691511"/>
                  </a:lnTo>
                  <a:lnTo>
                    <a:pt x="1339590" y="695516"/>
                  </a:lnTo>
                  <a:lnTo>
                    <a:pt x="1340593" y="686992"/>
                  </a:lnTo>
                  <a:lnTo>
                    <a:pt x="1341596" y="693013"/>
                  </a:lnTo>
                  <a:lnTo>
                    <a:pt x="1343100" y="691511"/>
                  </a:lnTo>
                  <a:lnTo>
                    <a:pt x="1344103" y="701023"/>
                  </a:lnTo>
                  <a:lnTo>
                    <a:pt x="1345106" y="689996"/>
                  </a:lnTo>
                  <a:lnTo>
                    <a:pt x="1346611" y="711035"/>
                  </a:lnTo>
                  <a:lnTo>
                    <a:pt x="1347614" y="692012"/>
                  </a:lnTo>
                  <a:lnTo>
                    <a:pt x="1348616" y="703526"/>
                  </a:lnTo>
                  <a:lnTo>
                    <a:pt x="1350121" y="702525"/>
                  </a:lnTo>
                  <a:lnTo>
                    <a:pt x="1351124" y="697018"/>
                  </a:lnTo>
                  <a:lnTo>
                    <a:pt x="1352127" y="695516"/>
                  </a:lnTo>
                  <a:lnTo>
                    <a:pt x="1353631" y="696517"/>
                  </a:lnTo>
                  <a:lnTo>
                    <a:pt x="1354634" y="711536"/>
                  </a:lnTo>
                  <a:lnTo>
                    <a:pt x="1355637" y="714039"/>
                  </a:lnTo>
                  <a:lnTo>
                    <a:pt x="1356640" y="693013"/>
                  </a:lnTo>
                  <a:lnTo>
                    <a:pt x="1358144" y="693013"/>
                  </a:lnTo>
                  <a:lnTo>
                    <a:pt x="1359147" y="702024"/>
                  </a:lnTo>
                  <a:lnTo>
                    <a:pt x="1360150" y="706029"/>
                  </a:lnTo>
                  <a:lnTo>
                    <a:pt x="1361654" y="708532"/>
                  </a:lnTo>
                  <a:lnTo>
                    <a:pt x="1362657" y="704527"/>
                  </a:lnTo>
                  <a:lnTo>
                    <a:pt x="1363660" y="698019"/>
                  </a:lnTo>
                  <a:lnTo>
                    <a:pt x="1365164" y="712537"/>
                  </a:lnTo>
                  <a:lnTo>
                    <a:pt x="1366167" y="719546"/>
                  </a:lnTo>
                  <a:lnTo>
                    <a:pt x="1367170" y="705528"/>
                  </a:lnTo>
                  <a:lnTo>
                    <a:pt x="1368674" y="725053"/>
                  </a:lnTo>
                  <a:lnTo>
                    <a:pt x="1369677" y="715541"/>
                  </a:lnTo>
                  <a:lnTo>
                    <a:pt x="1370680" y="715040"/>
                  </a:lnTo>
                  <a:lnTo>
                    <a:pt x="1371683" y="693513"/>
                  </a:lnTo>
                  <a:lnTo>
                    <a:pt x="1373188" y="696017"/>
                  </a:lnTo>
                  <a:lnTo>
                    <a:pt x="1374190" y="692512"/>
                  </a:lnTo>
                  <a:lnTo>
                    <a:pt x="1375193" y="702525"/>
                  </a:lnTo>
                  <a:lnTo>
                    <a:pt x="1376698" y="709033"/>
                  </a:lnTo>
                  <a:lnTo>
                    <a:pt x="1377701" y="700522"/>
                  </a:lnTo>
                  <a:lnTo>
                    <a:pt x="1378704" y="715541"/>
                  </a:lnTo>
                  <a:lnTo>
                    <a:pt x="1380208" y="692512"/>
                  </a:lnTo>
                  <a:lnTo>
                    <a:pt x="1381224" y="705528"/>
                  </a:lnTo>
                  <a:lnTo>
                    <a:pt x="1382227" y="700022"/>
                  </a:lnTo>
                  <a:lnTo>
                    <a:pt x="1383731" y="723050"/>
                  </a:lnTo>
                  <a:lnTo>
                    <a:pt x="1384734" y="703025"/>
                  </a:lnTo>
                  <a:lnTo>
                    <a:pt x="1385737" y="693513"/>
                  </a:lnTo>
                  <a:lnTo>
                    <a:pt x="1386740" y="714039"/>
                  </a:lnTo>
                  <a:lnTo>
                    <a:pt x="1388244" y="711536"/>
                  </a:lnTo>
                  <a:lnTo>
                    <a:pt x="1389247" y="683488"/>
                  </a:lnTo>
                  <a:lnTo>
                    <a:pt x="1390250" y="702525"/>
                  </a:lnTo>
                  <a:lnTo>
                    <a:pt x="1391755" y="710535"/>
                  </a:lnTo>
                  <a:lnTo>
                    <a:pt x="1392758" y="700522"/>
                  </a:lnTo>
                  <a:lnTo>
                    <a:pt x="1393760" y="717043"/>
                  </a:lnTo>
                  <a:lnTo>
                    <a:pt x="1395265" y="696517"/>
                  </a:lnTo>
                  <a:lnTo>
                    <a:pt x="1396268" y="705528"/>
                  </a:lnTo>
                  <a:lnTo>
                    <a:pt x="1397271" y="710535"/>
                  </a:lnTo>
                  <a:lnTo>
                    <a:pt x="1398775" y="698520"/>
                  </a:lnTo>
                  <a:lnTo>
                    <a:pt x="1399778" y="713538"/>
                  </a:lnTo>
                  <a:lnTo>
                    <a:pt x="1400781" y="718044"/>
                  </a:lnTo>
                  <a:lnTo>
                    <a:pt x="1401784" y="713038"/>
                  </a:lnTo>
                  <a:lnTo>
                    <a:pt x="1403288" y="714039"/>
                  </a:lnTo>
                  <a:lnTo>
                    <a:pt x="1404291" y="701023"/>
                  </a:lnTo>
                  <a:lnTo>
                    <a:pt x="1405294" y="717043"/>
                  </a:lnTo>
                  <a:lnTo>
                    <a:pt x="1406798" y="698019"/>
                  </a:lnTo>
                  <a:lnTo>
                    <a:pt x="1407801" y="689495"/>
                  </a:lnTo>
                  <a:lnTo>
                    <a:pt x="1408804" y="705028"/>
                  </a:lnTo>
                  <a:lnTo>
                    <a:pt x="1410308" y="708032"/>
                  </a:lnTo>
                  <a:lnTo>
                    <a:pt x="1411311" y="709533"/>
                  </a:lnTo>
                  <a:lnTo>
                    <a:pt x="1412314" y="704527"/>
                  </a:lnTo>
                  <a:lnTo>
                    <a:pt x="1413818" y="702024"/>
                  </a:lnTo>
                  <a:lnTo>
                    <a:pt x="1414821" y="704527"/>
                  </a:lnTo>
                  <a:lnTo>
                    <a:pt x="1415824" y="718044"/>
                  </a:lnTo>
                  <a:lnTo>
                    <a:pt x="1417329" y="696017"/>
                  </a:lnTo>
                  <a:lnTo>
                    <a:pt x="1418332" y="705528"/>
                  </a:lnTo>
                  <a:lnTo>
                    <a:pt x="1419334" y="709033"/>
                  </a:lnTo>
                  <a:lnTo>
                    <a:pt x="1420337" y="706530"/>
                  </a:lnTo>
                  <a:lnTo>
                    <a:pt x="1421842" y="712037"/>
                  </a:lnTo>
                  <a:lnTo>
                    <a:pt x="1422845" y="726054"/>
                  </a:lnTo>
                  <a:lnTo>
                    <a:pt x="1423848" y="709533"/>
                  </a:lnTo>
                  <a:lnTo>
                    <a:pt x="1425352" y="707030"/>
                  </a:lnTo>
                  <a:lnTo>
                    <a:pt x="1426355" y="711035"/>
                  </a:lnTo>
                  <a:lnTo>
                    <a:pt x="1427358" y="700522"/>
                  </a:lnTo>
                  <a:lnTo>
                    <a:pt x="1428862" y="717043"/>
                  </a:lnTo>
                  <a:lnTo>
                    <a:pt x="1429865" y="695516"/>
                  </a:lnTo>
                  <a:lnTo>
                    <a:pt x="1430868" y="696517"/>
                  </a:lnTo>
                  <a:lnTo>
                    <a:pt x="1432372" y="702525"/>
                  </a:lnTo>
                  <a:lnTo>
                    <a:pt x="1433375" y="702024"/>
                  </a:lnTo>
                  <a:lnTo>
                    <a:pt x="1434378" y="705528"/>
                  </a:lnTo>
                  <a:lnTo>
                    <a:pt x="1435381" y="712537"/>
                  </a:lnTo>
                  <a:lnTo>
                    <a:pt x="1436885" y="701023"/>
                  </a:lnTo>
                  <a:lnTo>
                    <a:pt x="1437888" y="726054"/>
                  </a:lnTo>
                  <a:lnTo>
                    <a:pt x="1438891" y="703025"/>
                  </a:lnTo>
                  <a:lnTo>
                    <a:pt x="1440395" y="693013"/>
                  </a:lnTo>
                  <a:lnTo>
                    <a:pt x="1441398" y="726555"/>
                  </a:lnTo>
                  <a:lnTo>
                    <a:pt x="1442401" y="707531"/>
                  </a:lnTo>
                  <a:lnTo>
                    <a:pt x="1443906" y="686992"/>
                  </a:lnTo>
                  <a:lnTo>
                    <a:pt x="1444908" y="700522"/>
                  </a:lnTo>
                  <a:lnTo>
                    <a:pt x="1445911" y="710535"/>
                  </a:lnTo>
                  <a:lnTo>
                    <a:pt x="1447416" y="722049"/>
                  </a:lnTo>
                  <a:lnTo>
                    <a:pt x="1448419" y="697018"/>
                  </a:lnTo>
                  <a:lnTo>
                    <a:pt x="1449422" y="702525"/>
                  </a:lnTo>
                  <a:lnTo>
                    <a:pt x="1450424" y="687493"/>
                  </a:lnTo>
                  <a:lnTo>
                    <a:pt x="1451929" y="713038"/>
                  </a:lnTo>
                  <a:lnTo>
                    <a:pt x="1452932" y="710034"/>
                  </a:lnTo>
                  <a:lnTo>
                    <a:pt x="1453935" y="720047"/>
                  </a:lnTo>
                  <a:lnTo>
                    <a:pt x="1455439" y="721048"/>
                  </a:lnTo>
                  <a:lnTo>
                    <a:pt x="1456442" y="695015"/>
                  </a:lnTo>
                  <a:lnTo>
                    <a:pt x="1457445" y="701523"/>
                  </a:lnTo>
                  <a:lnTo>
                    <a:pt x="1458949" y="718044"/>
                  </a:lnTo>
                  <a:lnTo>
                    <a:pt x="1459952" y="726054"/>
                  </a:lnTo>
                  <a:lnTo>
                    <a:pt x="1460955" y="717043"/>
                  </a:lnTo>
                  <a:lnTo>
                    <a:pt x="1462459" y="708032"/>
                  </a:lnTo>
                  <a:lnTo>
                    <a:pt x="1463462" y="702525"/>
                  </a:lnTo>
                  <a:lnTo>
                    <a:pt x="1464465" y="700522"/>
                  </a:lnTo>
                  <a:lnTo>
                    <a:pt x="1465468" y="716542"/>
                  </a:lnTo>
                  <a:lnTo>
                    <a:pt x="1466972" y="693513"/>
                  </a:lnTo>
                  <a:lnTo>
                    <a:pt x="1467975" y="693513"/>
                  </a:lnTo>
                  <a:lnTo>
                    <a:pt x="1468978" y="709033"/>
                  </a:lnTo>
                  <a:lnTo>
                    <a:pt x="1470482" y="708032"/>
                  </a:lnTo>
                  <a:lnTo>
                    <a:pt x="1471485" y="700522"/>
                  </a:lnTo>
                  <a:lnTo>
                    <a:pt x="1472488" y="703025"/>
                  </a:lnTo>
                  <a:lnTo>
                    <a:pt x="1473993" y="706530"/>
                  </a:lnTo>
                  <a:lnTo>
                    <a:pt x="1474996" y="709533"/>
                  </a:lnTo>
                  <a:lnTo>
                    <a:pt x="1475998" y="707030"/>
                  </a:lnTo>
                  <a:lnTo>
                    <a:pt x="1477503" y="714039"/>
                  </a:lnTo>
                  <a:lnTo>
                    <a:pt x="1478506" y="719045"/>
                  </a:lnTo>
                  <a:lnTo>
                    <a:pt x="1479509" y="730560"/>
                  </a:lnTo>
                  <a:lnTo>
                    <a:pt x="1480512" y="703526"/>
                  </a:lnTo>
                  <a:lnTo>
                    <a:pt x="1482016" y="698019"/>
                  </a:lnTo>
                  <a:lnTo>
                    <a:pt x="1483019" y="700522"/>
                  </a:lnTo>
                  <a:lnTo>
                    <a:pt x="1484022" y="700522"/>
                  </a:lnTo>
                  <a:lnTo>
                    <a:pt x="1485526" y="704527"/>
                  </a:lnTo>
                  <a:lnTo>
                    <a:pt x="1486549" y="718545"/>
                  </a:lnTo>
                  <a:lnTo>
                    <a:pt x="1487552" y="715040"/>
                  </a:lnTo>
                  <a:lnTo>
                    <a:pt x="1489056" y="707030"/>
                  </a:lnTo>
                  <a:lnTo>
                    <a:pt x="1490059" y="733563"/>
                  </a:lnTo>
                  <a:lnTo>
                    <a:pt x="1491062" y="707531"/>
                  </a:lnTo>
                  <a:lnTo>
                    <a:pt x="1492566" y="717043"/>
                  </a:lnTo>
                  <a:lnTo>
                    <a:pt x="1493569" y="705028"/>
                  </a:lnTo>
                  <a:lnTo>
                    <a:pt x="1494572" y="720547"/>
                  </a:lnTo>
                  <a:lnTo>
                    <a:pt x="1495575" y="720047"/>
                  </a:lnTo>
                  <a:lnTo>
                    <a:pt x="1497079" y="713038"/>
                  </a:lnTo>
                  <a:lnTo>
                    <a:pt x="1498082" y="696517"/>
                  </a:lnTo>
                  <a:lnTo>
                    <a:pt x="1499085" y="705528"/>
                  </a:lnTo>
                  <a:lnTo>
                    <a:pt x="1500590" y="708032"/>
                  </a:lnTo>
                  <a:lnTo>
                    <a:pt x="1501593" y="716042"/>
                  </a:lnTo>
                  <a:lnTo>
                    <a:pt x="1502595" y="711536"/>
                  </a:lnTo>
                  <a:lnTo>
                    <a:pt x="1504100" y="700522"/>
                  </a:lnTo>
                  <a:lnTo>
                    <a:pt x="1505103" y="712537"/>
                  </a:lnTo>
                  <a:lnTo>
                    <a:pt x="1506106" y="691010"/>
                  </a:lnTo>
                  <a:lnTo>
                    <a:pt x="1507610" y="720547"/>
                  </a:lnTo>
                  <a:lnTo>
                    <a:pt x="1508613" y="712537"/>
                  </a:lnTo>
                  <a:lnTo>
                    <a:pt x="1509616" y="708532"/>
                  </a:lnTo>
                  <a:lnTo>
                    <a:pt x="1510619" y="708532"/>
                  </a:lnTo>
                  <a:lnTo>
                    <a:pt x="1512123" y="718044"/>
                  </a:lnTo>
                  <a:lnTo>
                    <a:pt x="1513126" y="710034"/>
                  </a:lnTo>
                  <a:lnTo>
                    <a:pt x="1514129" y="713038"/>
                  </a:lnTo>
                  <a:lnTo>
                    <a:pt x="1515633" y="711035"/>
                  </a:lnTo>
                  <a:lnTo>
                    <a:pt x="1516636" y="705528"/>
                  </a:lnTo>
                  <a:lnTo>
                    <a:pt x="1517639" y="702024"/>
                  </a:lnTo>
                  <a:lnTo>
                    <a:pt x="1519143" y="700522"/>
                  </a:lnTo>
                  <a:lnTo>
                    <a:pt x="1520146" y="714039"/>
                  </a:lnTo>
                  <a:lnTo>
                    <a:pt x="1521149" y="691010"/>
                  </a:lnTo>
                  <a:lnTo>
                    <a:pt x="1522654" y="708532"/>
                  </a:lnTo>
                  <a:lnTo>
                    <a:pt x="1523656" y="711536"/>
                  </a:lnTo>
                  <a:lnTo>
                    <a:pt x="1524659" y="710034"/>
                  </a:lnTo>
                  <a:lnTo>
                    <a:pt x="1525662" y="715541"/>
                  </a:lnTo>
                  <a:lnTo>
                    <a:pt x="1527167" y="705028"/>
                  </a:lnTo>
                  <a:lnTo>
                    <a:pt x="1528169" y="699020"/>
                  </a:lnTo>
                  <a:lnTo>
                    <a:pt x="1529172" y="695516"/>
                  </a:lnTo>
                  <a:lnTo>
                    <a:pt x="1530677" y="714039"/>
                  </a:lnTo>
                  <a:lnTo>
                    <a:pt x="1531680" y="678481"/>
                  </a:lnTo>
                  <a:lnTo>
                    <a:pt x="1532683" y="706029"/>
                  </a:lnTo>
                  <a:lnTo>
                    <a:pt x="1534187" y="687493"/>
                  </a:lnTo>
                  <a:lnTo>
                    <a:pt x="1535190" y="706029"/>
                  </a:lnTo>
                  <a:lnTo>
                    <a:pt x="1536193" y="706530"/>
                  </a:lnTo>
                  <a:lnTo>
                    <a:pt x="1537697" y="706029"/>
                  </a:lnTo>
                  <a:lnTo>
                    <a:pt x="1538700" y="698019"/>
                  </a:lnTo>
                  <a:lnTo>
                    <a:pt x="1539703" y="698019"/>
                  </a:lnTo>
                  <a:lnTo>
                    <a:pt x="1541207" y="687493"/>
                  </a:lnTo>
                  <a:lnTo>
                    <a:pt x="1542210" y="690510"/>
                  </a:lnTo>
                  <a:lnTo>
                    <a:pt x="1543213" y="683488"/>
                  </a:lnTo>
                  <a:lnTo>
                    <a:pt x="1544216" y="681485"/>
                  </a:lnTo>
                  <a:lnTo>
                    <a:pt x="1545720" y="681986"/>
                  </a:lnTo>
                  <a:lnTo>
                    <a:pt x="1546723" y="682987"/>
                  </a:lnTo>
                  <a:lnTo>
                    <a:pt x="1547726" y="672474"/>
                  </a:lnTo>
                  <a:lnTo>
                    <a:pt x="1549230" y="673475"/>
                  </a:lnTo>
                  <a:lnTo>
                    <a:pt x="1550233" y="675978"/>
                  </a:lnTo>
                  <a:lnTo>
                    <a:pt x="1551236" y="665966"/>
                  </a:lnTo>
                  <a:lnTo>
                    <a:pt x="1552741" y="672974"/>
                  </a:lnTo>
                  <a:lnTo>
                    <a:pt x="1553743" y="665966"/>
                  </a:lnTo>
                  <a:lnTo>
                    <a:pt x="1554746" y="660959"/>
                  </a:lnTo>
                  <a:lnTo>
                    <a:pt x="1556251" y="662962"/>
                  </a:lnTo>
                  <a:lnTo>
                    <a:pt x="1557254" y="646441"/>
                  </a:lnTo>
                  <a:lnTo>
                    <a:pt x="1558257" y="670471"/>
                  </a:lnTo>
                  <a:lnTo>
                    <a:pt x="1559259" y="661460"/>
                  </a:lnTo>
                  <a:lnTo>
                    <a:pt x="1560764" y="653450"/>
                  </a:lnTo>
                  <a:lnTo>
                    <a:pt x="1561767" y="654952"/>
                  </a:lnTo>
                  <a:lnTo>
                    <a:pt x="1562770" y="661460"/>
                  </a:lnTo>
                  <a:lnTo>
                    <a:pt x="1564274" y="649445"/>
                  </a:lnTo>
                  <a:lnTo>
                    <a:pt x="1565277" y="653450"/>
                  </a:lnTo>
                  <a:lnTo>
                    <a:pt x="1566280" y="649445"/>
                  </a:lnTo>
                  <a:lnTo>
                    <a:pt x="1567784" y="658957"/>
                  </a:lnTo>
                  <a:lnTo>
                    <a:pt x="1568787" y="661460"/>
                  </a:lnTo>
                  <a:lnTo>
                    <a:pt x="1569790" y="658957"/>
                  </a:lnTo>
                  <a:lnTo>
                    <a:pt x="1571294" y="648944"/>
                  </a:lnTo>
                  <a:lnTo>
                    <a:pt x="1572297" y="668469"/>
                  </a:lnTo>
                  <a:lnTo>
                    <a:pt x="1573300" y="682486"/>
                  </a:lnTo>
                  <a:lnTo>
                    <a:pt x="1574303" y="661460"/>
                  </a:lnTo>
                  <a:lnTo>
                    <a:pt x="1575807" y="665465"/>
                  </a:lnTo>
                  <a:lnTo>
                    <a:pt x="1576810" y="673976"/>
                  </a:lnTo>
                  <a:lnTo>
                    <a:pt x="1577813" y="682486"/>
                  </a:lnTo>
                  <a:lnTo>
                    <a:pt x="1579318" y="679983"/>
                  </a:lnTo>
                  <a:lnTo>
                    <a:pt x="1580320" y="667468"/>
                  </a:lnTo>
                  <a:lnTo>
                    <a:pt x="1581323" y="677981"/>
                  </a:lnTo>
                  <a:lnTo>
                    <a:pt x="1582828" y="694014"/>
                  </a:lnTo>
                  <a:lnTo>
                    <a:pt x="1583831" y="710535"/>
                  </a:lnTo>
                  <a:lnTo>
                    <a:pt x="1584833" y="685490"/>
                  </a:lnTo>
                  <a:lnTo>
                    <a:pt x="1586338" y="708532"/>
                  </a:lnTo>
                  <a:lnTo>
                    <a:pt x="1587341" y="711035"/>
                  </a:lnTo>
                  <a:lnTo>
                    <a:pt x="1588344" y="678982"/>
                  </a:lnTo>
                  <a:lnTo>
                    <a:pt x="1589347" y="703025"/>
                  </a:lnTo>
                  <a:lnTo>
                    <a:pt x="1590851" y="696517"/>
                  </a:lnTo>
                  <a:lnTo>
                    <a:pt x="1591854" y="718044"/>
                  </a:lnTo>
                  <a:lnTo>
                    <a:pt x="1592877" y="706530"/>
                  </a:lnTo>
                  <a:lnTo>
                    <a:pt x="1594381" y="696017"/>
                  </a:lnTo>
                  <a:lnTo>
                    <a:pt x="1595384" y="702525"/>
                  </a:lnTo>
                  <a:lnTo>
                    <a:pt x="1596387" y="714039"/>
                  </a:lnTo>
                  <a:lnTo>
                    <a:pt x="1597891" y="692012"/>
                  </a:lnTo>
                  <a:lnTo>
                    <a:pt x="1598894" y="709533"/>
                  </a:lnTo>
                  <a:lnTo>
                    <a:pt x="1599897" y="722550"/>
                  </a:lnTo>
                  <a:lnTo>
                    <a:pt x="1601401" y="706530"/>
                  </a:lnTo>
                  <a:lnTo>
                    <a:pt x="1602404" y="696517"/>
                  </a:lnTo>
                  <a:lnTo>
                    <a:pt x="1603407" y="719045"/>
                  </a:lnTo>
                  <a:lnTo>
                    <a:pt x="1604410" y="708032"/>
                  </a:lnTo>
                  <a:lnTo>
                    <a:pt x="1605914" y="693013"/>
                  </a:lnTo>
                  <a:lnTo>
                    <a:pt x="1606917" y="701523"/>
                  </a:lnTo>
                  <a:lnTo>
                    <a:pt x="1607920" y="710535"/>
                  </a:lnTo>
                  <a:lnTo>
                    <a:pt x="1609425" y="697018"/>
                  </a:lnTo>
                  <a:lnTo>
                    <a:pt x="1610428" y="704527"/>
                  </a:lnTo>
                  <a:lnTo>
                    <a:pt x="1611430" y="700022"/>
                  </a:lnTo>
                  <a:lnTo>
                    <a:pt x="1612935" y="708532"/>
                  </a:lnTo>
                  <a:lnTo>
                    <a:pt x="1613938" y="706530"/>
                  </a:lnTo>
                  <a:lnTo>
                    <a:pt x="1614941" y="703526"/>
                  </a:lnTo>
                  <a:lnTo>
                    <a:pt x="1616445" y="704527"/>
                  </a:lnTo>
                  <a:lnTo>
                    <a:pt x="1617448" y="731060"/>
                  </a:lnTo>
                  <a:lnTo>
                    <a:pt x="1618451" y="708032"/>
                  </a:lnTo>
                </a:path>
                <a:path w="2200275" h="734060">
                  <a:moveTo>
                    <a:pt x="1618451" y="708032"/>
                  </a:moveTo>
                  <a:lnTo>
                    <a:pt x="1619454" y="708032"/>
                  </a:lnTo>
                  <a:lnTo>
                    <a:pt x="1620958" y="705028"/>
                  </a:lnTo>
                  <a:lnTo>
                    <a:pt x="1621961" y="692012"/>
                  </a:lnTo>
                  <a:lnTo>
                    <a:pt x="1622964" y="680484"/>
                  </a:lnTo>
                  <a:lnTo>
                    <a:pt x="1624468" y="695516"/>
                  </a:lnTo>
                  <a:lnTo>
                    <a:pt x="1625471" y="691511"/>
                  </a:lnTo>
                  <a:lnTo>
                    <a:pt x="1626474" y="699020"/>
                  </a:lnTo>
                  <a:lnTo>
                    <a:pt x="1627978" y="694515"/>
                  </a:lnTo>
                  <a:lnTo>
                    <a:pt x="1628981" y="718044"/>
                  </a:lnTo>
                  <a:lnTo>
                    <a:pt x="1629984" y="704527"/>
                  </a:lnTo>
                  <a:lnTo>
                    <a:pt x="1631489" y="704527"/>
                  </a:lnTo>
                  <a:lnTo>
                    <a:pt x="1632491" y="721548"/>
                  </a:lnTo>
                  <a:lnTo>
                    <a:pt x="1633494" y="714039"/>
                  </a:lnTo>
                  <a:lnTo>
                    <a:pt x="1634497" y="711536"/>
                  </a:lnTo>
                  <a:lnTo>
                    <a:pt x="1636002" y="705528"/>
                  </a:lnTo>
                  <a:lnTo>
                    <a:pt x="1637004" y="716542"/>
                  </a:lnTo>
                  <a:lnTo>
                    <a:pt x="1638007" y="707531"/>
                  </a:lnTo>
                  <a:lnTo>
                    <a:pt x="1639512" y="714039"/>
                  </a:lnTo>
                  <a:lnTo>
                    <a:pt x="1640515" y="706530"/>
                  </a:lnTo>
                  <a:lnTo>
                    <a:pt x="1641518" y="696017"/>
                  </a:lnTo>
                  <a:lnTo>
                    <a:pt x="1643022" y="703025"/>
                  </a:lnTo>
                  <a:lnTo>
                    <a:pt x="1644025" y="707030"/>
                  </a:lnTo>
                  <a:lnTo>
                    <a:pt x="1645028" y="721548"/>
                  </a:lnTo>
                  <a:lnTo>
                    <a:pt x="1646532" y="697018"/>
                  </a:lnTo>
                  <a:lnTo>
                    <a:pt x="1647535" y="711536"/>
                  </a:lnTo>
                  <a:lnTo>
                    <a:pt x="1648538" y="707531"/>
                  </a:lnTo>
                  <a:lnTo>
                    <a:pt x="1650042" y="691511"/>
                  </a:lnTo>
                  <a:lnTo>
                    <a:pt x="1651045" y="707531"/>
                  </a:lnTo>
                  <a:lnTo>
                    <a:pt x="1652048" y="714039"/>
                  </a:lnTo>
                  <a:lnTo>
                    <a:pt x="1653051" y="697018"/>
                  </a:lnTo>
                  <a:lnTo>
                    <a:pt x="1654555" y="700522"/>
                  </a:lnTo>
                  <a:lnTo>
                    <a:pt x="1655558" y="713538"/>
                  </a:lnTo>
                  <a:lnTo>
                    <a:pt x="1656561" y="696517"/>
                  </a:lnTo>
                  <a:lnTo>
                    <a:pt x="1658065" y="700522"/>
                  </a:lnTo>
                  <a:lnTo>
                    <a:pt x="1659068" y="700522"/>
                  </a:lnTo>
                  <a:lnTo>
                    <a:pt x="1660071" y="706029"/>
                  </a:lnTo>
                  <a:lnTo>
                    <a:pt x="1661576" y="711536"/>
                  </a:lnTo>
                  <a:lnTo>
                    <a:pt x="1662579" y="720047"/>
                  </a:lnTo>
                  <a:lnTo>
                    <a:pt x="1663581" y="701523"/>
                  </a:lnTo>
                  <a:lnTo>
                    <a:pt x="1665086" y="707531"/>
                  </a:lnTo>
                  <a:lnTo>
                    <a:pt x="1666089" y="696017"/>
                  </a:lnTo>
                  <a:lnTo>
                    <a:pt x="1667092" y="705528"/>
                  </a:lnTo>
                  <a:lnTo>
                    <a:pt x="1668094" y="692512"/>
                  </a:lnTo>
                  <a:lnTo>
                    <a:pt x="1669599" y="720047"/>
                  </a:lnTo>
                  <a:lnTo>
                    <a:pt x="1670602" y="688994"/>
                  </a:lnTo>
                  <a:lnTo>
                    <a:pt x="1671605" y="705028"/>
                  </a:lnTo>
                  <a:lnTo>
                    <a:pt x="1673109" y="703025"/>
                  </a:lnTo>
                  <a:lnTo>
                    <a:pt x="1674112" y="712037"/>
                  </a:lnTo>
                  <a:lnTo>
                    <a:pt x="1675115" y="693013"/>
                  </a:lnTo>
                  <a:lnTo>
                    <a:pt x="1676619" y="708032"/>
                  </a:lnTo>
                  <a:lnTo>
                    <a:pt x="1677622" y="694515"/>
                  </a:lnTo>
                  <a:lnTo>
                    <a:pt x="1678625" y="693013"/>
                  </a:lnTo>
                  <a:lnTo>
                    <a:pt x="1680129" y="702525"/>
                  </a:lnTo>
                  <a:lnTo>
                    <a:pt x="1681132" y="686992"/>
                  </a:lnTo>
                  <a:lnTo>
                    <a:pt x="1682135" y="715541"/>
                  </a:lnTo>
                  <a:lnTo>
                    <a:pt x="1683138" y="696017"/>
                  </a:lnTo>
                  <a:lnTo>
                    <a:pt x="1684642" y="705028"/>
                  </a:lnTo>
                  <a:lnTo>
                    <a:pt x="1685645" y="704527"/>
                  </a:lnTo>
                  <a:lnTo>
                    <a:pt x="1686648" y="707531"/>
                  </a:lnTo>
                  <a:lnTo>
                    <a:pt x="1688153" y="684489"/>
                  </a:lnTo>
                  <a:lnTo>
                    <a:pt x="1689155" y="713038"/>
                  </a:lnTo>
                  <a:lnTo>
                    <a:pt x="1690158" y="709533"/>
                  </a:lnTo>
                  <a:lnTo>
                    <a:pt x="1691663" y="717543"/>
                  </a:lnTo>
                  <a:lnTo>
                    <a:pt x="1692666" y="713538"/>
                  </a:lnTo>
                  <a:lnTo>
                    <a:pt x="1693669" y="700522"/>
                  </a:lnTo>
                  <a:lnTo>
                    <a:pt x="1695173" y="711035"/>
                  </a:lnTo>
                  <a:lnTo>
                    <a:pt x="1696176" y="700522"/>
                  </a:lnTo>
                  <a:lnTo>
                    <a:pt x="1697179" y="699521"/>
                  </a:lnTo>
                  <a:lnTo>
                    <a:pt x="1698195" y="696517"/>
                  </a:lnTo>
                  <a:lnTo>
                    <a:pt x="1699699" y="707030"/>
                  </a:lnTo>
                  <a:lnTo>
                    <a:pt x="1700702" y="689495"/>
                  </a:lnTo>
                  <a:lnTo>
                    <a:pt x="1701705" y="705028"/>
                  </a:lnTo>
                  <a:lnTo>
                    <a:pt x="1703209" y="692512"/>
                  </a:lnTo>
                  <a:lnTo>
                    <a:pt x="1704212" y="708532"/>
                  </a:lnTo>
                  <a:lnTo>
                    <a:pt x="1705215" y="706530"/>
                  </a:lnTo>
                  <a:lnTo>
                    <a:pt x="1706720" y="695516"/>
                  </a:lnTo>
                  <a:lnTo>
                    <a:pt x="1707723" y="693513"/>
                  </a:lnTo>
                  <a:lnTo>
                    <a:pt x="1708725" y="704527"/>
                  </a:lnTo>
                  <a:lnTo>
                    <a:pt x="1710230" y="693513"/>
                  </a:lnTo>
                  <a:lnTo>
                    <a:pt x="1711233" y="697518"/>
                  </a:lnTo>
                  <a:lnTo>
                    <a:pt x="1712236" y="701023"/>
                  </a:lnTo>
                  <a:lnTo>
                    <a:pt x="1713238" y="700022"/>
                  </a:lnTo>
                  <a:lnTo>
                    <a:pt x="1714743" y="691010"/>
                  </a:lnTo>
                  <a:lnTo>
                    <a:pt x="1715746" y="689996"/>
                  </a:lnTo>
                  <a:lnTo>
                    <a:pt x="1716749" y="695015"/>
                  </a:lnTo>
                  <a:lnTo>
                    <a:pt x="1718253" y="682486"/>
                  </a:lnTo>
                  <a:lnTo>
                    <a:pt x="1719256" y="706029"/>
                  </a:lnTo>
                  <a:lnTo>
                    <a:pt x="1720259" y="692012"/>
                  </a:lnTo>
                  <a:lnTo>
                    <a:pt x="1721763" y="714039"/>
                  </a:lnTo>
                  <a:lnTo>
                    <a:pt x="1722766" y="693013"/>
                  </a:lnTo>
                  <a:lnTo>
                    <a:pt x="1723769" y="713038"/>
                  </a:lnTo>
                  <a:lnTo>
                    <a:pt x="1725273" y="709033"/>
                  </a:lnTo>
                  <a:lnTo>
                    <a:pt x="1726276" y="707030"/>
                  </a:lnTo>
                  <a:lnTo>
                    <a:pt x="1727279" y="683988"/>
                  </a:lnTo>
                  <a:lnTo>
                    <a:pt x="1728282" y="694515"/>
                  </a:lnTo>
                  <a:lnTo>
                    <a:pt x="1729786" y="693013"/>
                  </a:lnTo>
                  <a:lnTo>
                    <a:pt x="1730789" y="704027"/>
                  </a:lnTo>
                  <a:lnTo>
                    <a:pt x="1731792" y="683488"/>
                  </a:lnTo>
                  <a:lnTo>
                    <a:pt x="1733297" y="708532"/>
                  </a:lnTo>
                  <a:lnTo>
                    <a:pt x="1734299" y="693013"/>
                  </a:lnTo>
                  <a:lnTo>
                    <a:pt x="1735302" y="694014"/>
                  </a:lnTo>
                  <a:lnTo>
                    <a:pt x="1736807" y="709533"/>
                  </a:lnTo>
                  <a:lnTo>
                    <a:pt x="1737810" y="708032"/>
                  </a:lnTo>
                  <a:lnTo>
                    <a:pt x="1738813" y="697018"/>
                  </a:lnTo>
                  <a:lnTo>
                    <a:pt x="1740317" y="690510"/>
                  </a:lnTo>
                  <a:lnTo>
                    <a:pt x="1741320" y="710535"/>
                  </a:lnTo>
                  <a:lnTo>
                    <a:pt x="1742323" y="728557"/>
                  </a:lnTo>
                  <a:lnTo>
                    <a:pt x="1743326" y="694515"/>
                  </a:lnTo>
                  <a:lnTo>
                    <a:pt x="1744830" y="705028"/>
                  </a:lnTo>
                  <a:lnTo>
                    <a:pt x="1745833" y="697518"/>
                  </a:lnTo>
                  <a:lnTo>
                    <a:pt x="1746836" y="694014"/>
                  </a:lnTo>
                  <a:lnTo>
                    <a:pt x="1748340" y="684489"/>
                  </a:lnTo>
                  <a:lnTo>
                    <a:pt x="1749343" y="704527"/>
                  </a:lnTo>
                  <a:lnTo>
                    <a:pt x="1750346" y="703526"/>
                  </a:lnTo>
                  <a:lnTo>
                    <a:pt x="1751850" y="693513"/>
                  </a:lnTo>
                  <a:lnTo>
                    <a:pt x="1752853" y="704027"/>
                  </a:lnTo>
                  <a:lnTo>
                    <a:pt x="1753856" y="683488"/>
                  </a:lnTo>
                  <a:lnTo>
                    <a:pt x="1755360" y="693013"/>
                  </a:lnTo>
                  <a:lnTo>
                    <a:pt x="1756363" y="699020"/>
                  </a:lnTo>
                  <a:lnTo>
                    <a:pt x="1757366" y="710034"/>
                  </a:lnTo>
                  <a:lnTo>
                    <a:pt x="1758369" y="691511"/>
                  </a:lnTo>
                  <a:lnTo>
                    <a:pt x="1759873" y="705028"/>
                  </a:lnTo>
                  <a:lnTo>
                    <a:pt x="1760876" y="702525"/>
                  </a:lnTo>
                  <a:lnTo>
                    <a:pt x="1761879" y="708532"/>
                  </a:lnTo>
                  <a:lnTo>
                    <a:pt x="1763384" y="705528"/>
                  </a:lnTo>
                  <a:lnTo>
                    <a:pt x="1764387" y="706530"/>
                  </a:lnTo>
                  <a:lnTo>
                    <a:pt x="1765389" y="692012"/>
                  </a:lnTo>
                  <a:lnTo>
                    <a:pt x="1766894" y="709533"/>
                  </a:lnTo>
                  <a:lnTo>
                    <a:pt x="1767897" y="700522"/>
                  </a:lnTo>
                  <a:lnTo>
                    <a:pt x="1768900" y="696517"/>
                  </a:lnTo>
                  <a:lnTo>
                    <a:pt x="1770404" y="694014"/>
                  </a:lnTo>
                  <a:lnTo>
                    <a:pt x="1771407" y="688494"/>
                  </a:lnTo>
                  <a:lnTo>
                    <a:pt x="1772410" y="689996"/>
                  </a:lnTo>
                  <a:lnTo>
                    <a:pt x="1773914" y="702024"/>
                  </a:lnTo>
                  <a:lnTo>
                    <a:pt x="1774917" y="712037"/>
                  </a:lnTo>
                  <a:lnTo>
                    <a:pt x="1775920" y="702024"/>
                  </a:lnTo>
                  <a:lnTo>
                    <a:pt x="1776923" y="685490"/>
                  </a:lnTo>
                  <a:lnTo>
                    <a:pt x="1778427" y="705528"/>
                  </a:lnTo>
                  <a:lnTo>
                    <a:pt x="1779430" y="697518"/>
                  </a:lnTo>
                  <a:lnTo>
                    <a:pt x="1780433" y="691511"/>
                  </a:lnTo>
                  <a:lnTo>
                    <a:pt x="1781937" y="686491"/>
                  </a:lnTo>
                  <a:lnTo>
                    <a:pt x="1782940" y="701023"/>
                  </a:lnTo>
                  <a:lnTo>
                    <a:pt x="1783943" y="687993"/>
                  </a:lnTo>
                  <a:lnTo>
                    <a:pt x="1785447" y="694515"/>
                  </a:lnTo>
                  <a:lnTo>
                    <a:pt x="1786450" y="700022"/>
                  </a:lnTo>
                  <a:lnTo>
                    <a:pt x="1787453" y="688494"/>
                  </a:lnTo>
                  <a:lnTo>
                    <a:pt x="1788958" y="696517"/>
                  </a:lnTo>
                  <a:lnTo>
                    <a:pt x="1789961" y="710034"/>
                  </a:lnTo>
                  <a:lnTo>
                    <a:pt x="1790963" y="700522"/>
                  </a:lnTo>
                  <a:lnTo>
                    <a:pt x="1791966" y="706029"/>
                  </a:lnTo>
                  <a:lnTo>
                    <a:pt x="1793471" y="693013"/>
                  </a:lnTo>
                  <a:lnTo>
                    <a:pt x="1794474" y="680984"/>
                  </a:lnTo>
                  <a:lnTo>
                    <a:pt x="1795477" y="680984"/>
                  </a:lnTo>
                  <a:lnTo>
                    <a:pt x="1796981" y="688494"/>
                  </a:lnTo>
                  <a:lnTo>
                    <a:pt x="1797984" y="700022"/>
                  </a:lnTo>
                  <a:lnTo>
                    <a:pt x="1798987" y="697518"/>
                  </a:lnTo>
                  <a:lnTo>
                    <a:pt x="1800491" y="689495"/>
                  </a:lnTo>
                  <a:lnTo>
                    <a:pt x="1801494" y="679983"/>
                  </a:lnTo>
                  <a:lnTo>
                    <a:pt x="1802497" y="682987"/>
                  </a:lnTo>
                  <a:lnTo>
                    <a:pt x="1804001" y="689996"/>
                  </a:lnTo>
                  <a:lnTo>
                    <a:pt x="1805017" y="688994"/>
                  </a:lnTo>
                  <a:lnTo>
                    <a:pt x="1806020" y="702024"/>
                  </a:lnTo>
                  <a:lnTo>
                    <a:pt x="1807023" y="681986"/>
                  </a:lnTo>
                  <a:lnTo>
                    <a:pt x="1808528" y="689996"/>
                  </a:lnTo>
                  <a:lnTo>
                    <a:pt x="1809531" y="685490"/>
                  </a:lnTo>
                  <a:lnTo>
                    <a:pt x="1810533" y="686491"/>
                  </a:lnTo>
                  <a:lnTo>
                    <a:pt x="1812038" y="693013"/>
                  </a:lnTo>
                  <a:lnTo>
                    <a:pt x="1813041" y="683988"/>
                  </a:lnTo>
                  <a:lnTo>
                    <a:pt x="1814044" y="682987"/>
                  </a:lnTo>
                  <a:lnTo>
                    <a:pt x="1815548" y="682987"/>
                  </a:lnTo>
                  <a:lnTo>
                    <a:pt x="1816551" y="683488"/>
                  </a:lnTo>
                  <a:lnTo>
                    <a:pt x="1817554" y="704527"/>
                  </a:lnTo>
                  <a:lnTo>
                    <a:pt x="1819058" y="688494"/>
                  </a:lnTo>
                  <a:lnTo>
                    <a:pt x="1820061" y="696517"/>
                  </a:lnTo>
                  <a:lnTo>
                    <a:pt x="1821064" y="683988"/>
                  </a:lnTo>
                  <a:lnTo>
                    <a:pt x="1822067" y="682987"/>
                  </a:lnTo>
                  <a:lnTo>
                    <a:pt x="1823571" y="689996"/>
                  </a:lnTo>
                  <a:lnTo>
                    <a:pt x="1824574" y="688494"/>
                  </a:lnTo>
                  <a:lnTo>
                    <a:pt x="1825577" y="669971"/>
                  </a:lnTo>
                  <a:lnTo>
                    <a:pt x="1827081" y="704027"/>
                  </a:lnTo>
                  <a:lnTo>
                    <a:pt x="1828084" y="673976"/>
                  </a:lnTo>
                  <a:lnTo>
                    <a:pt x="1829087" y="681485"/>
                  </a:lnTo>
                  <a:lnTo>
                    <a:pt x="1830591" y="687993"/>
                  </a:lnTo>
                  <a:lnTo>
                    <a:pt x="1831594" y="681986"/>
                  </a:lnTo>
                  <a:lnTo>
                    <a:pt x="1832597" y="681485"/>
                  </a:lnTo>
                  <a:lnTo>
                    <a:pt x="1834102" y="673976"/>
                  </a:lnTo>
                  <a:lnTo>
                    <a:pt x="1835105" y="682486"/>
                  </a:lnTo>
                  <a:lnTo>
                    <a:pt x="1836107" y="685490"/>
                  </a:lnTo>
                  <a:lnTo>
                    <a:pt x="1837110" y="682486"/>
                  </a:lnTo>
                  <a:lnTo>
                    <a:pt x="1838615" y="673976"/>
                  </a:lnTo>
                  <a:lnTo>
                    <a:pt x="1839618" y="665465"/>
                  </a:lnTo>
                  <a:lnTo>
                    <a:pt x="1840621" y="669470"/>
                  </a:lnTo>
                  <a:lnTo>
                    <a:pt x="1842125" y="678982"/>
                  </a:lnTo>
                  <a:lnTo>
                    <a:pt x="1843128" y="680484"/>
                  </a:lnTo>
                  <a:lnTo>
                    <a:pt x="1844131" y="667468"/>
                  </a:lnTo>
                  <a:lnTo>
                    <a:pt x="1845635" y="668469"/>
                  </a:lnTo>
                  <a:lnTo>
                    <a:pt x="1846638" y="649445"/>
                  </a:lnTo>
                  <a:lnTo>
                    <a:pt x="1847641" y="649946"/>
                  </a:lnTo>
                  <a:lnTo>
                    <a:pt x="1849145" y="658957"/>
                  </a:lnTo>
                  <a:lnTo>
                    <a:pt x="1850148" y="645440"/>
                  </a:lnTo>
                  <a:lnTo>
                    <a:pt x="1851151" y="661460"/>
                  </a:lnTo>
                  <a:lnTo>
                    <a:pt x="1852154" y="641936"/>
                  </a:lnTo>
                  <a:lnTo>
                    <a:pt x="1853658" y="631422"/>
                  </a:lnTo>
                  <a:lnTo>
                    <a:pt x="1854661" y="635427"/>
                  </a:lnTo>
                  <a:lnTo>
                    <a:pt x="1855664" y="600364"/>
                  </a:lnTo>
                  <a:lnTo>
                    <a:pt x="1857168" y="607873"/>
                  </a:lnTo>
                  <a:lnTo>
                    <a:pt x="1858171" y="582341"/>
                  </a:lnTo>
                  <a:lnTo>
                    <a:pt x="1859174" y="596859"/>
                  </a:lnTo>
                  <a:lnTo>
                    <a:pt x="1860679" y="579838"/>
                  </a:lnTo>
                  <a:lnTo>
                    <a:pt x="1861681" y="569825"/>
                  </a:lnTo>
                  <a:lnTo>
                    <a:pt x="1862684" y="551302"/>
                  </a:lnTo>
                  <a:lnTo>
                    <a:pt x="1864189" y="546296"/>
                  </a:lnTo>
                  <a:lnTo>
                    <a:pt x="1865192" y="550301"/>
                  </a:lnTo>
                  <a:lnTo>
                    <a:pt x="1866195" y="546797"/>
                  </a:lnTo>
                  <a:lnTo>
                    <a:pt x="1867197" y="533780"/>
                  </a:lnTo>
                  <a:lnTo>
                    <a:pt x="1868702" y="530777"/>
                  </a:lnTo>
                  <a:lnTo>
                    <a:pt x="1869705" y="534281"/>
                  </a:lnTo>
                  <a:lnTo>
                    <a:pt x="1870708" y="526258"/>
                  </a:lnTo>
                  <a:lnTo>
                    <a:pt x="1872212" y="518748"/>
                  </a:lnTo>
                  <a:lnTo>
                    <a:pt x="1873215" y="517747"/>
                  </a:lnTo>
                  <a:lnTo>
                    <a:pt x="1874218" y="527759"/>
                  </a:lnTo>
                  <a:lnTo>
                    <a:pt x="1875722" y="526758"/>
                  </a:lnTo>
                  <a:lnTo>
                    <a:pt x="1876725" y="522753"/>
                  </a:lnTo>
                  <a:lnTo>
                    <a:pt x="1877728" y="516746"/>
                  </a:lnTo>
                  <a:lnTo>
                    <a:pt x="1879232" y="528761"/>
                  </a:lnTo>
                  <a:lnTo>
                    <a:pt x="1880235" y="526258"/>
                  </a:lnTo>
                  <a:lnTo>
                    <a:pt x="1881238" y="531778"/>
                  </a:lnTo>
                  <a:lnTo>
                    <a:pt x="1882241" y="530777"/>
                  </a:lnTo>
                  <a:lnTo>
                    <a:pt x="1883745" y="530276"/>
                  </a:lnTo>
                  <a:lnTo>
                    <a:pt x="1884748" y="543793"/>
                  </a:lnTo>
                  <a:lnTo>
                    <a:pt x="1885751" y="550802"/>
                  </a:lnTo>
                  <a:lnTo>
                    <a:pt x="1887255" y="545295"/>
                  </a:lnTo>
                  <a:lnTo>
                    <a:pt x="1888258" y="566321"/>
                  </a:lnTo>
                  <a:lnTo>
                    <a:pt x="1889261" y="562817"/>
                  </a:lnTo>
                  <a:lnTo>
                    <a:pt x="1890766" y="581340"/>
                  </a:lnTo>
                  <a:lnTo>
                    <a:pt x="1891769" y="572829"/>
                  </a:lnTo>
                  <a:lnTo>
                    <a:pt x="1892771" y="591352"/>
                  </a:lnTo>
                  <a:lnTo>
                    <a:pt x="1894276" y="604869"/>
                  </a:lnTo>
                  <a:lnTo>
                    <a:pt x="1895279" y="625415"/>
                  </a:lnTo>
                  <a:lnTo>
                    <a:pt x="1896282" y="620409"/>
                  </a:lnTo>
                  <a:lnTo>
                    <a:pt x="1897786" y="626917"/>
                  </a:lnTo>
                  <a:lnTo>
                    <a:pt x="1898789" y="628919"/>
                  </a:lnTo>
                  <a:lnTo>
                    <a:pt x="1899792" y="651948"/>
                  </a:lnTo>
                  <a:lnTo>
                    <a:pt x="1900795" y="628419"/>
                  </a:lnTo>
                  <a:lnTo>
                    <a:pt x="1902299" y="643437"/>
                  </a:lnTo>
                  <a:lnTo>
                    <a:pt x="1903302" y="651447"/>
                  </a:lnTo>
                  <a:lnTo>
                    <a:pt x="1904305" y="651948"/>
                  </a:lnTo>
                  <a:lnTo>
                    <a:pt x="1905809" y="649946"/>
                  </a:lnTo>
                  <a:lnTo>
                    <a:pt x="1906812" y="659958"/>
                  </a:lnTo>
                  <a:lnTo>
                    <a:pt x="1907815" y="661961"/>
                  </a:lnTo>
                  <a:lnTo>
                    <a:pt x="1909319" y="664964"/>
                  </a:lnTo>
                  <a:lnTo>
                    <a:pt x="1910342" y="662962"/>
                  </a:lnTo>
                  <a:lnTo>
                    <a:pt x="1911345" y="665465"/>
                  </a:lnTo>
                  <a:lnTo>
                    <a:pt x="1912850" y="681485"/>
                  </a:lnTo>
                  <a:lnTo>
                    <a:pt x="1913852" y="664464"/>
                  </a:lnTo>
                  <a:lnTo>
                    <a:pt x="1914855" y="677480"/>
                  </a:lnTo>
                  <a:lnTo>
                    <a:pt x="1915858" y="678982"/>
                  </a:lnTo>
                  <a:lnTo>
                    <a:pt x="1917363" y="679483"/>
                  </a:lnTo>
                  <a:lnTo>
                    <a:pt x="1918366" y="671473"/>
                  </a:lnTo>
                  <a:lnTo>
                    <a:pt x="1919368" y="668969"/>
                  </a:lnTo>
                  <a:lnTo>
                    <a:pt x="1920873" y="650947"/>
                  </a:lnTo>
                  <a:lnTo>
                    <a:pt x="1921876" y="684489"/>
                  </a:lnTo>
                  <a:lnTo>
                    <a:pt x="1922879" y="666967"/>
                  </a:lnTo>
                  <a:lnTo>
                    <a:pt x="1924383" y="657455"/>
                  </a:lnTo>
                  <a:lnTo>
                    <a:pt x="1925386" y="686491"/>
                  </a:lnTo>
                  <a:lnTo>
                    <a:pt x="1926389" y="681986"/>
                  </a:lnTo>
                  <a:lnTo>
                    <a:pt x="1927893" y="686491"/>
                  </a:lnTo>
                  <a:lnTo>
                    <a:pt x="1928896" y="681485"/>
                  </a:lnTo>
                  <a:lnTo>
                    <a:pt x="1929899" y="667468"/>
                  </a:lnTo>
                  <a:lnTo>
                    <a:pt x="1930902" y="679983"/>
                  </a:lnTo>
                  <a:lnTo>
                    <a:pt x="1932406" y="672974"/>
                  </a:lnTo>
                  <a:lnTo>
                    <a:pt x="1933409" y="676979"/>
                  </a:lnTo>
                  <a:lnTo>
                    <a:pt x="1934412" y="661460"/>
                  </a:lnTo>
                  <a:lnTo>
                    <a:pt x="1935916" y="663462"/>
                  </a:lnTo>
                  <a:lnTo>
                    <a:pt x="1936919" y="673976"/>
                  </a:lnTo>
                  <a:lnTo>
                    <a:pt x="1937922" y="675478"/>
                  </a:lnTo>
                  <a:lnTo>
                    <a:pt x="1939427" y="665966"/>
                  </a:lnTo>
                  <a:lnTo>
                    <a:pt x="1940429" y="650446"/>
                  </a:lnTo>
                  <a:lnTo>
                    <a:pt x="1941432" y="690510"/>
                  </a:lnTo>
                  <a:lnTo>
                    <a:pt x="1942937" y="677981"/>
                  </a:lnTo>
                  <a:lnTo>
                    <a:pt x="1943940" y="662962"/>
                  </a:lnTo>
                  <a:lnTo>
                    <a:pt x="1944942" y="673976"/>
                  </a:lnTo>
                  <a:lnTo>
                    <a:pt x="1945945" y="668469"/>
                  </a:lnTo>
                  <a:lnTo>
                    <a:pt x="1947450" y="660459"/>
                  </a:lnTo>
                  <a:lnTo>
                    <a:pt x="1948453" y="661460"/>
                  </a:lnTo>
                  <a:lnTo>
                    <a:pt x="1949456" y="655953"/>
                  </a:lnTo>
                  <a:lnTo>
                    <a:pt x="1950960" y="677981"/>
                  </a:lnTo>
                  <a:lnTo>
                    <a:pt x="1951963" y="663963"/>
                  </a:lnTo>
                  <a:lnTo>
                    <a:pt x="1952966" y="663462"/>
                  </a:lnTo>
                  <a:lnTo>
                    <a:pt x="1954470" y="643437"/>
                  </a:lnTo>
                  <a:lnTo>
                    <a:pt x="1955473" y="660959"/>
                  </a:lnTo>
                  <a:lnTo>
                    <a:pt x="1956476" y="643437"/>
                  </a:lnTo>
                  <a:lnTo>
                    <a:pt x="1957980" y="636929"/>
                  </a:lnTo>
                  <a:lnTo>
                    <a:pt x="1958983" y="637430"/>
                  </a:lnTo>
                  <a:lnTo>
                    <a:pt x="1959986" y="636429"/>
                  </a:lnTo>
                  <a:lnTo>
                    <a:pt x="1960989" y="632924"/>
                  </a:lnTo>
                  <a:lnTo>
                    <a:pt x="1962493" y="617405"/>
                  </a:lnTo>
                  <a:lnTo>
                    <a:pt x="1963496" y="608374"/>
                  </a:lnTo>
                  <a:lnTo>
                    <a:pt x="1964499" y="620909"/>
                  </a:lnTo>
                  <a:lnTo>
                    <a:pt x="1966003" y="607372"/>
                  </a:lnTo>
                  <a:lnTo>
                    <a:pt x="1967006" y="607372"/>
                  </a:lnTo>
                  <a:lnTo>
                    <a:pt x="1968009" y="594857"/>
                  </a:lnTo>
                  <a:lnTo>
                    <a:pt x="1969514" y="590351"/>
                  </a:lnTo>
                  <a:lnTo>
                    <a:pt x="1970516" y="590852"/>
                  </a:lnTo>
                  <a:lnTo>
                    <a:pt x="1971519" y="586346"/>
                  </a:lnTo>
                  <a:lnTo>
                    <a:pt x="1973024" y="581840"/>
                  </a:lnTo>
                  <a:lnTo>
                    <a:pt x="1974027" y="583843"/>
                  </a:lnTo>
                  <a:lnTo>
                    <a:pt x="1975030" y="585345"/>
                  </a:lnTo>
                  <a:lnTo>
                    <a:pt x="1976032" y="574331"/>
                  </a:lnTo>
                  <a:lnTo>
                    <a:pt x="1977537" y="577335"/>
                  </a:lnTo>
                  <a:lnTo>
                    <a:pt x="1978540" y="573830"/>
                  </a:lnTo>
                  <a:lnTo>
                    <a:pt x="1979543" y="567322"/>
                  </a:lnTo>
                  <a:lnTo>
                    <a:pt x="1981047" y="568324"/>
                  </a:lnTo>
                  <a:lnTo>
                    <a:pt x="1982050" y="563317"/>
                  </a:lnTo>
                  <a:lnTo>
                    <a:pt x="1983053" y="584344"/>
                  </a:lnTo>
                  <a:lnTo>
                    <a:pt x="1984557" y="583843"/>
                  </a:lnTo>
                  <a:lnTo>
                    <a:pt x="1985560" y="569825"/>
                  </a:lnTo>
                  <a:lnTo>
                    <a:pt x="1986563" y="578837"/>
                  </a:lnTo>
                  <a:lnTo>
                    <a:pt x="1988067" y="586847"/>
                  </a:lnTo>
                  <a:lnTo>
                    <a:pt x="1989070" y="584344"/>
                  </a:lnTo>
                  <a:lnTo>
                    <a:pt x="1990073" y="592854"/>
                  </a:lnTo>
                  <a:lnTo>
                    <a:pt x="1991076" y="591352"/>
                  </a:lnTo>
                  <a:lnTo>
                    <a:pt x="1992580" y="587347"/>
                  </a:lnTo>
                  <a:lnTo>
                    <a:pt x="1993583" y="582842"/>
                  </a:lnTo>
                  <a:lnTo>
                    <a:pt x="1994586" y="609875"/>
                  </a:lnTo>
                  <a:lnTo>
                    <a:pt x="1996091" y="612399"/>
                  </a:lnTo>
                  <a:lnTo>
                    <a:pt x="1997093" y="615402"/>
                  </a:lnTo>
                  <a:lnTo>
                    <a:pt x="1998096" y="612399"/>
                  </a:lnTo>
                  <a:lnTo>
                    <a:pt x="1999601" y="606371"/>
                  </a:lnTo>
                  <a:lnTo>
                    <a:pt x="2000604" y="618907"/>
                  </a:lnTo>
                  <a:lnTo>
                    <a:pt x="2001606" y="626416"/>
                  </a:lnTo>
                  <a:lnTo>
                    <a:pt x="2003111" y="619908"/>
                  </a:lnTo>
                  <a:lnTo>
                    <a:pt x="2004114" y="614401"/>
                  </a:lnTo>
                  <a:lnTo>
                    <a:pt x="2005117" y="634426"/>
                  </a:lnTo>
                  <a:lnTo>
                    <a:pt x="2006120" y="627918"/>
                  </a:lnTo>
                  <a:lnTo>
                    <a:pt x="2007624" y="649445"/>
                  </a:lnTo>
                  <a:lnTo>
                    <a:pt x="2008627" y="630922"/>
                  </a:lnTo>
                  <a:lnTo>
                    <a:pt x="2009630" y="640934"/>
                  </a:lnTo>
                  <a:lnTo>
                    <a:pt x="2011134" y="634426"/>
                  </a:lnTo>
                  <a:lnTo>
                    <a:pt x="2012137" y="637430"/>
                  </a:lnTo>
                  <a:lnTo>
                    <a:pt x="2013140" y="645941"/>
                  </a:lnTo>
                  <a:lnTo>
                    <a:pt x="2014644" y="626416"/>
                  </a:lnTo>
                  <a:lnTo>
                    <a:pt x="2015647" y="663963"/>
                  </a:lnTo>
                  <a:lnTo>
                    <a:pt x="2016663" y="654451"/>
                  </a:lnTo>
                  <a:lnTo>
                    <a:pt x="2018168" y="662962"/>
                  </a:lnTo>
                  <a:lnTo>
                    <a:pt x="2019171" y="665966"/>
                  </a:lnTo>
                  <a:lnTo>
                    <a:pt x="2020174" y="659958"/>
                  </a:lnTo>
                  <a:lnTo>
                    <a:pt x="2021678" y="679483"/>
                  </a:lnTo>
                  <a:lnTo>
                    <a:pt x="2022681" y="652949"/>
                  </a:lnTo>
                  <a:lnTo>
                    <a:pt x="2023684" y="678481"/>
                  </a:lnTo>
                  <a:lnTo>
                    <a:pt x="2024687" y="657956"/>
                  </a:lnTo>
                  <a:lnTo>
                    <a:pt x="2026191" y="661460"/>
                  </a:lnTo>
                  <a:lnTo>
                    <a:pt x="2027194" y="670471"/>
                  </a:lnTo>
                  <a:lnTo>
                    <a:pt x="2028197" y="651948"/>
                  </a:lnTo>
                  <a:lnTo>
                    <a:pt x="2029701" y="668969"/>
                  </a:lnTo>
                  <a:lnTo>
                    <a:pt x="2030704" y="677981"/>
                  </a:lnTo>
                  <a:lnTo>
                    <a:pt x="2031707" y="682486"/>
                  </a:lnTo>
                  <a:lnTo>
                    <a:pt x="2033211" y="663963"/>
                  </a:lnTo>
                  <a:lnTo>
                    <a:pt x="2034214" y="684489"/>
                  </a:lnTo>
                  <a:lnTo>
                    <a:pt x="2035217" y="662962"/>
                  </a:lnTo>
                  <a:lnTo>
                    <a:pt x="2036721" y="665465"/>
                  </a:lnTo>
                  <a:lnTo>
                    <a:pt x="2037724" y="658456"/>
                  </a:lnTo>
                  <a:lnTo>
                    <a:pt x="2038727" y="669470"/>
                  </a:lnTo>
                  <a:lnTo>
                    <a:pt x="2039730" y="684489"/>
                  </a:lnTo>
                  <a:lnTo>
                    <a:pt x="2041235" y="679483"/>
                  </a:lnTo>
                  <a:lnTo>
                    <a:pt x="2042237" y="692012"/>
                  </a:lnTo>
                  <a:lnTo>
                    <a:pt x="2043240" y="674476"/>
                  </a:lnTo>
                  <a:lnTo>
                    <a:pt x="2044745" y="673976"/>
                  </a:lnTo>
                  <a:lnTo>
                    <a:pt x="2045748" y="675978"/>
                  </a:lnTo>
                  <a:lnTo>
                    <a:pt x="2046750" y="691010"/>
                  </a:lnTo>
                  <a:lnTo>
                    <a:pt x="2048255" y="703526"/>
                  </a:lnTo>
                  <a:lnTo>
                    <a:pt x="2049258" y="655452"/>
                  </a:lnTo>
                  <a:lnTo>
                    <a:pt x="2050261" y="670972"/>
                  </a:lnTo>
                  <a:lnTo>
                    <a:pt x="2051765" y="668969"/>
                  </a:lnTo>
                  <a:lnTo>
                    <a:pt x="2052768" y="674476"/>
                  </a:lnTo>
                  <a:lnTo>
                    <a:pt x="2053771" y="682486"/>
                  </a:lnTo>
                  <a:lnTo>
                    <a:pt x="2054774" y="673475"/>
                  </a:lnTo>
                  <a:lnTo>
                    <a:pt x="2056278" y="693013"/>
                  </a:lnTo>
                  <a:lnTo>
                    <a:pt x="2057281" y="674977"/>
                  </a:lnTo>
                  <a:lnTo>
                    <a:pt x="2058284" y="670471"/>
                  </a:lnTo>
                  <a:lnTo>
                    <a:pt x="2059788" y="685991"/>
                  </a:lnTo>
                  <a:lnTo>
                    <a:pt x="2060791" y="679483"/>
                  </a:lnTo>
                  <a:lnTo>
                    <a:pt x="2061794" y="682486"/>
                  </a:lnTo>
                  <a:lnTo>
                    <a:pt x="2063298" y="676479"/>
                  </a:lnTo>
                  <a:lnTo>
                    <a:pt x="2064301" y="691010"/>
                  </a:lnTo>
                  <a:lnTo>
                    <a:pt x="2065304" y="697518"/>
                  </a:lnTo>
                  <a:lnTo>
                    <a:pt x="2066809" y="687993"/>
                  </a:lnTo>
                  <a:lnTo>
                    <a:pt x="2067811" y="676979"/>
                  </a:lnTo>
                  <a:lnTo>
                    <a:pt x="2068814" y="678481"/>
                  </a:lnTo>
                  <a:lnTo>
                    <a:pt x="2069817" y="687993"/>
                  </a:lnTo>
                  <a:lnTo>
                    <a:pt x="2071322" y="681986"/>
                  </a:lnTo>
                  <a:lnTo>
                    <a:pt x="2072325" y="681986"/>
                  </a:lnTo>
                  <a:lnTo>
                    <a:pt x="2073327" y="682486"/>
                  </a:lnTo>
                  <a:lnTo>
                    <a:pt x="2074832" y="682486"/>
                  </a:lnTo>
                  <a:lnTo>
                    <a:pt x="2075835" y="699521"/>
                  </a:lnTo>
                  <a:lnTo>
                    <a:pt x="2076838" y="685991"/>
                  </a:lnTo>
                  <a:lnTo>
                    <a:pt x="2078342" y="676479"/>
                  </a:lnTo>
                  <a:lnTo>
                    <a:pt x="2079345" y="675478"/>
                  </a:lnTo>
                  <a:lnTo>
                    <a:pt x="2080348" y="683988"/>
                  </a:lnTo>
                  <a:lnTo>
                    <a:pt x="2081852" y="687493"/>
                  </a:lnTo>
                  <a:lnTo>
                    <a:pt x="2082855" y="681485"/>
                  </a:lnTo>
                  <a:lnTo>
                    <a:pt x="2083858" y="685490"/>
                  </a:lnTo>
                  <a:lnTo>
                    <a:pt x="2084861" y="665966"/>
                  </a:lnTo>
                  <a:lnTo>
                    <a:pt x="2086365" y="679483"/>
                  </a:lnTo>
                  <a:lnTo>
                    <a:pt x="2087368" y="688994"/>
                  </a:lnTo>
                  <a:lnTo>
                    <a:pt x="2088371" y="681986"/>
                  </a:lnTo>
                  <a:lnTo>
                    <a:pt x="2089875" y="684989"/>
                  </a:lnTo>
                  <a:lnTo>
                    <a:pt x="2090878" y="665966"/>
                  </a:lnTo>
                  <a:lnTo>
                    <a:pt x="2091881" y="667468"/>
                  </a:lnTo>
                  <a:lnTo>
                    <a:pt x="2093385" y="683488"/>
                  </a:lnTo>
                  <a:lnTo>
                    <a:pt x="2094388" y="679983"/>
                  </a:lnTo>
                  <a:lnTo>
                    <a:pt x="2095391" y="689996"/>
                  </a:lnTo>
                  <a:lnTo>
                    <a:pt x="2096896" y="681986"/>
                  </a:lnTo>
                  <a:lnTo>
                    <a:pt x="2097899" y="672474"/>
                  </a:lnTo>
                  <a:lnTo>
                    <a:pt x="2098901" y="698019"/>
                  </a:lnTo>
                  <a:lnTo>
                    <a:pt x="2099904" y="693013"/>
                  </a:lnTo>
                  <a:lnTo>
                    <a:pt x="2101409" y="673976"/>
                  </a:lnTo>
                  <a:lnTo>
                    <a:pt x="2102412" y="688994"/>
                  </a:lnTo>
                  <a:lnTo>
                    <a:pt x="2103415" y="688494"/>
                  </a:lnTo>
                  <a:lnTo>
                    <a:pt x="2104919" y="687493"/>
                  </a:lnTo>
                  <a:lnTo>
                    <a:pt x="2105922" y="688994"/>
                  </a:lnTo>
                  <a:lnTo>
                    <a:pt x="2106925" y="669971"/>
                  </a:lnTo>
                  <a:lnTo>
                    <a:pt x="2108429" y="693513"/>
                  </a:lnTo>
                  <a:lnTo>
                    <a:pt x="2109432" y="678481"/>
                  </a:lnTo>
                  <a:lnTo>
                    <a:pt x="2110435" y="682987"/>
                  </a:lnTo>
                  <a:lnTo>
                    <a:pt x="2111939" y="674476"/>
                  </a:lnTo>
                  <a:lnTo>
                    <a:pt x="2112942" y="684489"/>
                  </a:lnTo>
                  <a:lnTo>
                    <a:pt x="2113945" y="687493"/>
                  </a:lnTo>
                  <a:lnTo>
                    <a:pt x="2114948" y="680484"/>
                  </a:lnTo>
                  <a:lnTo>
                    <a:pt x="2116452" y="690510"/>
                  </a:lnTo>
                  <a:lnTo>
                    <a:pt x="2117455" y="679983"/>
                  </a:lnTo>
                  <a:lnTo>
                    <a:pt x="2118458" y="675978"/>
                  </a:lnTo>
                  <a:lnTo>
                    <a:pt x="2119962" y="676979"/>
                  </a:lnTo>
                  <a:lnTo>
                    <a:pt x="2120965" y="689495"/>
                  </a:lnTo>
                  <a:lnTo>
                    <a:pt x="2121968" y="664964"/>
                  </a:lnTo>
                  <a:lnTo>
                    <a:pt x="2123493" y="682987"/>
                  </a:lnTo>
                  <a:lnTo>
                    <a:pt x="2124496" y="668969"/>
                  </a:lnTo>
                  <a:lnTo>
                    <a:pt x="2125498" y="675978"/>
                  </a:lnTo>
                  <a:lnTo>
                    <a:pt x="2127003" y="662962"/>
                  </a:lnTo>
                  <a:lnTo>
                    <a:pt x="2128006" y="679983"/>
                  </a:lnTo>
                  <a:lnTo>
                    <a:pt x="2129009" y="680984"/>
                  </a:lnTo>
                  <a:lnTo>
                    <a:pt x="2130011" y="672474"/>
                  </a:lnTo>
                  <a:lnTo>
                    <a:pt x="2131516" y="690510"/>
                  </a:lnTo>
                  <a:lnTo>
                    <a:pt x="2132519" y="674476"/>
                  </a:lnTo>
                  <a:lnTo>
                    <a:pt x="2133522" y="676479"/>
                  </a:lnTo>
                  <a:lnTo>
                    <a:pt x="2135026" y="696517"/>
                  </a:lnTo>
                  <a:lnTo>
                    <a:pt x="2136029" y="661961"/>
                  </a:lnTo>
                  <a:lnTo>
                    <a:pt x="2137032" y="678982"/>
                  </a:lnTo>
                  <a:lnTo>
                    <a:pt x="2138536" y="694014"/>
                  </a:lnTo>
                  <a:lnTo>
                    <a:pt x="2139539" y="675978"/>
                  </a:lnTo>
                  <a:lnTo>
                    <a:pt x="2140542" y="672474"/>
                  </a:lnTo>
                  <a:lnTo>
                    <a:pt x="2142046" y="675978"/>
                  </a:lnTo>
                  <a:lnTo>
                    <a:pt x="2143049" y="682987"/>
                  </a:lnTo>
                  <a:lnTo>
                    <a:pt x="2144052" y="683488"/>
                  </a:lnTo>
                  <a:lnTo>
                    <a:pt x="2145556" y="670471"/>
                  </a:lnTo>
                  <a:lnTo>
                    <a:pt x="2146559" y="665465"/>
                  </a:lnTo>
                  <a:lnTo>
                    <a:pt x="2147562" y="681485"/>
                  </a:lnTo>
                  <a:lnTo>
                    <a:pt x="2148565" y="684489"/>
                  </a:lnTo>
                  <a:lnTo>
                    <a:pt x="2150070" y="679483"/>
                  </a:lnTo>
                  <a:lnTo>
                    <a:pt x="2151072" y="684989"/>
                  </a:lnTo>
                  <a:lnTo>
                    <a:pt x="2152075" y="665966"/>
                  </a:lnTo>
                  <a:lnTo>
                    <a:pt x="2153580" y="691010"/>
                  </a:lnTo>
                  <a:lnTo>
                    <a:pt x="2154583" y="685991"/>
                  </a:lnTo>
                  <a:lnTo>
                    <a:pt x="2155586" y="677981"/>
                  </a:lnTo>
                  <a:lnTo>
                    <a:pt x="2157090" y="677981"/>
                  </a:lnTo>
                  <a:lnTo>
                    <a:pt x="2158093" y="675978"/>
                  </a:lnTo>
                  <a:lnTo>
                    <a:pt x="2159096" y="665465"/>
                  </a:lnTo>
                  <a:lnTo>
                    <a:pt x="2160600" y="684489"/>
                  </a:lnTo>
                  <a:lnTo>
                    <a:pt x="2161603" y="672474"/>
                  </a:lnTo>
                  <a:lnTo>
                    <a:pt x="2162606" y="666967"/>
                  </a:lnTo>
                  <a:lnTo>
                    <a:pt x="2163609" y="661961"/>
                  </a:lnTo>
                  <a:lnTo>
                    <a:pt x="2165113" y="665966"/>
                  </a:lnTo>
                  <a:lnTo>
                    <a:pt x="2166116" y="667968"/>
                  </a:lnTo>
                  <a:lnTo>
                    <a:pt x="2167119" y="676479"/>
                  </a:lnTo>
                  <a:lnTo>
                    <a:pt x="2168623" y="679483"/>
                  </a:lnTo>
                  <a:lnTo>
                    <a:pt x="2169626" y="671973"/>
                  </a:lnTo>
                  <a:lnTo>
                    <a:pt x="2170629" y="677981"/>
                  </a:lnTo>
                  <a:lnTo>
                    <a:pt x="2172133" y="693013"/>
                  </a:lnTo>
                  <a:lnTo>
                    <a:pt x="2173136" y="674476"/>
                  </a:lnTo>
                  <a:lnTo>
                    <a:pt x="2174139" y="684489"/>
                  </a:lnTo>
                  <a:lnTo>
                    <a:pt x="2175644" y="677981"/>
                  </a:lnTo>
                  <a:lnTo>
                    <a:pt x="2176646" y="678982"/>
                  </a:lnTo>
                  <a:lnTo>
                    <a:pt x="2177649" y="666967"/>
                  </a:lnTo>
                  <a:lnTo>
                    <a:pt x="2178652" y="692512"/>
                  </a:lnTo>
                  <a:lnTo>
                    <a:pt x="2180157" y="674476"/>
                  </a:lnTo>
                  <a:lnTo>
                    <a:pt x="2181160" y="683488"/>
                  </a:lnTo>
                  <a:lnTo>
                    <a:pt x="2182162" y="666967"/>
                  </a:lnTo>
                  <a:lnTo>
                    <a:pt x="2183667" y="662962"/>
                  </a:lnTo>
                  <a:lnTo>
                    <a:pt x="2184670" y="688994"/>
                  </a:lnTo>
                  <a:lnTo>
                    <a:pt x="2185673" y="684489"/>
                  </a:lnTo>
                  <a:lnTo>
                    <a:pt x="2187177" y="679483"/>
                  </a:lnTo>
                  <a:lnTo>
                    <a:pt x="2188180" y="672974"/>
                  </a:lnTo>
                  <a:lnTo>
                    <a:pt x="2189183" y="672474"/>
                  </a:lnTo>
                  <a:lnTo>
                    <a:pt x="2190687" y="687993"/>
                  </a:lnTo>
                  <a:lnTo>
                    <a:pt x="2191690" y="669971"/>
                  </a:lnTo>
                  <a:lnTo>
                    <a:pt x="2192693" y="675978"/>
                  </a:lnTo>
                  <a:lnTo>
                    <a:pt x="2193696" y="681485"/>
                  </a:lnTo>
                  <a:lnTo>
                    <a:pt x="2195200" y="679483"/>
                  </a:lnTo>
                  <a:lnTo>
                    <a:pt x="2196203" y="674977"/>
                  </a:lnTo>
                  <a:lnTo>
                    <a:pt x="2197206" y="676479"/>
                  </a:lnTo>
                  <a:lnTo>
                    <a:pt x="2198710" y="673475"/>
                  </a:lnTo>
                  <a:lnTo>
                    <a:pt x="2199713" y="665966"/>
                  </a:lnTo>
                </a:path>
              </a:pathLst>
            </a:custGeom>
            <a:ln w="3175">
              <a:solidFill>
                <a:srgbClr val="E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635925" y="1797203"/>
              <a:ext cx="2200275" cy="701040"/>
            </a:xfrm>
            <a:custGeom>
              <a:avLst/>
              <a:gdLst/>
              <a:ahLst/>
              <a:cxnLst/>
              <a:rect l="l" t="t" r="r" b="b"/>
              <a:pathLst>
                <a:path w="2200275" h="701039">
                  <a:moveTo>
                    <a:pt x="0" y="508749"/>
                  </a:moveTo>
                  <a:lnTo>
                    <a:pt x="1002" y="510752"/>
                  </a:lnTo>
                  <a:lnTo>
                    <a:pt x="2520" y="509750"/>
                  </a:lnTo>
                  <a:lnTo>
                    <a:pt x="3523" y="518261"/>
                  </a:lnTo>
                  <a:lnTo>
                    <a:pt x="4526" y="499237"/>
                  </a:lnTo>
                  <a:lnTo>
                    <a:pt x="6030" y="509250"/>
                  </a:lnTo>
                  <a:lnTo>
                    <a:pt x="7033" y="516759"/>
                  </a:lnTo>
                  <a:lnTo>
                    <a:pt x="8036" y="512754"/>
                  </a:lnTo>
                  <a:lnTo>
                    <a:pt x="9039" y="514256"/>
                  </a:lnTo>
                  <a:lnTo>
                    <a:pt x="10543" y="512754"/>
                  </a:lnTo>
                  <a:lnTo>
                    <a:pt x="11546" y="512754"/>
                  </a:lnTo>
                  <a:lnTo>
                    <a:pt x="12549" y="506747"/>
                  </a:lnTo>
                  <a:lnTo>
                    <a:pt x="14054" y="510752"/>
                  </a:lnTo>
                  <a:lnTo>
                    <a:pt x="15056" y="517760"/>
                  </a:lnTo>
                  <a:lnTo>
                    <a:pt x="16059" y="523267"/>
                  </a:lnTo>
                  <a:lnTo>
                    <a:pt x="17564" y="500238"/>
                  </a:lnTo>
                  <a:lnTo>
                    <a:pt x="18567" y="503743"/>
                  </a:lnTo>
                  <a:lnTo>
                    <a:pt x="19569" y="521265"/>
                  </a:lnTo>
                  <a:lnTo>
                    <a:pt x="21074" y="510752"/>
                  </a:lnTo>
                  <a:lnTo>
                    <a:pt x="22077" y="507748"/>
                  </a:lnTo>
                  <a:lnTo>
                    <a:pt x="23080" y="527272"/>
                  </a:lnTo>
                  <a:lnTo>
                    <a:pt x="24083" y="515758"/>
                  </a:lnTo>
                  <a:lnTo>
                    <a:pt x="25587" y="512754"/>
                  </a:lnTo>
                  <a:lnTo>
                    <a:pt x="26590" y="521265"/>
                  </a:lnTo>
                  <a:lnTo>
                    <a:pt x="27593" y="511252"/>
                  </a:lnTo>
                  <a:lnTo>
                    <a:pt x="29097" y="523267"/>
                  </a:lnTo>
                  <a:lnTo>
                    <a:pt x="30100" y="518261"/>
                  </a:lnTo>
                  <a:lnTo>
                    <a:pt x="31103" y="514256"/>
                  </a:lnTo>
                  <a:lnTo>
                    <a:pt x="32607" y="517260"/>
                  </a:lnTo>
                  <a:lnTo>
                    <a:pt x="33610" y="520263"/>
                  </a:lnTo>
                  <a:lnTo>
                    <a:pt x="34613" y="517760"/>
                  </a:lnTo>
                  <a:lnTo>
                    <a:pt x="36117" y="514256"/>
                  </a:lnTo>
                  <a:lnTo>
                    <a:pt x="37120" y="521265"/>
                  </a:lnTo>
                  <a:lnTo>
                    <a:pt x="38123" y="519763"/>
                  </a:lnTo>
                  <a:lnTo>
                    <a:pt x="39126" y="513255"/>
                  </a:lnTo>
                  <a:lnTo>
                    <a:pt x="40630" y="524268"/>
                  </a:lnTo>
                  <a:lnTo>
                    <a:pt x="41633" y="523768"/>
                  </a:lnTo>
                  <a:lnTo>
                    <a:pt x="42636" y="529775"/>
                  </a:lnTo>
                  <a:lnTo>
                    <a:pt x="44141" y="529275"/>
                  </a:lnTo>
                  <a:lnTo>
                    <a:pt x="45144" y="523267"/>
                  </a:lnTo>
                  <a:lnTo>
                    <a:pt x="46146" y="519763"/>
                  </a:lnTo>
                  <a:lnTo>
                    <a:pt x="47651" y="532779"/>
                  </a:lnTo>
                  <a:lnTo>
                    <a:pt x="48654" y="541290"/>
                  </a:lnTo>
                  <a:lnTo>
                    <a:pt x="49657" y="514256"/>
                  </a:lnTo>
                  <a:lnTo>
                    <a:pt x="51161" y="527773"/>
                  </a:lnTo>
                  <a:lnTo>
                    <a:pt x="52164" y="532278"/>
                  </a:lnTo>
                  <a:lnTo>
                    <a:pt x="53167" y="511252"/>
                  </a:lnTo>
                  <a:lnTo>
                    <a:pt x="54170" y="517260"/>
                  </a:lnTo>
                  <a:lnTo>
                    <a:pt x="55674" y="522767"/>
                  </a:lnTo>
                  <a:lnTo>
                    <a:pt x="56677" y="526271"/>
                  </a:lnTo>
                  <a:lnTo>
                    <a:pt x="57680" y="523768"/>
                  </a:lnTo>
                  <a:lnTo>
                    <a:pt x="59184" y="509250"/>
                  </a:lnTo>
                  <a:lnTo>
                    <a:pt x="60187" y="514256"/>
                  </a:lnTo>
                  <a:lnTo>
                    <a:pt x="61190" y="521265"/>
                  </a:lnTo>
                  <a:lnTo>
                    <a:pt x="62694" y="520263"/>
                  </a:lnTo>
                  <a:lnTo>
                    <a:pt x="63697" y="513755"/>
                  </a:lnTo>
                  <a:lnTo>
                    <a:pt x="64700" y="522266"/>
                  </a:lnTo>
                  <a:lnTo>
                    <a:pt x="66204" y="518261"/>
                  </a:lnTo>
                  <a:lnTo>
                    <a:pt x="67207" y="518762"/>
                  </a:lnTo>
                  <a:lnTo>
                    <a:pt x="68210" y="522767"/>
                  </a:lnTo>
                  <a:lnTo>
                    <a:pt x="69715" y="512253"/>
                  </a:lnTo>
                  <a:lnTo>
                    <a:pt x="70718" y="510251"/>
                  </a:lnTo>
                  <a:lnTo>
                    <a:pt x="71720" y="515257"/>
                  </a:lnTo>
                  <a:lnTo>
                    <a:pt x="72723" y="513755"/>
                  </a:lnTo>
                  <a:lnTo>
                    <a:pt x="74228" y="518261"/>
                  </a:lnTo>
                  <a:lnTo>
                    <a:pt x="75231" y="493730"/>
                  </a:lnTo>
                  <a:lnTo>
                    <a:pt x="76233" y="512253"/>
                  </a:lnTo>
                  <a:lnTo>
                    <a:pt x="77738" y="510251"/>
                  </a:lnTo>
                  <a:lnTo>
                    <a:pt x="78741" y="495733"/>
                  </a:lnTo>
                  <a:lnTo>
                    <a:pt x="79744" y="495232"/>
                  </a:lnTo>
                  <a:lnTo>
                    <a:pt x="81248" y="498236"/>
                  </a:lnTo>
                  <a:lnTo>
                    <a:pt x="82251" y="483704"/>
                  </a:lnTo>
                  <a:lnTo>
                    <a:pt x="83254" y="490226"/>
                  </a:lnTo>
                  <a:lnTo>
                    <a:pt x="84758" y="472691"/>
                  </a:lnTo>
                  <a:lnTo>
                    <a:pt x="85761" y="467684"/>
                  </a:lnTo>
                  <a:lnTo>
                    <a:pt x="86764" y="440150"/>
                  </a:lnTo>
                  <a:lnTo>
                    <a:pt x="87767" y="403584"/>
                  </a:lnTo>
                  <a:lnTo>
                    <a:pt x="89271" y="344010"/>
                  </a:lnTo>
                  <a:lnTo>
                    <a:pt x="90274" y="247856"/>
                  </a:lnTo>
                  <a:lnTo>
                    <a:pt x="91277" y="165740"/>
                  </a:lnTo>
                  <a:lnTo>
                    <a:pt x="92781" y="102161"/>
                  </a:lnTo>
                  <a:lnTo>
                    <a:pt x="93784" y="58586"/>
                  </a:lnTo>
                  <a:lnTo>
                    <a:pt x="94787" y="37059"/>
                  </a:lnTo>
                  <a:lnTo>
                    <a:pt x="96291" y="23042"/>
                  </a:lnTo>
                  <a:lnTo>
                    <a:pt x="97294" y="15532"/>
                  </a:lnTo>
                  <a:lnTo>
                    <a:pt x="98297" y="14531"/>
                  </a:lnTo>
                  <a:lnTo>
                    <a:pt x="99802" y="9024"/>
                  </a:lnTo>
                  <a:lnTo>
                    <a:pt x="100805" y="7022"/>
                  </a:lnTo>
                  <a:lnTo>
                    <a:pt x="101807" y="10025"/>
                  </a:lnTo>
                  <a:lnTo>
                    <a:pt x="102810" y="2002"/>
                  </a:lnTo>
                  <a:lnTo>
                    <a:pt x="104315" y="7522"/>
                  </a:lnTo>
                  <a:lnTo>
                    <a:pt x="105318" y="4505"/>
                  </a:lnTo>
                  <a:lnTo>
                    <a:pt x="106321" y="0"/>
                  </a:lnTo>
                  <a:lnTo>
                    <a:pt x="107825" y="3504"/>
                  </a:lnTo>
                  <a:lnTo>
                    <a:pt x="108848" y="2002"/>
                  </a:lnTo>
                  <a:lnTo>
                    <a:pt x="109851" y="7522"/>
                  </a:lnTo>
                  <a:lnTo>
                    <a:pt x="111355" y="13530"/>
                  </a:lnTo>
                  <a:lnTo>
                    <a:pt x="112358" y="24544"/>
                  </a:lnTo>
                  <a:lnTo>
                    <a:pt x="113361" y="58085"/>
                  </a:lnTo>
                  <a:lnTo>
                    <a:pt x="114865" y="103162"/>
                  </a:lnTo>
                  <a:lnTo>
                    <a:pt x="115868" y="174264"/>
                  </a:lnTo>
                  <a:lnTo>
                    <a:pt x="116871" y="255886"/>
                  </a:lnTo>
                  <a:lnTo>
                    <a:pt x="117874" y="337502"/>
                  </a:lnTo>
                  <a:lnTo>
                    <a:pt x="119378" y="385562"/>
                  </a:lnTo>
                  <a:lnTo>
                    <a:pt x="120381" y="438648"/>
                  </a:lnTo>
                  <a:lnTo>
                    <a:pt x="121384" y="447159"/>
                  </a:lnTo>
                  <a:lnTo>
                    <a:pt x="122889" y="472190"/>
                  </a:lnTo>
                  <a:lnTo>
                    <a:pt x="123891" y="478197"/>
                  </a:lnTo>
                  <a:lnTo>
                    <a:pt x="124894" y="484205"/>
                  </a:lnTo>
                  <a:lnTo>
                    <a:pt x="126399" y="496734"/>
                  </a:lnTo>
                  <a:lnTo>
                    <a:pt x="127402" y="502241"/>
                  </a:lnTo>
                  <a:lnTo>
                    <a:pt x="128404" y="497735"/>
                  </a:lnTo>
                  <a:lnTo>
                    <a:pt x="129909" y="496233"/>
                  </a:lnTo>
                  <a:lnTo>
                    <a:pt x="130912" y="491728"/>
                  </a:lnTo>
                  <a:lnTo>
                    <a:pt x="131915" y="515257"/>
                  </a:lnTo>
                  <a:lnTo>
                    <a:pt x="132918" y="510251"/>
                  </a:lnTo>
                  <a:lnTo>
                    <a:pt x="134422" y="507748"/>
                  </a:lnTo>
                  <a:lnTo>
                    <a:pt x="135425" y="511753"/>
                  </a:lnTo>
                  <a:lnTo>
                    <a:pt x="136428" y="525270"/>
                  </a:lnTo>
                  <a:lnTo>
                    <a:pt x="137932" y="532779"/>
                  </a:lnTo>
                  <a:lnTo>
                    <a:pt x="138935" y="526271"/>
                  </a:lnTo>
                  <a:lnTo>
                    <a:pt x="139938" y="527272"/>
                  </a:lnTo>
                  <a:lnTo>
                    <a:pt x="141442" y="541290"/>
                  </a:lnTo>
                  <a:lnTo>
                    <a:pt x="142445" y="516759"/>
                  </a:lnTo>
                  <a:lnTo>
                    <a:pt x="143448" y="542291"/>
                  </a:lnTo>
                  <a:lnTo>
                    <a:pt x="144952" y="529775"/>
                  </a:lnTo>
                  <a:lnTo>
                    <a:pt x="145955" y="537285"/>
                  </a:lnTo>
                  <a:lnTo>
                    <a:pt x="146958" y="551803"/>
                  </a:lnTo>
                  <a:lnTo>
                    <a:pt x="147961" y="543793"/>
                  </a:lnTo>
                  <a:lnTo>
                    <a:pt x="149465" y="530777"/>
                  </a:lnTo>
                  <a:lnTo>
                    <a:pt x="150468" y="547297"/>
                  </a:lnTo>
                  <a:lnTo>
                    <a:pt x="151471" y="536283"/>
                  </a:lnTo>
                  <a:lnTo>
                    <a:pt x="152976" y="527773"/>
                  </a:lnTo>
                  <a:lnTo>
                    <a:pt x="153979" y="537285"/>
                  </a:lnTo>
                  <a:lnTo>
                    <a:pt x="154981" y="546797"/>
                  </a:lnTo>
                  <a:lnTo>
                    <a:pt x="156486" y="537285"/>
                  </a:lnTo>
                  <a:lnTo>
                    <a:pt x="157489" y="541290"/>
                  </a:lnTo>
                  <a:lnTo>
                    <a:pt x="158492" y="533780"/>
                  </a:lnTo>
                  <a:lnTo>
                    <a:pt x="159996" y="547798"/>
                  </a:lnTo>
                  <a:lnTo>
                    <a:pt x="160999" y="557310"/>
                  </a:lnTo>
                  <a:lnTo>
                    <a:pt x="162002" y="550802"/>
                  </a:lnTo>
                  <a:lnTo>
                    <a:pt x="163005" y="524268"/>
                  </a:lnTo>
                  <a:lnTo>
                    <a:pt x="164509" y="555307"/>
                  </a:lnTo>
                  <a:lnTo>
                    <a:pt x="165512" y="550802"/>
                  </a:lnTo>
                  <a:lnTo>
                    <a:pt x="166515" y="544794"/>
                  </a:lnTo>
                  <a:lnTo>
                    <a:pt x="168019" y="539287"/>
                  </a:lnTo>
                  <a:lnTo>
                    <a:pt x="169022" y="541290"/>
                  </a:lnTo>
                  <a:lnTo>
                    <a:pt x="170025" y="556308"/>
                  </a:lnTo>
                  <a:lnTo>
                    <a:pt x="171529" y="538787"/>
                  </a:lnTo>
                  <a:lnTo>
                    <a:pt x="172532" y="542291"/>
                  </a:lnTo>
                  <a:lnTo>
                    <a:pt x="173535" y="560814"/>
                  </a:lnTo>
                  <a:lnTo>
                    <a:pt x="175039" y="549300"/>
                  </a:lnTo>
                  <a:lnTo>
                    <a:pt x="176042" y="556308"/>
                  </a:lnTo>
                  <a:lnTo>
                    <a:pt x="177045" y="552804"/>
                  </a:lnTo>
                  <a:lnTo>
                    <a:pt x="178048" y="552804"/>
                  </a:lnTo>
                  <a:lnTo>
                    <a:pt x="179553" y="552804"/>
                  </a:lnTo>
                  <a:lnTo>
                    <a:pt x="180555" y="548799"/>
                  </a:lnTo>
                  <a:lnTo>
                    <a:pt x="181558" y="549800"/>
                  </a:lnTo>
                  <a:lnTo>
                    <a:pt x="183063" y="552804"/>
                  </a:lnTo>
                  <a:lnTo>
                    <a:pt x="184066" y="548799"/>
                  </a:lnTo>
                  <a:lnTo>
                    <a:pt x="185069" y="561815"/>
                  </a:lnTo>
                  <a:lnTo>
                    <a:pt x="186573" y="545795"/>
                  </a:lnTo>
                  <a:lnTo>
                    <a:pt x="187576" y="545795"/>
                  </a:lnTo>
                  <a:lnTo>
                    <a:pt x="188579" y="555307"/>
                  </a:lnTo>
                  <a:lnTo>
                    <a:pt x="190083" y="557310"/>
                  </a:lnTo>
                  <a:lnTo>
                    <a:pt x="191086" y="565320"/>
                  </a:lnTo>
                  <a:lnTo>
                    <a:pt x="192089" y="559813"/>
                  </a:lnTo>
                  <a:lnTo>
                    <a:pt x="193593" y="542792"/>
                  </a:lnTo>
                  <a:lnTo>
                    <a:pt x="194596" y="561815"/>
                  </a:lnTo>
                  <a:lnTo>
                    <a:pt x="195599" y="538787"/>
                  </a:lnTo>
                  <a:lnTo>
                    <a:pt x="196602" y="563818"/>
                  </a:lnTo>
                  <a:lnTo>
                    <a:pt x="198106" y="557310"/>
                  </a:lnTo>
                  <a:lnTo>
                    <a:pt x="199109" y="549800"/>
                  </a:lnTo>
                  <a:lnTo>
                    <a:pt x="200112" y="552303"/>
                  </a:lnTo>
                  <a:lnTo>
                    <a:pt x="201616" y="556308"/>
                  </a:lnTo>
                  <a:lnTo>
                    <a:pt x="202619" y="553305"/>
                  </a:lnTo>
                  <a:lnTo>
                    <a:pt x="203622" y="571848"/>
                  </a:lnTo>
                  <a:lnTo>
                    <a:pt x="205127" y="565820"/>
                  </a:lnTo>
                  <a:lnTo>
                    <a:pt x="206129" y="567823"/>
                  </a:lnTo>
                  <a:lnTo>
                    <a:pt x="207132" y="563317"/>
                  </a:lnTo>
                  <a:lnTo>
                    <a:pt x="208637" y="559813"/>
                  </a:lnTo>
                  <a:lnTo>
                    <a:pt x="209640" y="560314"/>
                  </a:lnTo>
                  <a:lnTo>
                    <a:pt x="210643" y="562316"/>
                  </a:lnTo>
                  <a:lnTo>
                    <a:pt x="211645" y="553305"/>
                  </a:lnTo>
                  <a:lnTo>
                    <a:pt x="213150" y="555307"/>
                  </a:lnTo>
                  <a:lnTo>
                    <a:pt x="214153" y="553805"/>
                  </a:lnTo>
                  <a:lnTo>
                    <a:pt x="215169" y="571347"/>
                  </a:lnTo>
                  <a:lnTo>
                    <a:pt x="216673" y="571848"/>
                  </a:lnTo>
                  <a:lnTo>
                    <a:pt x="217676" y="558311"/>
                  </a:lnTo>
                  <a:lnTo>
                    <a:pt x="218679" y="556809"/>
                  </a:lnTo>
                  <a:lnTo>
                    <a:pt x="220183" y="564819"/>
                  </a:lnTo>
                  <a:lnTo>
                    <a:pt x="221186" y="569825"/>
                  </a:lnTo>
                  <a:lnTo>
                    <a:pt x="222189" y="569825"/>
                  </a:lnTo>
                  <a:lnTo>
                    <a:pt x="223694" y="572349"/>
                  </a:lnTo>
                  <a:lnTo>
                    <a:pt x="224697" y="556308"/>
                  </a:lnTo>
                  <a:lnTo>
                    <a:pt x="225699" y="567322"/>
                  </a:lnTo>
                  <a:lnTo>
                    <a:pt x="226702" y="561315"/>
                  </a:lnTo>
                  <a:lnTo>
                    <a:pt x="228207" y="561815"/>
                  </a:lnTo>
                  <a:lnTo>
                    <a:pt x="229210" y="559312"/>
                  </a:lnTo>
                  <a:lnTo>
                    <a:pt x="230213" y="567322"/>
                  </a:lnTo>
                  <a:lnTo>
                    <a:pt x="231717" y="555808"/>
                  </a:lnTo>
                  <a:lnTo>
                    <a:pt x="232720" y="573350"/>
                  </a:lnTo>
                  <a:lnTo>
                    <a:pt x="233723" y="550301"/>
                  </a:lnTo>
                  <a:lnTo>
                    <a:pt x="235227" y="572849"/>
                  </a:lnTo>
                  <a:lnTo>
                    <a:pt x="236230" y="558812"/>
                  </a:lnTo>
                  <a:lnTo>
                    <a:pt x="237233" y="572349"/>
                  </a:lnTo>
                  <a:lnTo>
                    <a:pt x="238737" y="559813"/>
                  </a:lnTo>
                  <a:lnTo>
                    <a:pt x="239740" y="564819"/>
                  </a:lnTo>
                  <a:lnTo>
                    <a:pt x="240743" y="552804"/>
                  </a:lnTo>
                  <a:lnTo>
                    <a:pt x="241746" y="548799"/>
                  </a:lnTo>
                  <a:lnTo>
                    <a:pt x="243250" y="548298"/>
                  </a:lnTo>
                  <a:lnTo>
                    <a:pt x="244253" y="540288"/>
                  </a:lnTo>
                  <a:lnTo>
                    <a:pt x="245256" y="541290"/>
                  </a:lnTo>
                  <a:lnTo>
                    <a:pt x="246760" y="521765"/>
                  </a:lnTo>
                  <a:lnTo>
                    <a:pt x="247763" y="518762"/>
                  </a:lnTo>
                  <a:lnTo>
                    <a:pt x="250271" y="479199"/>
                  </a:lnTo>
                  <a:lnTo>
                    <a:pt x="253781" y="458172"/>
                  </a:lnTo>
                  <a:lnTo>
                    <a:pt x="254784" y="452165"/>
                  </a:lnTo>
                  <a:lnTo>
                    <a:pt x="255787" y="442653"/>
                  </a:lnTo>
                  <a:lnTo>
                    <a:pt x="256789" y="442152"/>
                  </a:lnTo>
                  <a:lnTo>
                    <a:pt x="258294" y="446157"/>
                  </a:lnTo>
                  <a:lnTo>
                    <a:pt x="259297" y="432140"/>
                  </a:lnTo>
                  <a:lnTo>
                    <a:pt x="260300" y="430638"/>
                  </a:lnTo>
                  <a:lnTo>
                    <a:pt x="261804" y="435644"/>
                  </a:lnTo>
                  <a:lnTo>
                    <a:pt x="262807" y="440651"/>
                  </a:lnTo>
                  <a:lnTo>
                    <a:pt x="263810" y="434643"/>
                  </a:lnTo>
                  <a:lnTo>
                    <a:pt x="265314" y="430638"/>
                  </a:lnTo>
                  <a:lnTo>
                    <a:pt x="266317" y="451664"/>
                  </a:lnTo>
                  <a:lnTo>
                    <a:pt x="267320" y="442152"/>
                  </a:lnTo>
                  <a:lnTo>
                    <a:pt x="268824" y="442152"/>
                  </a:lnTo>
                  <a:lnTo>
                    <a:pt x="269827" y="465181"/>
                  </a:lnTo>
                  <a:lnTo>
                    <a:pt x="270830" y="466683"/>
                  </a:lnTo>
                  <a:lnTo>
                    <a:pt x="271833" y="488210"/>
                  </a:lnTo>
                  <a:lnTo>
                    <a:pt x="273337" y="503242"/>
                  </a:lnTo>
                  <a:lnTo>
                    <a:pt x="274340" y="526772"/>
                  </a:lnTo>
                  <a:lnTo>
                    <a:pt x="275343" y="534782"/>
                  </a:lnTo>
                  <a:lnTo>
                    <a:pt x="276848" y="535282"/>
                  </a:lnTo>
                  <a:lnTo>
                    <a:pt x="277850" y="543793"/>
                  </a:lnTo>
                  <a:lnTo>
                    <a:pt x="278853" y="557310"/>
                  </a:lnTo>
                  <a:lnTo>
                    <a:pt x="280358" y="577355"/>
                  </a:lnTo>
                  <a:lnTo>
                    <a:pt x="281361" y="566321"/>
                  </a:lnTo>
                  <a:lnTo>
                    <a:pt x="282363" y="562817"/>
                  </a:lnTo>
                  <a:lnTo>
                    <a:pt x="283868" y="579357"/>
                  </a:lnTo>
                  <a:lnTo>
                    <a:pt x="284871" y="564819"/>
                  </a:lnTo>
                  <a:lnTo>
                    <a:pt x="285874" y="568324"/>
                  </a:lnTo>
                  <a:lnTo>
                    <a:pt x="286877" y="586867"/>
                  </a:lnTo>
                  <a:lnTo>
                    <a:pt x="288381" y="564319"/>
                  </a:lnTo>
                  <a:lnTo>
                    <a:pt x="289384" y="575352"/>
                  </a:lnTo>
                  <a:lnTo>
                    <a:pt x="290387" y="586366"/>
                  </a:lnTo>
                  <a:lnTo>
                    <a:pt x="291891" y="582361"/>
                  </a:lnTo>
                  <a:lnTo>
                    <a:pt x="292894" y="581360"/>
                  </a:lnTo>
                  <a:lnTo>
                    <a:pt x="293897" y="586366"/>
                  </a:lnTo>
                  <a:lnTo>
                    <a:pt x="295401" y="567823"/>
                  </a:lnTo>
                  <a:lnTo>
                    <a:pt x="296404" y="565820"/>
                  </a:lnTo>
                  <a:lnTo>
                    <a:pt x="297407" y="576354"/>
                  </a:lnTo>
                  <a:lnTo>
                    <a:pt x="298911" y="581360"/>
                  </a:lnTo>
                  <a:lnTo>
                    <a:pt x="299914" y="583362"/>
                  </a:lnTo>
                  <a:lnTo>
                    <a:pt x="300917" y="566822"/>
                  </a:lnTo>
                  <a:lnTo>
                    <a:pt x="301920" y="578857"/>
                  </a:lnTo>
                  <a:lnTo>
                    <a:pt x="303424" y="592374"/>
                  </a:lnTo>
                  <a:lnTo>
                    <a:pt x="304427" y="582361"/>
                  </a:lnTo>
                  <a:lnTo>
                    <a:pt x="305430" y="577855"/>
                  </a:lnTo>
                  <a:lnTo>
                    <a:pt x="306935" y="589370"/>
                  </a:lnTo>
                  <a:lnTo>
                    <a:pt x="307938" y="581360"/>
                  </a:lnTo>
                  <a:lnTo>
                    <a:pt x="308940" y="583863"/>
                  </a:lnTo>
                  <a:lnTo>
                    <a:pt x="310445" y="589370"/>
                  </a:lnTo>
                  <a:lnTo>
                    <a:pt x="311448" y="588869"/>
                  </a:lnTo>
                  <a:lnTo>
                    <a:pt x="312451" y="584364"/>
                  </a:lnTo>
                  <a:lnTo>
                    <a:pt x="313955" y="583362"/>
                  </a:lnTo>
                  <a:lnTo>
                    <a:pt x="314958" y="579357"/>
                  </a:lnTo>
                  <a:lnTo>
                    <a:pt x="315961" y="569325"/>
                  </a:lnTo>
                  <a:lnTo>
                    <a:pt x="317465" y="586366"/>
                  </a:lnTo>
                  <a:lnTo>
                    <a:pt x="318468" y="594376"/>
                  </a:lnTo>
                  <a:lnTo>
                    <a:pt x="319471" y="573850"/>
                  </a:lnTo>
                  <a:lnTo>
                    <a:pt x="320487" y="578857"/>
                  </a:lnTo>
                  <a:lnTo>
                    <a:pt x="321992" y="573850"/>
                  </a:lnTo>
                  <a:lnTo>
                    <a:pt x="322994" y="581860"/>
                  </a:lnTo>
                  <a:lnTo>
                    <a:pt x="323997" y="587868"/>
                  </a:lnTo>
                  <a:lnTo>
                    <a:pt x="325502" y="590872"/>
                  </a:lnTo>
                  <a:lnTo>
                    <a:pt x="326505" y="583362"/>
                  </a:lnTo>
                  <a:lnTo>
                    <a:pt x="327507" y="584864"/>
                  </a:lnTo>
                  <a:lnTo>
                    <a:pt x="329012" y="578857"/>
                  </a:lnTo>
                  <a:lnTo>
                    <a:pt x="330015" y="591372"/>
                  </a:lnTo>
                  <a:lnTo>
                    <a:pt x="331018" y="580359"/>
                  </a:lnTo>
                  <a:lnTo>
                    <a:pt x="332522" y="585365"/>
                  </a:lnTo>
                  <a:lnTo>
                    <a:pt x="333525" y="574852"/>
                  </a:lnTo>
                  <a:lnTo>
                    <a:pt x="334528" y="597380"/>
                  </a:lnTo>
                  <a:lnTo>
                    <a:pt x="335531" y="573350"/>
                  </a:lnTo>
                  <a:lnTo>
                    <a:pt x="337035" y="583362"/>
                  </a:lnTo>
                  <a:lnTo>
                    <a:pt x="338038" y="601885"/>
                  </a:lnTo>
                  <a:lnTo>
                    <a:pt x="339041" y="599883"/>
                  </a:lnTo>
                  <a:lnTo>
                    <a:pt x="340545" y="590371"/>
                  </a:lnTo>
                  <a:lnTo>
                    <a:pt x="341548" y="568324"/>
                  </a:lnTo>
                  <a:lnTo>
                    <a:pt x="342551" y="585365"/>
                  </a:lnTo>
                  <a:lnTo>
                    <a:pt x="344055" y="574351"/>
                  </a:lnTo>
                  <a:lnTo>
                    <a:pt x="345058" y="591873"/>
                  </a:lnTo>
                  <a:lnTo>
                    <a:pt x="346061" y="578356"/>
                  </a:lnTo>
                  <a:lnTo>
                    <a:pt x="347566" y="585365"/>
                  </a:lnTo>
                  <a:lnTo>
                    <a:pt x="348568" y="583863"/>
                  </a:lnTo>
                  <a:lnTo>
                    <a:pt x="349571" y="588369"/>
                  </a:lnTo>
                  <a:lnTo>
                    <a:pt x="350574" y="587868"/>
                  </a:lnTo>
                  <a:lnTo>
                    <a:pt x="352079" y="592874"/>
                  </a:lnTo>
                  <a:lnTo>
                    <a:pt x="353082" y="595377"/>
                  </a:lnTo>
                  <a:lnTo>
                    <a:pt x="354084" y="580359"/>
                  </a:lnTo>
                  <a:lnTo>
                    <a:pt x="355589" y="610396"/>
                  </a:lnTo>
                  <a:lnTo>
                    <a:pt x="356592" y="579357"/>
                  </a:lnTo>
                  <a:lnTo>
                    <a:pt x="357595" y="582862"/>
                  </a:lnTo>
                  <a:lnTo>
                    <a:pt x="359099" y="580859"/>
                  </a:lnTo>
                  <a:lnTo>
                    <a:pt x="360102" y="579357"/>
                  </a:lnTo>
                  <a:lnTo>
                    <a:pt x="361105" y="582862"/>
                  </a:lnTo>
                  <a:lnTo>
                    <a:pt x="362609" y="593375"/>
                  </a:lnTo>
                  <a:lnTo>
                    <a:pt x="363612" y="576354"/>
                  </a:lnTo>
                  <a:lnTo>
                    <a:pt x="364615" y="587367"/>
                  </a:lnTo>
                  <a:lnTo>
                    <a:pt x="365618" y="573850"/>
                  </a:lnTo>
                  <a:lnTo>
                    <a:pt x="367122" y="590371"/>
                  </a:lnTo>
                  <a:lnTo>
                    <a:pt x="368125" y="592374"/>
                  </a:lnTo>
                  <a:lnTo>
                    <a:pt x="369128" y="575853"/>
                  </a:lnTo>
                  <a:lnTo>
                    <a:pt x="370632" y="597380"/>
                  </a:lnTo>
                  <a:lnTo>
                    <a:pt x="371635" y="587868"/>
                  </a:lnTo>
                  <a:lnTo>
                    <a:pt x="372638" y="595377"/>
                  </a:lnTo>
                  <a:lnTo>
                    <a:pt x="374142" y="592874"/>
                  </a:lnTo>
                  <a:lnTo>
                    <a:pt x="375145" y="592874"/>
                  </a:lnTo>
                  <a:lnTo>
                    <a:pt x="376148" y="589370"/>
                  </a:lnTo>
                  <a:lnTo>
                    <a:pt x="377653" y="582862"/>
                  </a:lnTo>
                  <a:lnTo>
                    <a:pt x="378656" y="589370"/>
                  </a:lnTo>
                  <a:lnTo>
                    <a:pt x="379658" y="591372"/>
                  </a:lnTo>
                  <a:lnTo>
                    <a:pt x="380661" y="608894"/>
                  </a:lnTo>
                  <a:lnTo>
                    <a:pt x="382166" y="608894"/>
                  </a:lnTo>
                  <a:lnTo>
                    <a:pt x="383169" y="580859"/>
                  </a:lnTo>
                  <a:lnTo>
                    <a:pt x="384171" y="580859"/>
                  </a:lnTo>
                  <a:lnTo>
                    <a:pt x="385676" y="581860"/>
                  </a:lnTo>
                  <a:lnTo>
                    <a:pt x="386679" y="595878"/>
                  </a:lnTo>
                  <a:lnTo>
                    <a:pt x="387682" y="582862"/>
                  </a:lnTo>
                  <a:lnTo>
                    <a:pt x="389186" y="596879"/>
                  </a:lnTo>
                  <a:lnTo>
                    <a:pt x="390189" y="594376"/>
                  </a:lnTo>
                  <a:lnTo>
                    <a:pt x="391192" y="596879"/>
                  </a:lnTo>
                  <a:lnTo>
                    <a:pt x="392696" y="586366"/>
                  </a:lnTo>
                  <a:lnTo>
                    <a:pt x="393699" y="595878"/>
                  </a:lnTo>
                  <a:lnTo>
                    <a:pt x="394702" y="596879"/>
                  </a:lnTo>
                  <a:lnTo>
                    <a:pt x="395705" y="593375"/>
                  </a:lnTo>
                  <a:lnTo>
                    <a:pt x="397209" y="589370"/>
                  </a:lnTo>
                  <a:lnTo>
                    <a:pt x="398212" y="582862"/>
                  </a:lnTo>
                  <a:lnTo>
                    <a:pt x="399215" y="589370"/>
                  </a:lnTo>
                  <a:lnTo>
                    <a:pt x="400719" y="588369"/>
                  </a:lnTo>
                  <a:lnTo>
                    <a:pt x="401722" y="593875"/>
                  </a:lnTo>
                  <a:lnTo>
                    <a:pt x="402725" y="591873"/>
                  </a:lnTo>
                  <a:lnTo>
                    <a:pt x="404230" y="592874"/>
                  </a:lnTo>
                  <a:lnTo>
                    <a:pt x="405232" y="582862"/>
                  </a:lnTo>
                  <a:lnTo>
                    <a:pt x="406235" y="574351"/>
                  </a:lnTo>
                  <a:lnTo>
                    <a:pt x="407740" y="592874"/>
                  </a:lnTo>
                  <a:lnTo>
                    <a:pt x="408743" y="605890"/>
                  </a:lnTo>
                  <a:lnTo>
                    <a:pt x="409746" y="574351"/>
                  </a:lnTo>
                  <a:lnTo>
                    <a:pt x="410748" y="594877"/>
                  </a:lnTo>
                  <a:lnTo>
                    <a:pt x="412253" y="582862"/>
                  </a:lnTo>
                  <a:lnTo>
                    <a:pt x="413256" y="597880"/>
                  </a:lnTo>
                  <a:lnTo>
                    <a:pt x="414259" y="591873"/>
                  </a:lnTo>
                  <a:lnTo>
                    <a:pt x="415763" y="592874"/>
                  </a:lnTo>
                  <a:lnTo>
                    <a:pt x="416766" y="595377"/>
                  </a:lnTo>
                  <a:lnTo>
                    <a:pt x="417769" y="590872"/>
                  </a:lnTo>
                  <a:lnTo>
                    <a:pt x="419273" y="585365"/>
                  </a:lnTo>
                  <a:lnTo>
                    <a:pt x="420276" y="596379"/>
                  </a:lnTo>
                  <a:lnTo>
                    <a:pt x="421279" y="584364"/>
                  </a:lnTo>
                  <a:lnTo>
                    <a:pt x="422783" y="571347"/>
                  </a:lnTo>
                  <a:lnTo>
                    <a:pt x="423786" y="599382"/>
                  </a:lnTo>
                  <a:lnTo>
                    <a:pt x="424789" y="591873"/>
                  </a:lnTo>
                  <a:lnTo>
                    <a:pt x="425792" y="579357"/>
                  </a:lnTo>
                  <a:lnTo>
                    <a:pt x="427316" y="598882"/>
                  </a:lnTo>
                  <a:lnTo>
                    <a:pt x="428319" y="588369"/>
                  </a:lnTo>
                  <a:lnTo>
                    <a:pt x="429322" y="590371"/>
                  </a:lnTo>
                  <a:lnTo>
                    <a:pt x="430827" y="596379"/>
                  </a:lnTo>
                  <a:lnTo>
                    <a:pt x="431829" y="577355"/>
                  </a:lnTo>
                  <a:lnTo>
                    <a:pt x="432832" y="592374"/>
                  </a:lnTo>
                  <a:lnTo>
                    <a:pt x="434337" y="602887"/>
                  </a:lnTo>
                  <a:lnTo>
                    <a:pt x="435340" y="585365"/>
                  </a:lnTo>
                  <a:lnTo>
                    <a:pt x="436343" y="596879"/>
                  </a:lnTo>
                  <a:lnTo>
                    <a:pt x="437847" y="590872"/>
                  </a:lnTo>
                  <a:lnTo>
                    <a:pt x="438850" y="579357"/>
                  </a:lnTo>
                  <a:lnTo>
                    <a:pt x="439853" y="571848"/>
                  </a:lnTo>
                  <a:lnTo>
                    <a:pt x="441357" y="582361"/>
                  </a:lnTo>
                  <a:lnTo>
                    <a:pt x="442360" y="591372"/>
                  </a:lnTo>
                  <a:lnTo>
                    <a:pt x="443363" y="575352"/>
                  </a:lnTo>
                  <a:lnTo>
                    <a:pt x="444366" y="589370"/>
                  </a:lnTo>
                  <a:lnTo>
                    <a:pt x="445870" y="589370"/>
                  </a:lnTo>
                  <a:lnTo>
                    <a:pt x="446873" y="573850"/>
                  </a:lnTo>
                  <a:lnTo>
                    <a:pt x="447876" y="581360"/>
                  </a:lnTo>
                  <a:lnTo>
                    <a:pt x="449380" y="594376"/>
                  </a:lnTo>
                  <a:lnTo>
                    <a:pt x="450383" y="589370"/>
                  </a:lnTo>
                  <a:lnTo>
                    <a:pt x="451386" y="584364"/>
                  </a:lnTo>
                  <a:lnTo>
                    <a:pt x="452890" y="588369"/>
                  </a:lnTo>
                  <a:lnTo>
                    <a:pt x="453893" y="586867"/>
                  </a:lnTo>
                  <a:lnTo>
                    <a:pt x="454896" y="603888"/>
                  </a:lnTo>
                  <a:lnTo>
                    <a:pt x="456401" y="592374"/>
                  </a:lnTo>
                  <a:lnTo>
                    <a:pt x="457403" y="589370"/>
                  </a:lnTo>
                  <a:lnTo>
                    <a:pt x="458406" y="580859"/>
                  </a:lnTo>
                  <a:lnTo>
                    <a:pt x="459409" y="594376"/>
                  </a:lnTo>
                  <a:lnTo>
                    <a:pt x="460914" y="583863"/>
                  </a:lnTo>
                  <a:lnTo>
                    <a:pt x="461917" y="593875"/>
                  </a:lnTo>
                  <a:lnTo>
                    <a:pt x="462919" y="571848"/>
                  </a:lnTo>
                  <a:lnTo>
                    <a:pt x="464424" y="603387"/>
                  </a:lnTo>
                  <a:lnTo>
                    <a:pt x="465427" y="579357"/>
                  </a:lnTo>
                  <a:lnTo>
                    <a:pt x="466430" y="584864"/>
                  </a:lnTo>
                  <a:lnTo>
                    <a:pt x="467934" y="588869"/>
                  </a:lnTo>
                  <a:lnTo>
                    <a:pt x="468937" y="577855"/>
                  </a:lnTo>
                  <a:lnTo>
                    <a:pt x="469940" y="580859"/>
                  </a:lnTo>
                  <a:lnTo>
                    <a:pt x="471444" y="597880"/>
                  </a:lnTo>
                  <a:lnTo>
                    <a:pt x="472447" y="593375"/>
                  </a:lnTo>
                  <a:lnTo>
                    <a:pt x="473450" y="585365"/>
                  </a:lnTo>
                  <a:lnTo>
                    <a:pt x="474453" y="586867"/>
                  </a:lnTo>
                  <a:lnTo>
                    <a:pt x="475957" y="574852"/>
                  </a:lnTo>
                  <a:lnTo>
                    <a:pt x="476960" y="579357"/>
                  </a:lnTo>
                  <a:lnTo>
                    <a:pt x="477963" y="586867"/>
                  </a:lnTo>
                  <a:lnTo>
                    <a:pt x="479467" y="581360"/>
                  </a:lnTo>
                  <a:lnTo>
                    <a:pt x="480470" y="575352"/>
                  </a:lnTo>
                  <a:lnTo>
                    <a:pt x="481473" y="594877"/>
                  </a:lnTo>
                  <a:lnTo>
                    <a:pt x="482977" y="591873"/>
                  </a:lnTo>
                  <a:lnTo>
                    <a:pt x="483980" y="578857"/>
                  </a:lnTo>
                  <a:lnTo>
                    <a:pt x="484983" y="585365"/>
                  </a:lnTo>
                  <a:lnTo>
                    <a:pt x="486488" y="573850"/>
                  </a:lnTo>
                  <a:lnTo>
                    <a:pt x="487491" y="587868"/>
                  </a:lnTo>
                  <a:lnTo>
                    <a:pt x="488493" y="586867"/>
                  </a:lnTo>
                  <a:lnTo>
                    <a:pt x="489496" y="585365"/>
                  </a:lnTo>
                  <a:lnTo>
                    <a:pt x="491001" y="588369"/>
                  </a:lnTo>
                  <a:lnTo>
                    <a:pt x="492004" y="592874"/>
                  </a:lnTo>
                  <a:lnTo>
                    <a:pt x="493007" y="590371"/>
                  </a:lnTo>
                  <a:lnTo>
                    <a:pt x="494511" y="583863"/>
                  </a:lnTo>
                  <a:lnTo>
                    <a:pt x="495514" y="585865"/>
                  </a:lnTo>
                  <a:lnTo>
                    <a:pt x="496517" y="600384"/>
                  </a:lnTo>
                  <a:lnTo>
                    <a:pt x="498021" y="580359"/>
                  </a:lnTo>
                  <a:lnTo>
                    <a:pt x="499024" y="589370"/>
                  </a:lnTo>
                  <a:lnTo>
                    <a:pt x="500027" y="604889"/>
                  </a:lnTo>
                  <a:lnTo>
                    <a:pt x="501531" y="596379"/>
                  </a:lnTo>
                  <a:lnTo>
                    <a:pt x="502534" y="580859"/>
                  </a:lnTo>
                  <a:lnTo>
                    <a:pt x="503537" y="590371"/>
                  </a:lnTo>
                  <a:lnTo>
                    <a:pt x="504540" y="581860"/>
                  </a:lnTo>
                  <a:lnTo>
                    <a:pt x="506044" y="588869"/>
                  </a:lnTo>
                  <a:lnTo>
                    <a:pt x="507047" y="581360"/>
                  </a:lnTo>
                  <a:lnTo>
                    <a:pt x="508050" y="586366"/>
                  </a:lnTo>
                  <a:lnTo>
                    <a:pt x="509554" y="581860"/>
                  </a:lnTo>
                  <a:lnTo>
                    <a:pt x="510557" y="579858"/>
                  </a:lnTo>
                  <a:lnTo>
                    <a:pt x="511560" y="587868"/>
                  </a:lnTo>
                  <a:lnTo>
                    <a:pt x="513065" y="578857"/>
                  </a:lnTo>
                  <a:lnTo>
                    <a:pt x="514067" y="569825"/>
                  </a:lnTo>
                  <a:lnTo>
                    <a:pt x="515070" y="592874"/>
                  </a:lnTo>
                  <a:lnTo>
                    <a:pt x="516575" y="584364"/>
                  </a:lnTo>
                  <a:lnTo>
                    <a:pt x="517578" y="587868"/>
                  </a:lnTo>
                  <a:lnTo>
                    <a:pt x="518581" y="582862"/>
                  </a:lnTo>
                  <a:lnTo>
                    <a:pt x="519583" y="582361"/>
                  </a:lnTo>
                  <a:lnTo>
                    <a:pt x="521088" y="583863"/>
                  </a:lnTo>
                  <a:lnTo>
                    <a:pt x="522091" y="581860"/>
                  </a:lnTo>
                  <a:lnTo>
                    <a:pt x="523094" y="586366"/>
                  </a:lnTo>
                  <a:lnTo>
                    <a:pt x="524598" y="583863"/>
                  </a:lnTo>
                  <a:lnTo>
                    <a:pt x="525601" y="577855"/>
                  </a:lnTo>
                  <a:lnTo>
                    <a:pt x="526604" y="569325"/>
                  </a:lnTo>
                  <a:lnTo>
                    <a:pt x="528108" y="587868"/>
                  </a:lnTo>
                  <a:lnTo>
                    <a:pt x="529111" y="588369"/>
                  </a:lnTo>
                  <a:lnTo>
                    <a:pt x="530114" y="589370"/>
                  </a:lnTo>
                  <a:lnTo>
                    <a:pt x="531618" y="578356"/>
                  </a:lnTo>
                  <a:lnTo>
                    <a:pt x="532641" y="581360"/>
                  </a:lnTo>
                  <a:lnTo>
                    <a:pt x="533644" y="577355"/>
                  </a:lnTo>
                  <a:lnTo>
                    <a:pt x="534647" y="573850"/>
                  </a:lnTo>
                  <a:lnTo>
                    <a:pt x="536151" y="575352"/>
                  </a:lnTo>
                  <a:lnTo>
                    <a:pt x="537154" y="582361"/>
                  </a:lnTo>
                  <a:lnTo>
                    <a:pt x="538157" y="574852"/>
                  </a:lnTo>
                  <a:lnTo>
                    <a:pt x="539662" y="573350"/>
                  </a:lnTo>
                  <a:lnTo>
                    <a:pt x="540664" y="572849"/>
                  </a:lnTo>
                  <a:lnTo>
                    <a:pt x="541667" y="592374"/>
                  </a:lnTo>
                  <a:lnTo>
                    <a:pt x="543172" y="574852"/>
                  </a:lnTo>
                  <a:lnTo>
                    <a:pt x="544175" y="579858"/>
                  </a:lnTo>
                  <a:lnTo>
                    <a:pt x="545178" y="585865"/>
                  </a:lnTo>
                  <a:lnTo>
                    <a:pt x="546682" y="589370"/>
                  </a:lnTo>
                  <a:lnTo>
                    <a:pt x="547685" y="576354"/>
                  </a:lnTo>
                  <a:lnTo>
                    <a:pt x="548688" y="571848"/>
                  </a:lnTo>
                  <a:lnTo>
                    <a:pt x="550192" y="591372"/>
                  </a:lnTo>
                  <a:lnTo>
                    <a:pt x="551195" y="581360"/>
                  </a:lnTo>
                  <a:lnTo>
                    <a:pt x="552198" y="587367"/>
                  </a:lnTo>
                  <a:lnTo>
                    <a:pt x="553201" y="585365"/>
                  </a:lnTo>
                  <a:lnTo>
                    <a:pt x="554705" y="590872"/>
                  </a:lnTo>
                  <a:lnTo>
                    <a:pt x="555708" y="568824"/>
                  </a:lnTo>
                  <a:lnTo>
                    <a:pt x="556711" y="571848"/>
                  </a:lnTo>
                  <a:lnTo>
                    <a:pt x="558215" y="573850"/>
                  </a:lnTo>
                  <a:lnTo>
                    <a:pt x="559218" y="571848"/>
                  </a:lnTo>
                  <a:lnTo>
                    <a:pt x="560221" y="573850"/>
                  </a:lnTo>
                  <a:lnTo>
                    <a:pt x="561725" y="558311"/>
                  </a:lnTo>
                  <a:lnTo>
                    <a:pt x="562728" y="589870"/>
                  </a:lnTo>
                  <a:lnTo>
                    <a:pt x="563731" y="582862"/>
                  </a:lnTo>
                  <a:lnTo>
                    <a:pt x="565236" y="578356"/>
                  </a:lnTo>
                  <a:lnTo>
                    <a:pt x="566238" y="577355"/>
                  </a:lnTo>
                  <a:lnTo>
                    <a:pt x="567241" y="579858"/>
                  </a:lnTo>
                  <a:lnTo>
                    <a:pt x="568244" y="585865"/>
                  </a:lnTo>
                  <a:lnTo>
                    <a:pt x="569749" y="573350"/>
                  </a:lnTo>
                  <a:lnTo>
                    <a:pt x="570752" y="577355"/>
                  </a:lnTo>
                  <a:lnTo>
                    <a:pt x="571754" y="588869"/>
                  </a:lnTo>
                  <a:lnTo>
                    <a:pt x="573259" y="579858"/>
                  </a:lnTo>
                  <a:lnTo>
                    <a:pt x="574262" y="575853"/>
                  </a:lnTo>
                  <a:lnTo>
                    <a:pt x="575265" y="589370"/>
                  </a:lnTo>
                  <a:lnTo>
                    <a:pt x="576769" y="566321"/>
                  </a:lnTo>
                  <a:lnTo>
                    <a:pt x="577772" y="573850"/>
                  </a:lnTo>
                  <a:lnTo>
                    <a:pt x="578775" y="576354"/>
                  </a:lnTo>
                  <a:lnTo>
                    <a:pt x="580279" y="585365"/>
                  </a:lnTo>
                  <a:lnTo>
                    <a:pt x="581282" y="596379"/>
                  </a:lnTo>
                  <a:lnTo>
                    <a:pt x="582285" y="559813"/>
                  </a:lnTo>
                  <a:lnTo>
                    <a:pt x="583288" y="587868"/>
                  </a:lnTo>
                  <a:lnTo>
                    <a:pt x="584792" y="572849"/>
                  </a:lnTo>
                  <a:lnTo>
                    <a:pt x="585795" y="577355"/>
                  </a:lnTo>
                  <a:lnTo>
                    <a:pt x="586798" y="577355"/>
                  </a:lnTo>
                  <a:lnTo>
                    <a:pt x="588302" y="577855"/>
                  </a:lnTo>
                  <a:lnTo>
                    <a:pt x="589305" y="582862"/>
                  </a:lnTo>
                  <a:lnTo>
                    <a:pt x="590308" y="572349"/>
                  </a:lnTo>
                  <a:lnTo>
                    <a:pt x="591813" y="580359"/>
                  </a:lnTo>
                  <a:lnTo>
                    <a:pt x="592815" y="585865"/>
                  </a:lnTo>
                  <a:lnTo>
                    <a:pt x="593818" y="578857"/>
                  </a:lnTo>
                  <a:lnTo>
                    <a:pt x="595323" y="577355"/>
                  </a:lnTo>
                  <a:lnTo>
                    <a:pt x="596326" y="587868"/>
                  </a:lnTo>
                  <a:lnTo>
                    <a:pt x="597328" y="581360"/>
                  </a:lnTo>
                  <a:lnTo>
                    <a:pt x="598331" y="585865"/>
                  </a:lnTo>
                  <a:lnTo>
                    <a:pt x="599836" y="581860"/>
                  </a:lnTo>
                  <a:lnTo>
                    <a:pt x="600839" y="563317"/>
                  </a:lnTo>
                  <a:lnTo>
                    <a:pt x="601842" y="571848"/>
                  </a:lnTo>
                  <a:lnTo>
                    <a:pt x="603346" y="575853"/>
                  </a:lnTo>
                  <a:lnTo>
                    <a:pt x="604349" y="566321"/>
                  </a:lnTo>
                  <a:lnTo>
                    <a:pt x="605352" y="568824"/>
                  </a:lnTo>
                  <a:lnTo>
                    <a:pt x="606856" y="595878"/>
                  </a:lnTo>
                  <a:lnTo>
                    <a:pt x="607859" y="575352"/>
                  </a:lnTo>
                  <a:lnTo>
                    <a:pt x="608862" y="573850"/>
                  </a:lnTo>
                  <a:lnTo>
                    <a:pt x="610366" y="587367"/>
                  </a:lnTo>
                  <a:lnTo>
                    <a:pt x="611369" y="580359"/>
                  </a:lnTo>
                  <a:lnTo>
                    <a:pt x="612372" y="584864"/>
                  </a:lnTo>
                  <a:lnTo>
                    <a:pt x="613375" y="577855"/>
                  </a:lnTo>
                  <a:lnTo>
                    <a:pt x="614879" y="579858"/>
                  </a:lnTo>
                  <a:lnTo>
                    <a:pt x="615882" y="582862"/>
                  </a:lnTo>
                  <a:lnTo>
                    <a:pt x="616885" y="582361"/>
                  </a:lnTo>
                  <a:lnTo>
                    <a:pt x="618389" y="567322"/>
                  </a:lnTo>
                  <a:lnTo>
                    <a:pt x="619392" y="581860"/>
                  </a:lnTo>
                  <a:lnTo>
                    <a:pt x="620395" y="574351"/>
                  </a:lnTo>
                  <a:lnTo>
                    <a:pt x="621900" y="582862"/>
                  </a:lnTo>
                  <a:lnTo>
                    <a:pt x="622902" y="581360"/>
                  </a:lnTo>
                  <a:lnTo>
                    <a:pt x="623905" y="588369"/>
                  </a:lnTo>
                  <a:lnTo>
                    <a:pt x="625410" y="571347"/>
                  </a:lnTo>
                  <a:lnTo>
                    <a:pt x="626413" y="567823"/>
                  </a:lnTo>
                  <a:lnTo>
                    <a:pt x="627416" y="575853"/>
                  </a:lnTo>
                  <a:lnTo>
                    <a:pt x="628418" y="566321"/>
                  </a:lnTo>
                  <a:lnTo>
                    <a:pt x="629923" y="566321"/>
                  </a:lnTo>
                  <a:lnTo>
                    <a:pt x="630926" y="580859"/>
                  </a:lnTo>
                  <a:lnTo>
                    <a:pt x="631929" y="583362"/>
                  </a:lnTo>
                  <a:lnTo>
                    <a:pt x="633433" y="571848"/>
                  </a:lnTo>
                  <a:lnTo>
                    <a:pt x="634436" y="569825"/>
                  </a:lnTo>
                  <a:lnTo>
                    <a:pt x="635439" y="573350"/>
                  </a:lnTo>
                  <a:lnTo>
                    <a:pt x="636943" y="581360"/>
                  </a:lnTo>
                  <a:lnTo>
                    <a:pt x="637946" y="571347"/>
                  </a:lnTo>
                  <a:lnTo>
                    <a:pt x="638962" y="573850"/>
                  </a:lnTo>
                  <a:lnTo>
                    <a:pt x="640467" y="582862"/>
                  </a:lnTo>
                  <a:lnTo>
                    <a:pt x="641470" y="573350"/>
                  </a:lnTo>
                  <a:lnTo>
                    <a:pt x="642472" y="578857"/>
                  </a:lnTo>
                  <a:lnTo>
                    <a:pt x="643475" y="583863"/>
                  </a:lnTo>
                  <a:lnTo>
                    <a:pt x="644980" y="594877"/>
                  </a:lnTo>
                  <a:lnTo>
                    <a:pt x="645983" y="585365"/>
                  </a:lnTo>
                  <a:lnTo>
                    <a:pt x="646986" y="567322"/>
                  </a:lnTo>
                  <a:lnTo>
                    <a:pt x="648490" y="571848"/>
                  </a:lnTo>
                  <a:lnTo>
                    <a:pt x="649493" y="583863"/>
                  </a:lnTo>
                  <a:lnTo>
                    <a:pt x="650496" y="572849"/>
                  </a:lnTo>
                  <a:lnTo>
                    <a:pt x="652000" y="584364"/>
                  </a:lnTo>
                  <a:lnTo>
                    <a:pt x="653003" y="571848"/>
                  </a:lnTo>
                  <a:lnTo>
                    <a:pt x="654006" y="569825"/>
                  </a:lnTo>
                  <a:lnTo>
                    <a:pt x="655510" y="579357"/>
                  </a:lnTo>
                  <a:lnTo>
                    <a:pt x="656513" y="583863"/>
                  </a:lnTo>
                  <a:lnTo>
                    <a:pt x="657516" y="571347"/>
                  </a:lnTo>
                  <a:lnTo>
                    <a:pt x="658519" y="568324"/>
                  </a:lnTo>
                  <a:lnTo>
                    <a:pt x="660023" y="589370"/>
                  </a:lnTo>
                  <a:lnTo>
                    <a:pt x="661026" y="566321"/>
                  </a:lnTo>
                  <a:lnTo>
                    <a:pt x="662029" y="579357"/>
                  </a:lnTo>
                  <a:lnTo>
                    <a:pt x="663533" y="568824"/>
                  </a:lnTo>
                  <a:lnTo>
                    <a:pt x="664536" y="586366"/>
                  </a:lnTo>
                  <a:lnTo>
                    <a:pt x="665539" y="569325"/>
                  </a:lnTo>
                  <a:lnTo>
                    <a:pt x="667044" y="576854"/>
                  </a:lnTo>
                  <a:lnTo>
                    <a:pt x="668046" y="571848"/>
                  </a:lnTo>
                  <a:lnTo>
                    <a:pt x="669049" y="572349"/>
                  </a:lnTo>
                  <a:lnTo>
                    <a:pt x="670554" y="580359"/>
                  </a:lnTo>
                  <a:lnTo>
                    <a:pt x="671557" y="573350"/>
                  </a:lnTo>
                  <a:lnTo>
                    <a:pt x="672560" y="580859"/>
                  </a:lnTo>
                  <a:lnTo>
                    <a:pt x="674064" y="590371"/>
                  </a:lnTo>
                  <a:lnTo>
                    <a:pt x="675067" y="573850"/>
                  </a:lnTo>
                  <a:lnTo>
                    <a:pt x="676070" y="575853"/>
                  </a:lnTo>
                  <a:lnTo>
                    <a:pt x="677073" y="568324"/>
                  </a:lnTo>
                  <a:lnTo>
                    <a:pt x="678577" y="578356"/>
                  </a:lnTo>
                  <a:lnTo>
                    <a:pt x="679580" y="559312"/>
                  </a:lnTo>
                  <a:lnTo>
                    <a:pt x="680583" y="596879"/>
                  </a:lnTo>
                  <a:lnTo>
                    <a:pt x="682087" y="579357"/>
                  </a:lnTo>
                  <a:lnTo>
                    <a:pt x="683090" y="585365"/>
                  </a:lnTo>
                  <a:lnTo>
                    <a:pt x="684093" y="583362"/>
                  </a:lnTo>
                  <a:lnTo>
                    <a:pt x="685597" y="585365"/>
                  </a:lnTo>
                  <a:lnTo>
                    <a:pt x="686600" y="566822"/>
                  </a:lnTo>
                  <a:lnTo>
                    <a:pt x="687603" y="566822"/>
                  </a:lnTo>
                  <a:lnTo>
                    <a:pt x="689107" y="581860"/>
                  </a:lnTo>
                  <a:lnTo>
                    <a:pt x="690110" y="579858"/>
                  </a:lnTo>
                  <a:lnTo>
                    <a:pt x="691113" y="576354"/>
                  </a:lnTo>
                  <a:lnTo>
                    <a:pt x="692116" y="579357"/>
                  </a:lnTo>
                  <a:lnTo>
                    <a:pt x="693621" y="582361"/>
                  </a:lnTo>
                  <a:lnTo>
                    <a:pt x="694623" y="578356"/>
                  </a:lnTo>
                  <a:lnTo>
                    <a:pt x="695626" y="572349"/>
                  </a:lnTo>
                  <a:lnTo>
                    <a:pt x="697131" y="591873"/>
                  </a:lnTo>
                  <a:lnTo>
                    <a:pt x="698134" y="587868"/>
                  </a:lnTo>
                  <a:lnTo>
                    <a:pt x="699136" y="573350"/>
                  </a:lnTo>
                  <a:lnTo>
                    <a:pt x="700641" y="592874"/>
                  </a:lnTo>
                  <a:lnTo>
                    <a:pt x="701644" y="578356"/>
                  </a:lnTo>
                  <a:lnTo>
                    <a:pt x="702647" y="583362"/>
                  </a:lnTo>
                  <a:lnTo>
                    <a:pt x="704151" y="579858"/>
                  </a:lnTo>
                  <a:lnTo>
                    <a:pt x="705154" y="566822"/>
                  </a:lnTo>
                  <a:lnTo>
                    <a:pt x="706157" y="585365"/>
                  </a:lnTo>
                  <a:lnTo>
                    <a:pt x="707160" y="583863"/>
                  </a:lnTo>
                  <a:lnTo>
                    <a:pt x="708664" y="579858"/>
                  </a:lnTo>
                  <a:lnTo>
                    <a:pt x="709667" y="581360"/>
                  </a:lnTo>
                  <a:lnTo>
                    <a:pt x="710670" y="559813"/>
                  </a:lnTo>
                  <a:lnTo>
                    <a:pt x="712174" y="575853"/>
                  </a:lnTo>
                  <a:lnTo>
                    <a:pt x="713177" y="586366"/>
                  </a:lnTo>
                  <a:lnTo>
                    <a:pt x="714180" y="568324"/>
                  </a:lnTo>
                  <a:lnTo>
                    <a:pt x="715684" y="564819"/>
                  </a:lnTo>
                  <a:lnTo>
                    <a:pt x="716687" y="586867"/>
                  </a:lnTo>
                  <a:lnTo>
                    <a:pt x="717690" y="565320"/>
                  </a:lnTo>
                  <a:lnTo>
                    <a:pt x="719195" y="560814"/>
                  </a:lnTo>
                  <a:lnTo>
                    <a:pt x="720197" y="560814"/>
                  </a:lnTo>
                  <a:lnTo>
                    <a:pt x="721200" y="549300"/>
                  </a:lnTo>
                  <a:lnTo>
                    <a:pt x="722203" y="533280"/>
                  </a:lnTo>
                  <a:lnTo>
                    <a:pt x="723708" y="506747"/>
                  </a:lnTo>
                  <a:lnTo>
                    <a:pt x="724711" y="493730"/>
                  </a:lnTo>
                  <a:lnTo>
                    <a:pt x="725713" y="473692"/>
                  </a:lnTo>
                  <a:lnTo>
                    <a:pt x="727218" y="449161"/>
                  </a:lnTo>
                  <a:lnTo>
                    <a:pt x="728221" y="424630"/>
                  </a:lnTo>
                  <a:lnTo>
                    <a:pt x="729224" y="396575"/>
                  </a:lnTo>
                  <a:lnTo>
                    <a:pt x="730728" y="388065"/>
                  </a:lnTo>
                  <a:lnTo>
                    <a:pt x="731731" y="367539"/>
                  </a:lnTo>
                  <a:lnTo>
                    <a:pt x="732734" y="344510"/>
                  </a:lnTo>
                  <a:lnTo>
                    <a:pt x="734238" y="336500"/>
                  </a:lnTo>
                  <a:lnTo>
                    <a:pt x="735241" y="337001"/>
                  </a:lnTo>
                  <a:lnTo>
                    <a:pt x="736244" y="332495"/>
                  </a:lnTo>
                  <a:lnTo>
                    <a:pt x="737247" y="327976"/>
                  </a:lnTo>
                  <a:lnTo>
                    <a:pt x="738751" y="326975"/>
                  </a:lnTo>
                  <a:lnTo>
                    <a:pt x="739754" y="320968"/>
                  </a:lnTo>
                  <a:lnTo>
                    <a:pt x="740757" y="317964"/>
                  </a:lnTo>
                  <a:lnTo>
                    <a:pt x="742261" y="322469"/>
                  </a:lnTo>
                  <a:lnTo>
                    <a:pt x="743264" y="323471"/>
                  </a:lnTo>
                  <a:lnTo>
                    <a:pt x="744267" y="329492"/>
                  </a:lnTo>
                  <a:lnTo>
                    <a:pt x="745791" y="332495"/>
                  </a:lnTo>
                  <a:lnTo>
                    <a:pt x="746794" y="346513"/>
                  </a:lnTo>
                  <a:lnTo>
                    <a:pt x="747797" y="341006"/>
                  </a:lnTo>
                  <a:lnTo>
                    <a:pt x="749302" y="370543"/>
                  </a:lnTo>
                  <a:lnTo>
                    <a:pt x="750305" y="380055"/>
                  </a:lnTo>
                  <a:lnTo>
                    <a:pt x="751307" y="397577"/>
                  </a:lnTo>
                  <a:lnTo>
                    <a:pt x="752310" y="427634"/>
                  </a:lnTo>
                  <a:lnTo>
                    <a:pt x="753815" y="460175"/>
                  </a:lnTo>
                  <a:lnTo>
                    <a:pt x="754818" y="482202"/>
                  </a:lnTo>
                  <a:lnTo>
                    <a:pt x="755821" y="510251"/>
                  </a:lnTo>
                  <a:lnTo>
                    <a:pt x="757325" y="527272"/>
                  </a:lnTo>
                  <a:lnTo>
                    <a:pt x="758328" y="546797"/>
                  </a:lnTo>
                  <a:lnTo>
                    <a:pt x="759331" y="554807"/>
                  </a:lnTo>
                  <a:lnTo>
                    <a:pt x="760835" y="557810"/>
                  </a:lnTo>
                  <a:lnTo>
                    <a:pt x="761838" y="568324"/>
                  </a:lnTo>
                  <a:lnTo>
                    <a:pt x="762841" y="568824"/>
                  </a:lnTo>
                  <a:lnTo>
                    <a:pt x="764345" y="572349"/>
                  </a:lnTo>
                  <a:lnTo>
                    <a:pt x="765348" y="584364"/>
                  </a:lnTo>
                  <a:lnTo>
                    <a:pt x="766351" y="577855"/>
                  </a:lnTo>
                  <a:lnTo>
                    <a:pt x="767354" y="591372"/>
                  </a:lnTo>
                  <a:lnTo>
                    <a:pt x="768858" y="582361"/>
                  </a:lnTo>
                  <a:lnTo>
                    <a:pt x="769861" y="575352"/>
                  </a:lnTo>
                  <a:lnTo>
                    <a:pt x="770864" y="573850"/>
                  </a:lnTo>
                  <a:lnTo>
                    <a:pt x="772368" y="581860"/>
                  </a:lnTo>
                  <a:lnTo>
                    <a:pt x="773371" y="579357"/>
                  </a:lnTo>
                  <a:lnTo>
                    <a:pt x="774374" y="582361"/>
                  </a:lnTo>
                  <a:lnTo>
                    <a:pt x="775879" y="593375"/>
                  </a:lnTo>
                  <a:lnTo>
                    <a:pt x="776882" y="588369"/>
                  </a:lnTo>
                  <a:lnTo>
                    <a:pt x="777884" y="609395"/>
                  </a:lnTo>
                  <a:lnTo>
                    <a:pt x="779389" y="607893"/>
                  </a:lnTo>
                  <a:lnTo>
                    <a:pt x="780392" y="582361"/>
                  </a:lnTo>
                  <a:lnTo>
                    <a:pt x="781395" y="596879"/>
                  </a:lnTo>
                  <a:lnTo>
                    <a:pt x="782397" y="578857"/>
                  </a:lnTo>
                  <a:lnTo>
                    <a:pt x="783902" y="583863"/>
                  </a:lnTo>
                  <a:lnTo>
                    <a:pt x="784905" y="593375"/>
                  </a:lnTo>
                  <a:lnTo>
                    <a:pt x="785908" y="591372"/>
                  </a:lnTo>
                  <a:lnTo>
                    <a:pt x="787412" y="579858"/>
                  </a:lnTo>
                  <a:lnTo>
                    <a:pt x="788415" y="593375"/>
                  </a:lnTo>
                  <a:lnTo>
                    <a:pt x="789418" y="583362"/>
                  </a:lnTo>
                  <a:lnTo>
                    <a:pt x="790922" y="612399"/>
                  </a:lnTo>
                  <a:lnTo>
                    <a:pt x="791925" y="588369"/>
                  </a:lnTo>
                  <a:lnTo>
                    <a:pt x="792921" y="599883"/>
                  </a:lnTo>
                  <a:lnTo>
                    <a:pt x="794426" y="597880"/>
                  </a:lnTo>
                  <a:lnTo>
                    <a:pt x="795429" y="591873"/>
                  </a:lnTo>
                  <a:lnTo>
                    <a:pt x="796431" y="599883"/>
                  </a:lnTo>
                  <a:lnTo>
                    <a:pt x="797936" y="599883"/>
                  </a:lnTo>
                  <a:lnTo>
                    <a:pt x="798939" y="602887"/>
                  </a:lnTo>
                  <a:lnTo>
                    <a:pt x="799942" y="595878"/>
                  </a:lnTo>
                  <a:lnTo>
                    <a:pt x="800945" y="589370"/>
                  </a:lnTo>
                  <a:lnTo>
                    <a:pt x="802449" y="597380"/>
                  </a:lnTo>
                  <a:lnTo>
                    <a:pt x="803452" y="605390"/>
                  </a:lnTo>
                  <a:lnTo>
                    <a:pt x="804455" y="592374"/>
                  </a:lnTo>
                  <a:lnTo>
                    <a:pt x="805959" y="607893"/>
                  </a:lnTo>
                  <a:lnTo>
                    <a:pt x="806962" y="595377"/>
                  </a:lnTo>
                  <a:lnTo>
                    <a:pt x="807965" y="606892"/>
                  </a:lnTo>
                  <a:lnTo>
                    <a:pt x="809469" y="597380"/>
                  </a:lnTo>
                </a:path>
                <a:path w="2200275" h="701039">
                  <a:moveTo>
                    <a:pt x="809469" y="597380"/>
                  </a:moveTo>
                  <a:lnTo>
                    <a:pt x="810472" y="603387"/>
                  </a:lnTo>
                  <a:lnTo>
                    <a:pt x="811475" y="602887"/>
                  </a:lnTo>
                  <a:lnTo>
                    <a:pt x="812979" y="596379"/>
                  </a:lnTo>
                  <a:lnTo>
                    <a:pt x="813982" y="605890"/>
                  </a:lnTo>
                  <a:lnTo>
                    <a:pt x="814985" y="610396"/>
                  </a:lnTo>
                  <a:lnTo>
                    <a:pt x="815988" y="598882"/>
                  </a:lnTo>
                  <a:lnTo>
                    <a:pt x="817492" y="591873"/>
                  </a:lnTo>
                  <a:lnTo>
                    <a:pt x="818495" y="598381"/>
                  </a:lnTo>
                  <a:lnTo>
                    <a:pt x="819498" y="597880"/>
                  </a:lnTo>
                  <a:lnTo>
                    <a:pt x="821003" y="605890"/>
                  </a:lnTo>
                  <a:lnTo>
                    <a:pt x="822005" y="611397"/>
                  </a:lnTo>
                  <a:lnTo>
                    <a:pt x="823008" y="600384"/>
                  </a:lnTo>
                  <a:lnTo>
                    <a:pt x="824513" y="600884"/>
                  </a:lnTo>
                  <a:lnTo>
                    <a:pt x="825516" y="597880"/>
                  </a:lnTo>
                  <a:lnTo>
                    <a:pt x="826519" y="600884"/>
                  </a:lnTo>
                  <a:lnTo>
                    <a:pt x="828023" y="618907"/>
                  </a:lnTo>
                  <a:lnTo>
                    <a:pt x="829026" y="588369"/>
                  </a:lnTo>
                  <a:lnTo>
                    <a:pt x="830029" y="619908"/>
                  </a:lnTo>
                  <a:lnTo>
                    <a:pt x="831032" y="601885"/>
                  </a:lnTo>
                  <a:lnTo>
                    <a:pt x="832536" y="594376"/>
                  </a:lnTo>
                  <a:lnTo>
                    <a:pt x="833539" y="596379"/>
                  </a:lnTo>
                  <a:lnTo>
                    <a:pt x="834542" y="589870"/>
                  </a:lnTo>
                  <a:lnTo>
                    <a:pt x="836046" y="601885"/>
                  </a:lnTo>
                  <a:lnTo>
                    <a:pt x="837049" y="602386"/>
                  </a:lnTo>
                  <a:lnTo>
                    <a:pt x="838052" y="602386"/>
                  </a:lnTo>
                  <a:lnTo>
                    <a:pt x="839556" y="603888"/>
                  </a:lnTo>
                  <a:lnTo>
                    <a:pt x="840559" y="590371"/>
                  </a:lnTo>
                  <a:lnTo>
                    <a:pt x="841562" y="583863"/>
                  </a:lnTo>
                  <a:lnTo>
                    <a:pt x="843066" y="601885"/>
                  </a:lnTo>
                  <a:lnTo>
                    <a:pt x="844069" y="605890"/>
                  </a:lnTo>
                  <a:lnTo>
                    <a:pt x="845072" y="602887"/>
                  </a:lnTo>
                  <a:lnTo>
                    <a:pt x="846075" y="614902"/>
                  </a:lnTo>
                  <a:lnTo>
                    <a:pt x="847579" y="604889"/>
                  </a:lnTo>
                  <a:lnTo>
                    <a:pt x="848582" y="587868"/>
                  </a:lnTo>
                  <a:lnTo>
                    <a:pt x="849585" y="609896"/>
                  </a:lnTo>
                  <a:lnTo>
                    <a:pt x="851110" y="608394"/>
                  </a:lnTo>
                  <a:lnTo>
                    <a:pt x="852113" y="605890"/>
                  </a:lnTo>
                  <a:lnTo>
                    <a:pt x="853116" y="609395"/>
                  </a:lnTo>
                  <a:lnTo>
                    <a:pt x="854620" y="615402"/>
                  </a:lnTo>
                  <a:lnTo>
                    <a:pt x="855623" y="602887"/>
                  </a:lnTo>
                  <a:lnTo>
                    <a:pt x="856626" y="606391"/>
                  </a:lnTo>
                  <a:lnTo>
                    <a:pt x="858130" y="612399"/>
                  </a:lnTo>
                  <a:lnTo>
                    <a:pt x="859133" y="590371"/>
                  </a:lnTo>
                  <a:lnTo>
                    <a:pt x="860136" y="616404"/>
                  </a:lnTo>
                  <a:lnTo>
                    <a:pt x="861139" y="594877"/>
                  </a:lnTo>
                  <a:lnTo>
                    <a:pt x="862643" y="617906"/>
                  </a:lnTo>
                  <a:lnTo>
                    <a:pt x="863646" y="598882"/>
                  </a:lnTo>
                  <a:lnTo>
                    <a:pt x="864649" y="610396"/>
                  </a:lnTo>
                  <a:lnTo>
                    <a:pt x="866153" y="612899"/>
                  </a:lnTo>
                  <a:lnTo>
                    <a:pt x="867156" y="606391"/>
                  </a:lnTo>
                  <a:lnTo>
                    <a:pt x="868159" y="616404"/>
                  </a:lnTo>
                  <a:lnTo>
                    <a:pt x="869663" y="596379"/>
                  </a:lnTo>
                  <a:lnTo>
                    <a:pt x="870666" y="595878"/>
                  </a:lnTo>
                  <a:lnTo>
                    <a:pt x="871669" y="604389"/>
                  </a:lnTo>
                  <a:lnTo>
                    <a:pt x="873174" y="602887"/>
                  </a:lnTo>
                  <a:lnTo>
                    <a:pt x="874176" y="601385"/>
                  </a:lnTo>
                  <a:lnTo>
                    <a:pt x="875179" y="611397"/>
                  </a:lnTo>
                  <a:lnTo>
                    <a:pt x="876182" y="615903"/>
                  </a:lnTo>
                  <a:lnTo>
                    <a:pt x="877687" y="594376"/>
                  </a:lnTo>
                  <a:lnTo>
                    <a:pt x="878690" y="607392"/>
                  </a:lnTo>
                  <a:lnTo>
                    <a:pt x="879692" y="598381"/>
                  </a:lnTo>
                  <a:lnTo>
                    <a:pt x="881197" y="611397"/>
                  </a:lnTo>
                  <a:lnTo>
                    <a:pt x="882200" y="612399"/>
                  </a:lnTo>
                  <a:lnTo>
                    <a:pt x="883203" y="609395"/>
                  </a:lnTo>
                  <a:lnTo>
                    <a:pt x="884707" y="607392"/>
                  </a:lnTo>
                  <a:lnTo>
                    <a:pt x="885710" y="620409"/>
                  </a:lnTo>
                  <a:lnTo>
                    <a:pt x="886713" y="603387"/>
                  </a:lnTo>
                  <a:lnTo>
                    <a:pt x="888217" y="611898"/>
                  </a:lnTo>
                  <a:lnTo>
                    <a:pt x="889220" y="607392"/>
                  </a:lnTo>
                  <a:lnTo>
                    <a:pt x="890223" y="609395"/>
                  </a:lnTo>
                  <a:lnTo>
                    <a:pt x="891226" y="598882"/>
                  </a:lnTo>
                  <a:lnTo>
                    <a:pt x="892730" y="609896"/>
                  </a:lnTo>
                  <a:lnTo>
                    <a:pt x="893733" y="618907"/>
                  </a:lnTo>
                  <a:lnTo>
                    <a:pt x="894736" y="595377"/>
                  </a:lnTo>
                  <a:lnTo>
                    <a:pt x="896240" y="616404"/>
                  </a:lnTo>
                  <a:lnTo>
                    <a:pt x="897243" y="605390"/>
                  </a:lnTo>
                  <a:lnTo>
                    <a:pt x="898246" y="612399"/>
                  </a:lnTo>
                  <a:lnTo>
                    <a:pt x="899751" y="612399"/>
                  </a:lnTo>
                  <a:lnTo>
                    <a:pt x="900753" y="609395"/>
                  </a:lnTo>
                  <a:lnTo>
                    <a:pt x="901756" y="610396"/>
                  </a:lnTo>
                  <a:lnTo>
                    <a:pt x="903261" y="606391"/>
                  </a:lnTo>
                  <a:lnTo>
                    <a:pt x="904264" y="612399"/>
                  </a:lnTo>
                  <a:lnTo>
                    <a:pt x="905266" y="608394"/>
                  </a:lnTo>
                  <a:lnTo>
                    <a:pt x="906269" y="606892"/>
                  </a:lnTo>
                  <a:lnTo>
                    <a:pt x="907774" y="615903"/>
                  </a:lnTo>
                  <a:lnTo>
                    <a:pt x="908777" y="617405"/>
                  </a:lnTo>
                  <a:lnTo>
                    <a:pt x="909780" y="595377"/>
                  </a:lnTo>
                  <a:lnTo>
                    <a:pt x="911284" y="591372"/>
                  </a:lnTo>
                  <a:lnTo>
                    <a:pt x="912287" y="614401"/>
                  </a:lnTo>
                  <a:lnTo>
                    <a:pt x="913290" y="617405"/>
                  </a:lnTo>
                  <a:lnTo>
                    <a:pt x="914794" y="604889"/>
                  </a:lnTo>
                  <a:lnTo>
                    <a:pt x="915797" y="618907"/>
                  </a:lnTo>
                  <a:lnTo>
                    <a:pt x="916800" y="608394"/>
                  </a:lnTo>
                  <a:lnTo>
                    <a:pt x="918304" y="595878"/>
                  </a:lnTo>
                  <a:lnTo>
                    <a:pt x="919307" y="615903"/>
                  </a:lnTo>
                  <a:lnTo>
                    <a:pt x="920310" y="605390"/>
                  </a:lnTo>
                  <a:lnTo>
                    <a:pt x="921814" y="612399"/>
                  </a:lnTo>
                  <a:lnTo>
                    <a:pt x="922817" y="606892"/>
                  </a:lnTo>
                  <a:lnTo>
                    <a:pt x="923820" y="603888"/>
                  </a:lnTo>
                  <a:lnTo>
                    <a:pt x="924823" y="612399"/>
                  </a:lnTo>
                  <a:lnTo>
                    <a:pt x="926327" y="613901"/>
                  </a:lnTo>
                  <a:lnTo>
                    <a:pt x="927330" y="618406"/>
                  </a:lnTo>
                  <a:lnTo>
                    <a:pt x="928333" y="613901"/>
                  </a:lnTo>
                  <a:lnTo>
                    <a:pt x="929838" y="620409"/>
                  </a:lnTo>
                  <a:lnTo>
                    <a:pt x="930840" y="618406"/>
                  </a:lnTo>
                  <a:lnTo>
                    <a:pt x="931843" y="606391"/>
                  </a:lnTo>
                  <a:lnTo>
                    <a:pt x="933348" y="618406"/>
                  </a:lnTo>
                  <a:lnTo>
                    <a:pt x="934351" y="609395"/>
                  </a:lnTo>
                  <a:lnTo>
                    <a:pt x="935354" y="609896"/>
                  </a:lnTo>
                  <a:lnTo>
                    <a:pt x="936858" y="612399"/>
                  </a:lnTo>
                  <a:lnTo>
                    <a:pt x="937861" y="628919"/>
                  </a:lnTo>
                  <a:lnTo>
                    <a:pt x="938864" y="611397"/>
                  </a:lnTo>
                  <a:lnTo>
                    <a:pt x="939867" y="609395"/>
                  </a:lnTo>
                  <a:lnTo>
                    <a:pt x="941371" y="614902"/>
                  </a:lnTo>
                  <a:lnTo>
                    <a:pt x="942374" y="608394"/>
                  </a:lnTo>
                  <a:lnTo>
                    <a:pt x="943377" y="613901"/>
                  </a:lnTo>
                  <a:lnTo>
                    <a:pt x="944881" y="623913"/>
                  </a:lnTo>
                  <a:lnTo>
                    <a:pt x="945884" y="608894"/>
                  </a:lnTo>
                  <a:lnTo>
                    <a:pt x="946887" y="616904"/>
                  </a:lnTo>
                  <a:lnTo>
                    <a:pt x="948391" y="623412"/>
                  </a:lnTo>
                  <a:lnTo>
                    <a:pt x="949394" y="613901"/>
                  </a:lnTo>
                  <a:lnTo>
                    <a:pt x="950397" y="612899"/>
                  </a:lnTo>
                  <a:lnTo>
                    <a:pt x="951901" y="616404"/>
                  </a:lnTo>
                  <a:lnTo>
                    <a:pt x="952904" y="613901"/>
                  </a:lnTo>
                  <a:lnTo>
                    <a:pt x="953907" y="627417"/>
                  </a:lnTo>
                  <a:lnTo>
                    <a:pt x="954910" y="609896"/>
                  </a:lnTo>
                  <a:lnTo>
                    <a:pt x="956428" y="599883"/>
                  </a:lnTo>
                  <a:lnTo>
                    <a:pt x="957431" y="610396"/>
                  </a:lnTo>
                  <a:lnTo>
                    <a:pt x="958434" y="617405"/>
                  </a:lnTo>
                  <a:lnTo>
                    <a:pt x="959938" y="596379"/>
                  </a:lnTo>
                  <a:lnTo>
                    <a:pt x="960941" y="617405"/>
                  </a:lnTo>
                  <a:lnTo>
                    <a:pt x="961944" y="614902"/>
                  </a:lnTo>
                  <a:lnTo>
                    <a:pt x="963448" y="609896"/>
                  </a:lnTo>
                  <a:lnTo>
                    <a:pt x="964451" y="615903"/>
                  </a:lnTo>
                  <a:lnTo>
                    <a:pt x="965454" y="621410"/>
                  </a:lnTo>
                  <a:lnTo>
                    <a:pt x="966958" y="613400"/>
                  </a:lnTo>
                  <a:lnTo>
                    <a:pt x="967961" y="609395"/>
                  </a:lnTo>
                  <a:lnTo>
                    <a:pt x="968964" y="617906"/>
                  </a:lnTo>
                  <a:lnTo>
                    <a:pt x="969967" y="606391"/>
                  </a:lnTo>
                  <a:lnTo>
                    <a:pt x="971471" y="615402"/>
                  </a:lnTo>
                  <a:lnTo>
                    <a:pt x="972474" y="623913"/>
                  </a:lnTo>
                  <a:lnTo>
                    <a:pt x="973477" y="613400"/>
                  </a:lnTo>
                  <a:lnTo>
                    <a:pt x="974982" y="614902"/>
                  </a:lnTo>
                  <a:lnTo>
                    <a:pt x="975984" y="621911"/>
                  </a:lnTo>
                  <a:lnTo>
                    <a:pt x="976987" y="636929"/>
                  </a:lnTo>
                  <a:lnTo>
                    <a:pt x="978492" y="624914"/>
                  </a:lnTo>
                  <a:lnTo>
                    <a:pt x="979495" y="616904"/>
                  </a:lnTo>
                  <a:lnTo>
                    <a:pt x="980498" y="614902"/>
                  </a:lnTo>
                  <a:lnTo>
                    <a:pt x="982002" y="624914"/>
                  </a:lnTo>
                  <a:lnTo>
                    <a:pt x="983005" y="635928"/>
                  </a:lnTo>
                  <a:lnTo>
                    <a:pt x="984008" y="612899"/>
                  </a:lnTo>
                  <a:lnTo>
                    <a:pt x="985011" y="611397"/>
                  </a:lnTo>
                  <a:lnTo>
                    <a:pt x="986515" y="596879"/>
                  </a:lnTo>
                  <a:lnTo>
                    <a:pt x="987518" y="635928"/>
                  </a:lnTo>
                  <a:lnTo>
                    <a:pt x="988521" y="619908"/>
                  </a:lnTo>
                  <a:lnTo>
                    <a:pt x="990025" y="604889"/>
                  </a:lnTo>
                  <a:lnTo>
                    <a:pt x="991028" y="626416"/>
                  </a:lnTo>
                  <a:lnTo>
                    <a:pt x="992031" y="610897"/>
                  </a:lnTo>
                  <a:lnTo>
                    <a:pt x="993535" y="616904"/>
                  </a:lnTo>
                  <a:lnTo>
                    <a:pt x="994538" y="610396"/>
                  </a:lnTo>
                  <a:lnTo>
                    <a:pt x="995541" y="620409"/>
                  </a:lnTo>
                  <a:lnTo>
                    <a:pt x="997045" y="606892"/>
                  </a:lnTo>
                  <a:lnTo>
                    <a:pt x="998048" y="606892"/>
                  </a:lnTo>
                  <a:lnTo>
                    <a:pt x="999051" y="627417"/>
                  </a:lnTo>
                  <a:lnTo>
                    <a:pt x="1000054" y="609896"/>
                  </a:lnTo>
                  <a:lnTo>
                    <a:pt x="1001559" y="624414"/>
                  </a:lnTo>
                  <a:lnTo>
                    <a:pt x="1002561" y="606391"/>
                  </a:lnTo>
                  <a:lnTo>
                    <a:pt x="1003564" y="632424"/>
                  </a:lnTo>
                  <a:lnTo>
                    <a:pt x="1005069" y="620909"/>
                  </a:lnTo>
                  <a:lnTo>
                    <a:pt x="1006072" y="625916"/>
                  </a:lnTo>
                  <a:lnTo>
                    <a:pt x="1007074" y="631923"/>
                  </a:lnTo>
                  <a:lnTo>
                    <a:pt x="1008579" y="614401"/>
                  </a:lnTo>
                  <a:lnTo>
                    <a:pt x="1009582" y="621410"/>
                  </a:lnTo>
                  <a:lnTo>
                    <a:pt x="1010585" y="624414"/>
                  </a:lnTo>
                  <a:lnTo>
                    <a:pt x="1012089" y="618406"/>
                  </a:lnTo>
                  <a:lnTo>
                    <a:pt x="1013092" y="627417"/>
                  </a:lnTo>
                  <a:lnTo>
                    <a:pt x="1014095" y="612399"/>
                  </a:lnTo>
                  <a:lnTo>
                    <a:pt x="1015098" y="621410"/>
                  </a:lnTo>
                  <a:lnTo>
                    <a:pt x="1016602" y="613901"/>
                  </a:lnTo>
                  <a:lnTo>
                    <a:pt x="1017605" y="621911"/>
                  </a:lnTo>
                  <a:lnTo>
                    <a:pt x="1018608" y="600384"/>
                  </a:lnTo>
                  <a:lnTo>
                    <a:pt x="1020112" y="614401"/>
                  </a:lnTo>
                  <a:lnTo>
                    <a:pt x="1021115" y="619908"/>
                  </a:lnTo>
                  <a:lnTo>
                    <a:pt x="1022118" y="606391"/>
                  </a:lnTo>
                  <a:lnTo>
                    <a:pt x="1023622" y="613901"/>
                  </a:lnTo>
                  <a:lnTo>
                    <a:pt x="1024625" y="612899"/>
                  </a:lnTo>
                  <a:lnTo>
                    <a:pt x="1025628" y="617906"/>
                  </a:lnTo>
                  <a:lnTo>
                    <a:pt x="1027133" y="607392"/>
                  </a:lnTo>
                  <a:lnTo>
                    <a:pt x="1028135" y="616904"/>
                  </a:lnTo>
                  <a:lnTo>
                    <a:pt x="1029138" y="612899"/>
                  </a:lnTo>
                  <a:lnTo>
                    <a:pt x="1030141" y="622912"/>
                  </a:lnTo>
                  <a:lnTo>
                    <a:pt x="1031646" y="607893"/>
                  </a:lnTo>
                  <a:lnTo>
                    <a:pt x="1032649" y="602887"/>
                  </a:lnTo>
                  <a:lnTo>
                    <a:pt x="1033651" y="588369"/>
                  </a:lnTo>
                  <a:lnTo>
                    <a:pt x="1035156" y="587868"/>
                  </a:lnTo>
                  <a:lnTo>
                    <a:pt x="1036159" y="586366"/>
                  </a:lnTo>
                  <a:lnTo>
                    <a:pt x="1037162" y="573350"/>
                  </a:lnTo>
                  <a:lnTo>
                    <a:pt x="1038666" y="559813"/>
                  </a:lnTo>
                  <a:lnTo>
                    <a:pt x="1039669" y="554807"/>
                  </a:lnTo>
                  <a:lnTo>
                    <a:pt x="1040672" y="533280"/>
                  </a:lnTo>
                  <a:lnTo>
                    <a:pt x="1042176" y="519763"/>
                  </a:lnTo>
                  <a:lnTo>
                    <a:pt x="1043179" y="509250"/>
                  </a:lnTo>
                  <a:lnTo>
                    <a:pt x="1044182" y="509750"/>
                  </a:lnTo>
                  <a:lnTo>
                    <a:pt x="1045686" y="485707"/>
                  </a:lnTo>
                  <a:lnTo>
                    <a:pt x="1046689" y="497735"/>
                  </a:lnTo>
                  <a:lnTo>
                    <a:pt x="1047692" y="467184"/>
                  </a:lnTo>
                  <a:lnTo>
                    <a:pt x="1048695" y="470187"/>
                  </a:lnTo>
                  <a:lnTo>
                    <a:pt x="1050199" y="457171"/>
                  </a:lnTo>
                  <a:lnTo>
                    <a:pt x="1051202" y="459674"/>
                  </a:lnTo>
                  <a:lnTo>
                    <a:pt x="1052205" y="444656"/>
                  </a:lnTo>
                  <a:lnTo>
                    <a:pt x="1053709" y="450162"/>
                  </a:lnTo>
                  <a:lnTo>
                    <a:pt x="1054712" y="433642"/>
                  </a:lnTo>
                  <a:lnTo>
                    <a:pt x="1055715" y="437146"/>
                  </a:lnTo>
                  <a:lnTo>
                    <a:pt x="1057220" y="433141"/>
                  </a:lnTo>
                  <a:lnTo>
                    <a:pt x="1058223" y="435144"/>
                  </a:lnTo>
                  <a:lnTo>
                    <a:pt x="1059225" y="440150"/>
                  </a:lnTo>
                  <a:lnTo>
                    <a:pt x="1060730" y="440150"/>
                  </a:lnTo>
                  <a:lnTo>
                    <a:pt x="1061733" y="450162"/>
                  </a:lnTo>
                  <a:lnTo>
                    <a:pt x="1062756" y="453667"/>
                  </a:lnTo>
                  <a:lnTo>
                    <a:pt x="1063759" y="452165"/>
                  </a:lnTo>
                  <a:lnTo>
                    <a:pt x="1065263" y="469186"/>
                  </a:lnTo>
                  <a:lnTo>
                    <a:pt x="1066266" y="472190"/>
                  </a:lnTo>
                  <a:lnTo>
                    <a:pt x="1067269" y="486708"/>
                  </a:lnTo>
                  <a:lnTo>
                    <a:pt x="1068773" y="499237"/>
                  </a:lnTo>
                  <a:lnTo>
                    <a:pt x="1069776" y="499237"/>
                  </a:lnTo>
                  <a:lnTo>
                    <a:pt x="1070779" y="514757"/>
                  </a:lnTo>
                  <a:lnTo>
                    <a:pt x="1072283" y="523768"/>
                  </a:lnTo>
                  <a:lnTo>
                    <a:pt x="1073286" y="537785"/>
                  </a:lnTo>
                  <a:lnTo>
                    <a:pt x="1074289" y="536784"/>
                  </a:lnTo>
                  <a:lnTo>
                    <a:pt x="1075793" y="552303"/>
                  </a:lnTo>
                  <a:lnTo>
                    <a:pt x="1076796" y="568324"/>
                  </a:lnTo>
                  <a:lnTo>
                    <a:pt x="1077799" y="568324"/>
                  </a:lnTo>
                  <a:lnTo>
                    <a:pt x="1078802" y="588369"/>
                  </a:lnTo>
                  <a:lnTo>
                    <a:pt x="1080306" y="597880"/>
                  </a:lnTo>
                  <a:lnTo>
                    <a:pt x="1081309" y="615402"/>
                  </a:lnTo>
                  <a:lnTo>
                    <a:pt x="1082312" y="605890"/>
                  </a:lnTo>
                  <a:lnTo>
                    <a:pt x="1083817" y="613400"/>
                  </a:lnTo>
                  <a:lnTo>
                    <a:pt x="1084820" y="615402"/>
                  </a:lnTo>
                  <a:lnTo>
                    <a:pt x="1085822" y="619407"/>
                  </a:lnTo>
                  <a:lnTo>
                    <a:pt x="1087327" y="615402"/>
                  </a:lnTo>
                  <a:lnTo>
                    <a:pt x="1088330" y="635928"/>
                  </a:lnTo>
                  <a:lnTo>
                    <a:pt x="1089333" y="619407"/>
                  </a:lnTo>
                  <a:lnTo>
                    <a:pt x="1090837" y="613400"/>
                  </a:lnTo>
                  <a:lnTo>
                    <a:pt x="1091840" y="634927"/>
                  </a:lnTo>
                  <a:lnTo>
                    <a:pt x="1092843" y="625916"/>
                  </a:lnTo>
                  <a:lnTo>
                    <a:pt x="1093846" y="624914"/>
                  </a:lnTo>
                  <a:lnTo>
                    <a:pt x="1095350" y="643938"/>
                  </a:lnTo>
                  <a:lnTo>
                    <a:pt x="1096353" y="633425"/>
                  </a:lnTo>
                  <a:lnTo>
                    <a:pt x="1097356" y="627417"/>
                  </a:lnTo>
                  <a:lnTo>
                    <a:pt x="1098860" y="628419"/>
                  </a:lnTo>
                  <a:lnTo>
                    <a:pt x="1099863" y="631923"/>
                  </a:lnTo>
                  <a:lnTo>
                    <a:pt x="1100866" y="625916"/>
                  </a:lnTo>
                  <a:lnTo>
                    <a:pt x="1102370" y="644439"/>
                  </a:lnTo>
                  <a:lnTo>
                    <a:pt x="1103373" y="624914"/>
                  </a:lnTo>
                  <a:lnTo>
                    <a:pt x="1104376" y="642436"/>
                  </a:lnTo>
                  <a:lnTo>
                    <a:pt x="1105880" y="636929"/>
                  </a:lnTo>
                  <a:lnTo>
                    <a:pt x="1106883" y="639933"/>
                  </a:lnTo>
                  <a:lnTo>
                    <a:pt x="1107886" y="627918"/>
                  </a:lnTo>
                  <a:lnTo>
                    <a:pt x="1108889" y="643938"/>
                  </a:lnTo>
                  <a:lnTo>
                    <a:pt x="1110394" y="625415"/>
                  </a:lnTo>
                  <a:lnTo>
                    <a:pt x="1111396" y="639933"/>
                  </a:lnTo>
                  <a:lnTo>
                    <a:pt x="1112399" y="648444"/>
                  </a:lnTo>
                  <a:lnTo>
                    <a:pt x="1113904" y="631923"/>
                  </a:lnTo>
                  <a:lnTo>
                    <a:pt x="1114907" y="647442"/>
                  </a:lnTo>
                  <a:lnTo>
                    <a:pt x="1115910" y="627417"/>
                  </a:lnTo>
                  <a:lnTo>
                    <a:pt x="1117414" y="633926"/>
                  </a:lnTo>
                  <a:lnTo>
                    <a:pt x="1118417" y="647442"/>
                  </a:lnTo>
                  <a:lnTo>
                    <a:pt x="1119420" y="644439"/>
                  </a:lnTo>
                  <a:lnTo>
                    <a:pt x="1120924" y="640934"/>
                  </a:lnTo>
                  <a:lnTo>
                    <a:pt x="1121927" y="643437"/>
                  </a:lnTo>
                  <a:lnTo>
                    <a:pt x="1122930" y="642937"/>
                  </a:lnTo>
                  <a:lnTo>
                    <a:pt x="1123933" y="646441"/>
                  </a:lnTo>
                  <a:lnTo>
                    <a:pt x="1125437" y="642436"/>
                  </a:lnTo>
                  <a:lnTo>
                    <a:pt x="1126440" y="642436"/>
                  </a:lnTo>
                  <a:lnTo>
                    <a:pt x="1127443" y="649445"/>
                  </a:lnTo>
                  <a:lnTo>
                    <a:pt x="1128947" y="650960"/>
                  </a:lnTo>
                  <a:lnTo>
                    <a:pt x="1129950" y="651461"/>
                  </a:lnTo>
                  <a:lnTo>
                    <a:pt x="1130953" y="657468"/>
                  </a:lnTo>
                  <a:lnTo>
                    <a:pt x="1132457" y="658970"/>
                  </a:lnTo>
                  <a:lnTo>
                    <a:pt x="1133460" y="629921"/>
                  </a:lnTo>
                  <a:lnTo>
                    <a:pt x="1134463" y="621911"/>
                  </a:lnTo>
                  <a:lnTo>
                    <a:pt x="1135968" y="633926"/>
                  </a:lnTo>
                  <a:lnTo>
                    <a:pt x="1136970" y="625916"/>
                  </a:lnTo>
                  <a:lnTo>
                    <a:pt x="1137973" y="635928"/>
                  </a:lnTo>
                  <a:lnTo>
                    <a:pt x="1138976" y="621911"/>
                  </a:lnTo>
                  <a:lnTo>
                    <a:pt x="1140481" y="608894"/>
                  </a:lnTo>
                  <a:lnTo>
                    <a:pt x="1141484" y="607893"/>
                  </a:lnTo>
                  <a:lnTo>
                    <a:pt x="1142486" y="601885"/>
                  </a:lnTo>
                  <a:lnTo>
                    <a:pt x="1143991" y="604889"/>
                  </a:lnTo>
                  <a:lnTo>
                    <a:pt x="1144994" y="589870"/>
                  </a:lnTo>
                  <a:lnTo>
                    <a:pt x="1145997" y="591873"/>
                  </a:lnTo>
                  <a:lnTo>
                    <a:pt x="1147501" y="568824"/>
                  </a:lnTo>
                  <a:lnTo>
                    <a:pt x="1148504" y="573350"/>
                  </a:lnTo>
                  <a:lnTo>
                    <a:pt x="1149507" y="576354"/>
                  </a:lnTo>
                  <a:lnTo>
                    <a:pt x="1151011" y="562817"/>
                  </a:lnTo>
                  <a:lnTo>
                    <a:pt x="1152014" y="568824"/>
                  </a:lnTo>
                  <a:lnTo>
                    <a:pt x="1153017" y="574351"/>
                  </a:lnTo>
                  <a:lnTo>
                    <a:pt x="1154020" y="575853"/>
                  </a:lnTo>
                  <a:lnTo>
                    <a:pt x="1155524" y="570346"/>
                  </a:lnTo>
                  <a:lnTo>
                    <a:pt x="1156527" y="555808"/>
                  </a:lnTo>
                  <a:lnTo>
                    <a:pt x="1157530" y="564819"/>
                  </a:lnTo>
                  <a:lnTo>
                    <a:pt x="1159034" y="567322"/>
                  </a:lnTo>
                  <a:lnTo>
                    <a:pt x="1160037" y="587367"/>
                  </a:lnTo>
                  <a:lnTo>
                    <a:pt x="1161040" y="581860"/>
                  </a:lnTo>
                  <a:lnTo>
                    <a:pt x="1162544" y="579357"/>
                  </a:lnTo>
                  <a:lnTo>
                    <a:pt x="1163547" y="586867"/>
                  </a:lnTo>
                  <a:lnTo>
                    <a:pt x="1164550" y="600884"/>
                  </a:lnTo>
                  <a:lnTo>
                    <a:pt x="1166055" y="607392"/>
                  </a:lnTo>
                  <a:lnTo>
                    <a:pt x="1167058" y="603888"/>
                  </a:lnTo>
                  <a:lnTo>
                    <a:pt x="1168060" y="626917"/>
                  </a:lnTo>
                  <a:lnTo>
                    <a:pt x="1169578" y="624414"/>
                  </a:lnTo>
                  <a:lnTo>
                    <a:pt x="1170581" y="614902"/>
                  </a:lnTo>
                  <a:lnTo>
                    <a:pt x="1171584" y="630922"/>
                  </a:lnTo>
                  <a:lnTo>
                    <a:pt x="1172587" y="637931"/>
                  </a:lnTo>
                  <a:lnTo>
                    <a:pt x="1174091" y="647442"/>
                  </a:lnTo>
                  <a:lnTo>
                    <a:pt x="1175094" y="651461"/>
                  </a:lnTo>
                  <a:lnTo>
                    <a:pt x="1176097" y="648444"/>
                  </a:lnTo>
                  <a:lnTo>
                    <a:pt x="1177601" y="636929"/>
                  </a:lnTo>
                  <a:lnTo>
                    <a:pt x="1178604" y="657468"/>
                  </a:lnTo>
                  <a:lnTo>
                    <a:pt x="1179607" y="671486"/>
                  </a:lnTo>
                  <a:lnTo>
                    <a:pt x="1181112" y="661473"/>
                  </a:lnTo>
                  <a:lnTo>
                    <a:pt x="1182114" y="669483"/>
                  </a:lnTo>
                  <a:lnTo>
                    <a:pt x="1183117" y="644439"/>
                  </a:lnTo>
                  <a:lnTo>
                    <a:pt x="1184622" y="651961"/>
                  </a:lnTo>
                  <a:lnTo>
                    <a:pt x="1185625" y="647442"/>
                  </a:lnTo>
                  <a:lnTo>
                    <a:pt x="1186628" y="649946"/>
                  </a:lnTo>
                  <a:lnTo>
                    <a:pt x="1187630" y="653463"/>
                  </a:lnTo>
                  <a:lnTo>
                    <a:pt x="1189135" y="643437"/>
                  </a:lnTo>
                  <a:lnTo>
                    <a:pt x="1190138" y="660472"/>
                  </a:lnTo>
                  <a:lnTo>
                    <a:pt x="1191141" y="654465"/>
                  </a:lnTo>
                  <a:lnTo>
                    <a:pt x="1192645" y="652963"/>
                  </a:lnTo>
                  <a:lnTo>
                    <a:pt x="1193648" y="674990"/>
                  </a:lnTo>
                  <a:lnTo>
                    <a:pt x="1194651" y="656968"/>
                  </a:lnTo>
                  <a:lnTo>
                    <a:pt x="1196155" y="659971"/>
                  </a:lnTo>
                  <a:lnTo>
                    <a:pt x="1197158" y="673989"/>
                  </a:lnTo>
                  <a:lnTo>
                    <a:pt x="1198161" y="656467"/>
                  </a:lnTo>
                  <a:lnTo>
                    <a:pt x="1199665" y="652462"/>
                  </a:lnTo>
                  <a:lnTo>
                    <a:pt x="1200668" y="650460"/>
                  </a:lnTo>
                  <a:lnTo>
                    <a:pt x="1201671" y="665478"/>
                  </a:lnTo>
                  <a:lnTo>
                    <a:pt x="1202674" y="670985"/>
                  </a:lnTo>
                  <a:lnTo>
                    <a:pt x="1204178" y="679997"/>
                  </a:lnTo>
                  <a:lnTo>
                    <a:pt x="1205181" y="663476"/>
                  </a:lnTo>
                  <a:lnTo>
                    <a:pt x="1206184" y="643437"/>
                  </a:lnTo>
                  <a:lnTo>
                    <a:pt x="1207688" y="665478"/>
                  </a:lnTo>
                  <a:lnTo>
                    <a:pt x="1208691" y="666480"/>
                  </a:lnTo>
                  <a:lnTo>
                    <a:pt x="1209694" y="656467"/>
                  </a:lnTo>
                  <a:lnTo>
                    <a:pt x="1211199" y="657468"/>
                  </a:lnTo>
                  <a:lnTo>
                    <a:pt x="1212202" y="668482"/>
                  </a:lnTo>
                  <a:lnTo>
                    <a:pt x="1213204" y="659971"/>
                  </a:lnTo>
                  <a:lnTo>
                    <a:pt x="1214709" y="678495"/>
                  </a:lnTo>
                  <a:lnTo>
                    <a:pt x="1215712" y="665979"/>
                  </a:lnTo>
                  <a:lnTo>
                    <a:pt x="1216715" y="659471"/>
                  </a:lnTo>
                  <a:lnTo>
                    <a:pt x="1217718" y="656968"/>
                  </a:lnTo>
                  <a:lnTo>
                    <a:pt x="1219222" y="665478"/>
                  </a:lnTo>
                  <a:lnTo>
                    <a:pt x="1220225" y="642436"/>
                  </a:lnTo>
                  <a:lnTo>
                    <a:pt x="1221228" y="666480"/>
                  </a:lnTo>
                  <a:lnTo>
                    <a:pt x="1222732" y="666980"/>
                  </a:lnTo>
                  <a:lnTo>
                    <a:pt x="1223735" y="650960"/>
                  </a:lnTo>
                  <a:lnTo>
                    <a:pt x="1224738" y="661974"/>
                  </a:lnTo>
                  <a:lnTo>
                    <a:pt x="1226242" y="672988"/>
                  </a:lnTo>
                  <a:lnTo>
                    <a:pt x="1227245" y="666980"/>
                  </a:lnTo>
                  <a:lnTo>
                    <a:pt x="1228248" y="672988"/>
                  </a:lnTo>
                  <a:lnTo>
                    <a:pt x="1229752" y="670485"/>
                  </a:lnTo>
                  <a:lnTo>
                    <a:pt x="1230755" y="664978"/>
                  </a:lnTo>
                  <a:lnTo>
                    <a:pt x="1231758" y="660472"/>
                  </a:lnTo>
                  <a:lnTo>
                    <a:pt x="1232761" y="666480"/>
                  </a:lnTo>
                  <a:lnTo>
                    <a:pt x="1234265" y="664978"/>
                  </a:lnTo>
                  <a:lnTo>
                    <a:pt x="1235268" y="660472"/>
                  </a:lnTo>
                  <a:lnTo>
                    <a:pt x="1236271" y="666480"/>
                  </a:lnTo>
                  <a:lnTo>
                    <a:pt x="1237776" y="677493"/>
                  </a:lnTo>
                  <a:lnTo>
                    <a:pt x="1238778" y="642937"/>
                  </a:lnTo>
                  <a:lnTo>
                    <a:pt x="1239781" y="677994"/>
                  </a:lnTo>
                  <a:lnTo>
                    <a:pt x="1241286" y="655466"/>
                  </a:lnTo>
                  <a:lnTo>
                    <a:pt x="1242289" y="650960"/>
                  </a:lnTo>
                  <a:lnTo>
                    <a:pt x="1243292" y="656467"/>
                  </a:lnTo>
                  <a:lnTo>
                    <a:pt x="1244796" y="674990"/>
                  </a:lnTo>
                  <a:lnTo>
                    <a:pt x="1245799" y="659971"/>
                  </a:lnTo>
                  <a:lnTo>
                    <a:pt x="1246802" y="656467"/>
                  </a:lnTo>
                  <a:lnTo>
                    <a:pt x="1247805" y="664978"/>
                  </a:lnTo>
                  <a:lnTo>
                    <a:pt x="1249309" y="654465"/>
                  </a:lnTo>
                  <a:lnTo>
                    <a:pt x="1250312" y="678495"/>
                  </a:lnTo>
                  <a:lnTo>
                    <a:pt x="1251315" y="651461"/>
                  </a:lnTo>
                  <a:lnTo>
                    <a:pt x="1252819" y="675991"/>
                  </a:lnTo>
                  <a:lnTo>
                    <a:pt x="1253822" y="668482"/>
                  </a:lnTo>
                  <a:lnTo>
                    <a:pt x="1254825" y="659971"/>
                  </a:lnTo>
                  <a:lnTo>
                    <a:pt x="1256329" y="676492"/>
                  </a:lnTo>
                  <a:lnTo>
                    <a:pt x="1257332" y="668983"/>
                  </a:lnTo>
                  <a:lnTo>
                    <a:pt x="1258335" y="698520"/>
                  </a:lnTo>
                  <a:lnTo>
                    <a:pt x="1259839" y="660973"/>
                  </a:lnTo>
                  <a:lnTo>
                    <a:pt x="1260842" y="671986"/>
                  </a:lnTo>
                  <a:lnTo>
                    <a:pt x="1261845" y="665478"/>
                  </a:lnTo>
                  <a:lnTo>
                    <a:pt x="1262848" y="659471"/>
                  </a:lnTo>
                  <a:lnTo>
                    <a:pt x="1264353" y="665478"/>
                  </a:lnTo>
                  <a:lnTo>
                    <a:pt x="1265355" y="672988"/>
                  </a:lnTo>
                  <a:lnTo>
                    <a:pt x="1266358" y="690510"/>
                  </a:lnTo>
                  <a:lnTo>
                    <a:pt x="1267863" y="667481"/>
                  </a:lnTo>
                  <a:lnTo>
                    <a:pt x="1268866" y="677493"/>
                  </a:lnTo>
                  <a:lnTo>
                    <a:pt x="1269868" y="652963"/>
                  </a:lnTo>
                  <a:lnTo>
                    <a:pt x="1271373" y="681999"/>
                  </a:lnTo>
                  <a:lnTo>
                    <a:pt x="1272376" y="665478"/>
                  </a:lnTo>
                  <a:lnTo>
                    <a:pt x="1273379" y="664978"/>
                  </a:lnTo>
                  <a:lnTo>
                    <a:pt x="1274903" y="656467"/>
                  </a:lnTo>
                  <a:lnTo>
                    <a:pt x="1275906" y="651961"/>
                  </a:lnTo>
                  <a:lnTo>
                    <a:pt x="1276909" y="687506"/>
                  </a:lnTo>
                  <a:lnTo>
                    <a:pt x="1277912" y="680497"/>
                  </a:lnTo>
                  <a:lnTo>
                    <a:pt x="1279416" y="671486"/>
                  </a:lnTo>
                  <a:lnTo>
                    <a:pt x="1280419" y="684502"/>
                  </a:lnTo>
                  <a:lnTo>
                    <a:pt x="1281422" y="674990"/>
                  </a:lnTo>
                  <a:lnTo>
                    <a:pt x="1282926" y="662475"/>
                  </a:lnTo>
                  <a:lnTo>
                    <a:pt x="1283929" y="669483"/>
                  </a:lnTo>
                  <a:lnTo>
                    <a:pt x="1284932" y="646942"/>
                  </a:lnTo>
                  <a:lnTo>
                    <a:pt x="1286436" y="666480"/>
                  </a:lnTo>
                  <a:lnTo>
                    <a:pt x="1287439" y="661473"/>
                  </a:lnTo>
                  <a:lnTo>
                    <a:pt x="1288442" y="670985"/>
                  </a:lnTo>
                  <a:lnTo>
                    <a:pt x="1289947" y="683501"/>
                  </a:lnTo>
                  <a:lnTo>
                    <a:pt x="1290949" y="676993"/>
                  </a:lnTo>
                  <a:lnTo>
                    <a:pt x="1291952" y="673488"/>
                  </a:lnTo>
                  <a:lnTo>
                    <a:pt x="1293457" y="660472"/>
                  </a:lnTo>
                  <a:lnTo>
                    <a:pt x="1294460" y="660472"/>
                  </a:lnTo>
                  <a:lnTo>
                    <a:pt x="1295463" y="683000"/>
                  </a:lnTo>
                  <a:lnTo>
                    <a:pt x="1296465" y="675491"/>
                  </a:lnTo>
                  <a:lnTo>
                    <a:pt x="1297970" y="672988"/>
                  </a:lnTo>
                  <a:lnTo>
                    <a:pt x="1298973" y="671986"/>
                  </a:lnTo>
                  <a:lnTo>
                    <a:pt x="1299976" y="674490"/>
                  </a:lnTo>
                  <a:lnTo>
                    <a:pt x="1301480" y="660472"/>
                  </a:lnTo>
                  <a:lnTo>
                    <a:pt x="1302483" y="680998"/>
                  </a:lnTo>
                  <a:lnTo>
                    <a:pt x="1303486" y="686004"/>
                  </a:lnTo>
                  <a:lnTo>
                    <a:pt x="1304990" y="667981"/>
                  </a:lnTo>
                  <a:lnTo>
                    <a:pt x="1305993" y="662475"/>
                  </a:lnTo>
                  <a:lnTo>
                    <a:pt x="1306996" y="669483"/>
                  </a:lnTo>
                  <a:lnTo>
                    <a:pt x="1308500" y="688507"/>
                  </a:lnTo>
                  <a:lnTo>
                    <a:pt x="1309503" y="674490"/>
                  </a:lnTo>
                  <a:lnTo>
                    <a:pt x="1310506" y="663976"/>
                  </a:lnTo>
                  <a:lnTo>
                    <a:pt x="1311509" y="677493"/>
                  </a:lnTo>
                  <a:lnTo>
                    <a:pt x="1313013" y="685503"/>
                  </a:lnTo>
                  <a:lnTo>
                    <a:pt x="1314016" y="666980"/>
                  </a:lnTo>
                  <a:lnTo>
                    <a:pt x="1315019" y="673989"/>
                  </a:lnTo>
                  <a:lnTo>
                    <a:pt x="1316524" y="661473"/>
                  </a:lnTo>
                  <a:lnTo>
                    <a:pt x="1317526" y="673989"/>
                  </a:lnTo>
                  <a:lnTo>
                    <a:pt x="1318529" y="670985"/>
                  </a:lnTo>
                  <a:lnTo>
                    <a:pt x="1320034" y="676492"/>
                  </a:lnTo>
                  <a:lnTo>
                    <a:pt x="1321037" y="674490"/>
                  </a:lnTo>
                  <a:lnTo>
                    <a:pt x="1322039" y="660973"/>
                  </a:lnTo>
                  <a:lnTo>
                    <a:pt x="1323544" y="668983"/>
                  </a:lnTo>
                  <a:lnTo>
                    <a:pt x="1324547" y="681999"/>
                  </a:lnTo>
                  <a:lnTo>
                    <a:pt x="1325550" y="681999"/>
                  </a:lnTo>
                  <a:lnTo>
                    <a:pt x="1326553" y="673989"/>
                  </a:lnTo>
                  <a:lnTo>
                    <a:pt x="1328057" y="682500"/>
                  </a:lnTo>
                  <a:lnTo>
                    <a:pt x="1329060" y="673989"/>
                  </a:lnTo>
                  <a:lnTo>
                    <a:pt x="1330063" y="675491"/>
                  </a:lnTo>
                  <a:lnTo>
                    <a:pt x="1331567" y="665478"/>
                  </a:lnTo>
                  <a:lnTo>
                    <a:pt x="1332570" y="679997"/>
                  </a:lnTo>
                  <a:lnTo>
                    <a:pt x="1333573" y="660472"/>
                  </a:lnTo>
                  <a:lnTo>
                    <a:pt x="1335077" y="681999"/>
                  </a:lnTo>
                  <a:lnTo>
                    <a:pt x="1336080" y="684002"/>
                  </a:lnTo>
                  <a:lnTo>
                    <a:pt x="1337083" y="670985"/>
                  </a:lnTo>
                  <a:lnTo>
                    <a:pt x="1338587" y="658970"/>
                  </a:lnTo>
                  <a:lnTo>
                    <a:pt x="1339590" y="652462"/>
                  </a:lnTo>
                  <a:lnTo>
                    <a:pt x="1340593" y="675491"/>
                  </a:lnTo>
                  <a:lnTo>
                    <a:pt x="1341596" y="665979"/>
                  </a:lnTo>
                  <a:lnTo>
                    <a:pt x="1343100" y="683000"/>
                  </a:lnTo>
                  <a:lnTo>
                    <a:pt x="1344103" y="667981"/>
                  </a:lnTo>
                  <a:lnTo>
                    <a:pt x="1345106" y="678495"/>
                  </a:lnTo>
                  <a:lnTo>
                    <a:pt x="1346611" y="667981"/>
                  </a:lnTo>
                  <a:lnTo>
                    <a:pt x="1347614" y="652462"/>
                  </a:lnTo>
                  <a:lnTo>
                    <a:pt x="1348616" y="664978"/>
                  </a:lnTo>
                  <a:lnTo>
                    <a:pt x="1350121" y="687005"/>
                  </a:lnTo>
                  <a:lnTo>
                    <a:pt x="1351124" y="656467"/>
                  </a:lnTo>
                  <a:lnTo>
                    <a:pt x="1352127" y="665478"/>
                  </a:lnTo>
                  <a:lnTo>
                    <a:pt x="1353631" y="675491"/>
                  </a:lnTo>
                  <a:lnTo>
                    <a:pt x="1354634" y="667481"/>
                  </a:lnTo>
                  <a:lnTo>
                    <a:pt x="1355637" y="672487"/>
                  </a:lnTo>
                  <a:lnTo>
                    <a:pt x="1356640" y="646441"/>
                  </a:lnTo>
                  <a:lnTo>
                    <a:pt x="1358144" y="689508"/>
                  </a:lnTo>
                  <a:lnTo>
                    <a:pt x="1359147" y="656467"/>
                  </a:lnTo>
                  <a:lnTo>
                    <a:pt x="1360150" y="687506"/>
                  </a:lnTo>
                  <a:lnTo>
                    <a:pt x="1361654" y="663976"/>
                  </a:lnTo>
                  <a:lnTo>
                    <a:pt x="1362657" y="671486"/>
                  </a:lnTo>
                  <a:lnTo>
                    <a:pt x="1363660" y="668482"/>
                  </a:lnTo>
                  <a:lnTo>
                    <a:pt x="1365164" y="682500"/>
                  </a:lnTo>
                  <a:lnTo>
                    <a:pt x="1366167" y="667481"/>
                  </a:lnTo>
                  <a:lnTo>
                    <a:pt x="1367170" y="681999"/>
                  </a:lnTo>
                  <a:lnTo>
                    <a:pt x="1368674" y="696017"/>
                  </a:lnTo>
                  <a:lnTo>
                    <a:pt x="1369677" y="661974"/>
                  </a:lnTo>
                  <a:lnTo>
                    <a:pt x="1370680" y="657468"/>
                  </a:lnTo>
                  <a:lnTo>
                    <a:pt x="1371683" y="684002"/>
                  </a:lnTo>
                  <a:lnTo>
                    <a:pt x="1373188" y="687506"/>
                  </a:lnTo>
                  <a:lnTo>
                    <a:pt x="1374190" y="670485"/>
                  </a:lnTo>
                  <a:lnTo>
                    <a:pt x="1375193" y="674990"/>
                  </a:lnTo>
                  <a:lnTo>
                    <a:pt x="1376698" y="664477"/>
                  </a:lnTo>
                  <a:lnTo>
                    <a:pt x="1377701" y="672988"/>
                  </a:lnTo>
                  <a:lnTo>
                    <a:pt x="1378704" y="680497"/>
                  </a:lnTo>
                  <a:lnTo>
                    <a:pt x="1380208" y="660472"/>
                  </a:lnTo>
                  <a:lnTo>
                    <a:pt x="1381224" y="666980"/>
                  </a:lnTo>
                  <a:lnTo>
                    <a:pt x="1382227" y="671986"/>
                  </a:lnTo>
                  <a:lnTo>
                    <a:pt x="1383731" y="677493"/>
                  </a:lnTo>
                  <a:lnTo>
                    <a:pt x="1384734" y="698520"/>
                  </a:lnTo>
                  <a:lnTo>
                    <a:pt x="1385737" y="692012"/>
                  </a:lnTo>
                  <a:lnTo>
                    <a:pt x="1386740" y="674490"/>
                  </a:lnTo>
                  <a:lnTo>
                    <a:pt x="1388244" y="676492"/>
                  </a:lnTo>
                  <a:lnTo>
                    <a:pt x="1389247" y="690009"/>
                  </a:lnTo>
                  <a:lnTo>
                    <a:pt x="1390250" y="672487"/>
                  </a:lnTo>
                  <a:lnTo>
                    <a:pt x="1391755" y="662975"/>
                  </a:lnTo>
                  <a:lnTo>
                    <a:pt x="1392758" y="679496"/>
                  </a:lnTo>
                  <a:lnTo>
                    <a:pt x="1393760" y="652462"/>
                  </a:lnTo>
                  <a:lnTo>
                    <a:pt x="1395265" y="681999"/>
                  </a:lnTo>
                  <a:lnTo>
                    <a:pt x="1396268" y="698019"/>
                  </a:lnTo>
                  <a:lnTo>
                    <a:pt x="1397271" y="688507"/>
                  </a:lnTo>
                  <a:lnTo>
                    <a:pt x="1398775" y="674990"/>
                  </a:lnTo>
                  <a:lnTo>
                    <a:pt x="1399778" y="679997"/>
                  </a:lnTo>
                  <a:lnTo>
                    <a:pt x="1400781" y="671986"/>
                  </a:lnTo>
                  <a:lnTo>
                    <a:pt x="1401784" y="672988"/>
                  </a:lnTo>
                  <a:lnTo>
                    <a:pt x="1403288" y="677493"/>
                  </a:lnTo>
                  <a:lnTo>
                    <a:pt x="1404291" y="671486"/>
                  </a:lnTo>
                  <a:lnTo>
                    <a:pt x="1405294" y="692012"/>
                  </a:lnTo>
                  <a:lnTo>
                    <a:pt x="1406798" y="664978"/>
                  </a:lnTo>
                  <a:lnTo>
                    <a:pt x="1407801" y="687005"/>
                  </a:lnTo>
                  <a:lnTo>
                    <a:pt x="1408804" y="689508"/>
                  </a:lnTo>
                  <a:lnTo>
                    <a:pt x="1410308" y="697518"/>
                  </a:lnTo>
                  <a:lnTo>
                    <a:pt x="1411311" y="675991"/>
                  </a:lnTo>
                  <a:lnTo>
                    <a:pt x="1412314" y="679496"/>
                  </a:lnTo>
                  <a:lnTo>
                    <a:pt x="1413818" y="679496"/>
                  </a:lnTo>
                  <a:lnTo>
                    <a:pt x="1414821" y="668983"/>
                  </a:lnTo>
                  <a:lnTo>
                    <a:pt x="1415824" y="664978"/>
                  </a:lnTo>
                  <a:lnTo>
                    <a:pt x="1417329" y="673488"/>
                  </a:lnTo>
                  <a:lnTo>
                    <a:pt x="1418332" y="670985"/>
                  </a:lnTo>
                  <a:lnTo>
                    <a:pt x="1419334" y="664477"/>
                  </a:lnTo>
                  <a:lnTo>
                    <a:pt x="1420337" y="674990"/>
                  </a:lnTo>
                  <a:lnTo>
                    <a:pt x="1421842" y="658970"/>
                  </a:lnTo>
                  <a:lnTo>
                    <a:pt x="1422845" y="673488"/>
                  </a:lnTo>
                  <a:lnTo>
                    <a:pt x="1423848" y="678995"/>
                  </a:lnTo>
                  <a:lnTo>
                    <a:pt x="1425352" y="672988"/>
                  </a:lnTo>
                  <a:lnTo>
                    <a:pt x="1426355" y="678495"/>
                  </a:lnTo>
                  <a:lnTo>
                    <a:pt x="1427358" y="682500"/>
                  </a:lnTo>
                  <a:lnTo>
                    <a:pt x="1428862" y="675491"/>
                  </a:lnTo>
                  <a:lnTo>
                    <a:pt x="1429865" y="685503"/>
                  </a:lnTo>
                  <a:lnTo>
                    <a:pt x="1430868" y="675491"/>
                  </a:lnTo>
                  <a:lnTo>
                    <a:pt x="1432372" y="664978"/>
                  </a:lnTo>
                  <a:lnTo>
                    <a:pt x="1433375" y="658470"/>
                  </a:lnTo>
                  <a:lnTo>
                    <a:pt x="1434378" y="677994"/>
                  </a:lnTo>
                  <a:lnTo>
                    <a:pt x="1435381" y="677493"/>
                  </a:lnTo>
                  <a:lnTo>
                    <a:pt x="1436885" y="677994"/>
                  </a:lnTo>
                  <a:lnTo>
                    <a:pt x="1437888" y="666980"/>
                  </a:lnTo>
                  <a:lnTo>
                    <a:pt x="1438891" y="677493"/>
                  </a:lnTo>
                  <a:lnTo>
                    <a:pt x="1440395" y="671986"/>
                  </a:lnTo>
                  <a:lnTo>
                    <a:pt x="1441398" y="668983"/>
                  </a:lnTo>
                  <a:lnTo>
                    <a:pt x="1442401" y="683000"/>
                  </a:lnTo>
                  <a:lnTo>
                    <a:pt x="1443906" y="689008"/>
                  </a:lnTo>
                  <a:lnTo>
                    <a:pt x="1444908" y="673989"/>
                  </a:lnTo>
                  <a:lnTo>
                    <a:pt x="1445911" y="680998"/>
                  </a:lnTo>
                  <a:lnTo>
                    <a:pt x="1447416" y="683501"/>
                  </a:lnTo>
                  <a:lnTo>
                    <a:pt x="1448419" y="667481"/>
                  </a:lnTo>
                  <a:lnTo>
                    <a:pt x="1449422" y="676492"/>
                  </a:lnTo>
                  <a:lnTo>
                    <a:pt x="1450424" y="655966"/>
                  </a:lnTo>
                  <a:lnTo>
                    <a:pt x="1451929" y="666980"/>
                  </a:lnTo>
                  <a:lnTo>
                    <a:pt x="1452932" y="689508"/>
                  </a:lnTo>
                  <a:lnTo>
                    <a:pt x="1453935" y="692512"/>
                  </a:lnTo>
                  <a:lnTo>
                    <a:pt x="1455439" y="666480"/>
                  </a:lnTo>
                  <a:lnTo>
                    <a:pt x="1456442" y="669483"/>
                  </a:lnTo>
                  <a:lnTo>
                    <a:pt x="1457445" y="673989"/>
                  </a:lnTo>
                  <a:lnTo>
                    <a:pt x="1458949" y="672487"/>
                  </a:lnTo>
                  <a:lnTo>
                    <a:pt x="1459952" y="672988"/>
                  </a:lnTo>
                  <a:lnTo>
                    <a:pt x="1460955" y="684502"/>
                  </a:lnTo>
                  <a:lnTo>
                    <a:pt x="1462459" y="664477"/>
                  </a:lnTo>
                  <a:lnTo>
                    <a:pt x="1463462" y="673989"/>
                  </a:lnTo>
                  <a:lnTo>
                    <a:pt x="1464465" y="686505"/>
                  </a:lnTo>
                  <a:lnTo>
                    <a:pt x="1465468" y="673989"/>
                  </a:lnTo>
                  <a:lnTo>
                    <a:pt x="1466972" y="672988"/>
                  </a:lnTo>
                  <a:lnTo>
                    <a:pt x="1467975" y="678995"/>
                  </a:lnTo>
                  <a:lnTo>
                    <a:pt x="1468978" y="674990"/>
                  </a:lnTo>
                  <a:lnTo>
                    <a:pt x="1470482" y="689508"/>
                  </a:lnTo>
                  <a:lnTo>
                    <a:pt x="1471485" y="688507"/>
                  </a:lnTo>
                  <a:lnTo>
                    <a:pt x="1472488" y="681999"/>
                  </a:lnTo>
                  <a:lnTo>
                    <a:pt x="1473993" y="683501"/>
                  </a:lnTo>
                  <a:lnTo>
                    <a:pt x="1474996" y="679997"/>
                  </a:lnTo>
                  <a:lnTo>
                    <a:pt x="1475998" y="680497"/>
                  </a:lnTo>
                  <a:lnTo>
                    <a:pt x="1477503" y="681999"/>
                  </a:lnTo>
                  <a:lnTo>
                    <a:pt x="1478506" y="686004"/>
                  </a:lnTo>
                  <a:lnTo>
                    <a:pt x="1479509" y="686004"/>
                  </a:lnTo>
                  <a:lnTo>
                    <a:pt x="1480512" y="682500"/>
                  </a:lnTo>
                  <a:lnTo>
                    <a:pt x="1482016" y="694515"/>
                  </a:lnTo>
                  <a:lnTo>
                    <a:pt x="1483019" y="676492"/>
                  </a:lnTo>
                  <a:lnTo>
                    <a:pt x="1484022" y="668482"/>
                  </a:lnTo>
                  <a:lnTo>
                    <a:pt x="1485526" y="669984"/>
                  </a:lnTo>
                  <a:lnTo>
                    <a:pt x="1486549" y="676492"/>
                  </a:lnTo>
                  <a:lnTo>
                    <a:pt x="1487552" y="674990"/>
                  </a:lnTo>
                  <a:lnTo>
                    <a:pt x="1489056" y="670985"/>
                  </a:lnTo>
                  <a:lnTo>
                    <a:pt x="1490059" y="683000"/>
                  </a:lnTo>
                  <a:lnTo>
                    <a:pt x="1491062" y="662975"/>
                  </a:lnTo>
                  <a:lnTo>
                    <a:pt x="1492566" y="660472"/>
                  </a:lnTo>
                  <a:lnTo>
                    <a:pt x="1493569" y="680998"/>
                  </a:lnTo>
                  <a:lnTo>
                    <a:pt x="1494572" y="662475"/>
                  </a:lnTo>
                  <a:lnTo>
                    <a:pt x="1495575" y="675991"/>
                  </a:lnTo>
                  <a:lnTo>
                    <a:pt x="1497079" y="676492"/>
                  </a:lnTo>
                  <a:lnTo>
                    <a:pt x="1498082" y="654965"/>
                  </a:lnTo>
                  <a:lnTo>
                    <a:pt x="1499085" y="675491"/>
                  </a:lnTo>
                  <a:lnTo>
                    <a:pt x="1500590" y="681999"/>
                  </a:lnTo>
                  <a:lnTo>
                    <a:pt x="1501593" y="663476"/>
                  </a:lnTo>
                  <a:lnTo>
                    <a:pt x="1502595" y="690009"/>
                  </a:lnTo>
                  <a:lnTo>
                    <a:pt x="1504100" y="691511"/>
                  </a:lnTo>
                  <a:lnTo>
                    <a:pt x="1505103" y="675991"/>
                  </a:lnTo>
                  <a:lnTo>
                    <a:pt x="1506106" y="690510"/>
                  </a:lnTo>
                  <a:lnTo>
                    <a:pt x="1507610" y="672988"/>
                  </a:lnTo>
                  <a:lnTo>
                    <a:pt x="1508613" y="680497"/>
                  </a:lnTo>
                  <a:lnTo>
                    <a:pt x="1509616" y="673989"/>
                  </a:lnTo>
                  <a:lnTo>
                    <a:pt x="1510619" y="678995"/>
                  </a:lnTo>
                  <a:lnTo>
                    <a:pt x="1512123" y="671486"/>
                  </a:lnTo>
                  <a:lnTo>
                    <a:pt x="1513126" y="700522"/>
                  </a:lnTo>
                  <a:lnTo>
                    <a:pt x="1514129" y="661974"/>
                  </a:lnTo>
                  <a:lnTo>
                    <a:pt x="1515633" y="679496"/>
                  </a:lnTo>
                  <a:lnTo>
                    <a:pt x="1516636" y="686505"/>
                  </a:lnTo>
                  <a:lnTo>
                    <a:pt x="1517639" y="670485"/>
                  </a:lnTo>
                  <a:lnTo>
                    <a:pt x="1519143" y="679496"/>
                  </a:lnTo>
                  <a:lnTo>
                    <a:pt x="1520146" y="689008"/>
                  </a:lnTo>
                  <a:lnTo>
                    <a:pt x="1521149" y="695015"/>
                  </a:lnTo>
                  <a:lnTo>
                    <a:pt x="1522653" y="670985"/>
                  </a:lnTo>
                  <a:lnTo>
                    <a:pt x="1523656" y="688507"/>
                  </a:lnTo>
                  <a:lnTo>
                    <a:pt x="1524659" y="671486"/>
                  </a:lnTo>
                  <a:lnTo>
                    <a:pt x="1525662" y="680497"/>
                  </a:lnTo>
                  <a:lnTo>
                    <a:pt x="1527167" y="662975"/>
                  </a:lnTo>
                  <a:lnTo>
                    <a:pt x="1528169" y="666480"/>
                  </a:lnTo>
                  <a:lnTo>
                    <a:pt x="1529172" y="656467"/>
                  </a:lnTo>
                  <a:lnTo>
                    <a:pt x="1530677" y="698019"/>
                  </a:lnTo>
                  <a:lnTo>
                    <a:pt x="1531680" y="665478"/>
                  </a:lnTo>
                  <a:lnTo>
                    <a:pt x="1532683" y="679496"/>
                  </a:lnTo>
                  <a:lnTo>
                    <a:pt x="1534187" y="673989"/>
                  </a:lnTo>
                  <a:lnTo>
                    <a:pt x="1535190" y="676993"/>
                  </a:lnTo>
                  <a:lnTo>
                    <a:pt x="1536193" y="675991"/>
                  </a:lnTo>
                  <a:lnTo>
                    <a:pt x="1537697" y="671986"/>
                  </a:lnTo>
                  <a:lnTo>
                    <a:pt x="1538700" y="679496"/>
                  </a:lnTo>
                  <a:lnTo>
                    <a:pt x="1539703" y="671486"/>
                  </a:lnTo>
                  <a:lnTo>
                    <a:pt x="1541207" y="663976"/>
                  </a:lnTo>
                  <a:lnTo>
                    <a:pt x="1542210" y="684002"/>
                  </a:lnTo>
                  <a:lnTo>
                    <a:pt x="1543213" y="670485"/>
                  </a:lnTo>
                  <a:lnTo>
                    <a:pt x="1544216" y="666980"/>
                  </a:lnTo>
                  <a:lnTo>
                    <a:pt x="1545720" y="664978"/>
                  </a:lnTo>
                  <a:lnTo>
                    <a:pt x="1546723" y="682500"/>
                  </a:lnTo>
                  <a:lnTo>
                    <a:pt x="1547726" y="648444"/>
                  </a:lnTo>
                  <a:lnTo>
                    <a:pt x="1549230" y="667981"/>
                  </a:lnTo>
                  <a:lnTo>
                    <a:pt x="1550233" y="669984"/>
                  </a:lnTo>
                  <a:lnTo>
                    <a:pt x="1551236" y="658470"/>
                  </a:lnTo>
                  <a:lnTo>
                    <a:pt x="1552741" y="665478"/>
                  </a:lnTo>
                  <a:lnTo>
                    <a:pt x="1553743" y="656467"/>
                  </a:lnTo>
                  <a:lnTo>
                    <a:pt x="1554746" y="660973"/>
                  </a:lnTo>
                  <a:lnTo>
                    <a:pt x="1556251" y="648944"/>
                  </a:lnTo>
                  <a:lnTo>
                    <a:pt x="1557254" y="648444"/>
                  </a:lnTo>
                  <a:lnTo>
                    <a:pt x="1558257" y="659471"/>
                  </a:lnTo>
                  <a:lnTo>
                    <a:pt x="1559259" y="651961"/>
                  </a:lnTo>
                  <a:lnTo>
                    <a:pt x="1560764" y="633926"/>
                  </a:lnTo>
                  <a:lnTo>
                    <a:pt x="1561767" y="638932"/>
                  </a:lnTo>
                  <a:lnTo>
                    <a:pt x="1562770" y="647442"/>
                  </a:lnTo>
                  <a:lnTo>
                    <a:pt x="1564274" y="643437"/>
                  </a:lnTo>
                  <a:lnTo>
                    <a:pt x="1565277" y="624414"/>
                  </a:lnTo>
                  <a:lnTo>
                    <a:pt x="1566280" y="630421"/>
                  </a:lnTo>
                  <a:lnTo>
                    <a:pt x="1567784" y="644439"/>
                  </a:lnTo>
                  <a:lnTo>
                    <a:pt x="1568787" y="640934"/>
                  </a:lnTo>
                  <a:lnTo>
                    <a:pt x="1569790" y="648444"/>
                  </a:lnTo>
                  <a:lnTo>
                    <a:pt x="1571294" y="643938"/>
                  </a:lnTo>
                  <a:lnTo>
                    <a:pt x="1572297" y="642436"/>
                  </a:lnTo>
                  <a:lnTo>
                    <a:pt x="1573300" y="653463"/>
                  </a:lnTo>
                  <a:lnTo>
                    <a:pt x="1574303" y="663976"/>
                  </a:lnTo>
                  <a:lnTo>
                    <a:pt x="1575807" y="642436"/>
                  </a:lnTo>
                  <a:lnTo>
                    <a:pt x="1576810" y="648944"/>
                  </a:lnTo>
                  <a:lnTo>
                    <a:pt x="1577813" y="651961"/>
                  </a:lnTo>
                  <a:lnTo>
                    <a:pt x="1579318" y="644439"/>
                  </a:lnTo>
                  <a:lnTo>
                    <a:pt x="1580320" y="660472"/>
                  </a:lnTo>
                  <a:lnTo>
                    <a:pt x="1581323" y="650960"/>
                  </a:lnTo>
                  <a:lnTo>
                    <a:pt x="1582828" y="665478"/>
                  </a:lnTo>
                  <a:lnTo>
                    <a:pt x="1583831" y="642436"/>
                  </a:lnTo>
                  <a:lnTo>
                    <a:pt x="1584833" y="655466"/>
                  </a:lnTo>
                  <a:lnTo>
                    <a:pt x="1586338" y="666480"/>
                  </a:lnTo>
                  <a:lnTo>
                    <a:pt x="1587341" y="667981"/>
                  </a:lnTo>
                  <a:lnTo>
                    <a:pt x="1588344" y="661473"/>
                  </a:lnTo>
                  <a:lnTo>
                    <a:pt x="1589347" y="668983"/>
                  </a:lnTo>
                  <a:lnTo>
                    <a:pt x="1590851" y="668983"/>
                  </a:lnTo>
                  <a:lnTo>
                    <a:pt x="1591854" y="668482"/>
                  </a:lnTo>
                  <a:lnTo>
                    <a:pt x="1592877" y="654965"/>
                  </a:lnTo>
                  <a:lnTo>
                    <a:pt x="1594381" y="662475"/>
                  </a:lnTo>
                  <a:lnTo>
                    <a:pt x="1595384" y="670485"/>
                  </a:lnTo>
                  <a:lnTo>
                    <a:pt x="1596387" y="663476"/>
                  </a:lnTo>
                  <a:lnTo>
                    <a:pt x="1597891" y="669984"/>
                  </a:lnTo>
                  <a:lnTo>
                    <a:pt x="1598894" y="676993"/>
                  </a:lnTo>
                  <a:lnTo>
                    <a:pt x="1599897" y="681498"/>
                  </a:lnTo>
                  <a:lnTo>
                    <a:pt x="1601401" y="661974"/>
                  </a:lnTo>
                  <a:lnTo>
                    <a:pt x="1602404" y="678995"/>
                  </a:lnTo>
                  <a:lnTo>
                    <a:pt x="1603407" y="684502"/>
                  </a:lnTo>
                  <a:lnTo>
                    <a:pt x="1604410" y="687506"/>
                  </a:lnTo>
                  <a:lnTo>
                    <a:pt x="1605914" y="664978"/>
                  </a:lnTo>
                  <a:lnTo>
                    <a:pt x="1606917" y="681498"/>
                  </a:lnTo>
                  <a:lnTo>
                    <a:pt x="1607920" y="685003"/>
                  </a:lnTo>
                  <a:lnTo>
                    <a:pt x="1609425" y="667981"/>
                  </a:lnTo>
                  <a:lnTo>
                    <a:pt x="1610428" y="673989"/>
                  </a:lnTo>
                  <a:lnTo>
                    <a:pt x="1611430" y="672988"/>
                  </a:lnTo>
                  <a:lnTo>
                    <a:pt x="1612935" y="678495"/>
                  </a:lnTo>
                  <a:lnTo>
                    <a:pt x="1613938" y="674990"/>
                  </a:lnTo>
                  <a:lnTo>
                    <a:pt x="1614941" y="674990"/>
                  </a:lnTo>
                  <a:lnTo>
                    <a:pt x="1616445" y="672487"/>
                  </a:lnTo>
                  <a:lnTo>
                    <a:pt x="1617448" y="669483"/>
                  </a:lnTo>
                  <a:lnTo>
                    <a:pt x="1618451" y="680998"/>
                  </a:lnTo>
                </a:path>
                <a:path w="2200275" h="701039">
                  <a:moveTo>
                    <a:pt x="1618451" y="680998"/>
                  </a:moveTo>
                  <a:lnTo>
                    <a:pt x="1619454" y="676993"/>
                  </a:lnTo>
                  <a:lnTo>
                    <a:pt x="1620958" y="674990"/>
                  </a:lnTo>
                  <a:lnTo>
                    <a:pt x="1621961" y="684502"/>
                  </a:lnTo>
                  <a:lnTo>
                    <a:pt x="1622964" y="668983"/>
                  </a:lnTo>
                  <a:lnTo>
                    <a:pt x="1624468" y="673488"/>
                  </a:lnTo>
                  <a:lnTo>
                    <a:pt x="1625471" y="676993"/>
                  </a:lnTo>
                  <a:lnTo>
                    <a:pt x="1626474" y="678995"/>
                  </a:lnTo>
                  <a:lnTo>
                    <a:pt x="1627978" y="675491"/>
                  </a:lnTo>
                  <a:lnTo>
                    <a:pt x="1628981" y="679997"/>
                  </a:lnTo>
                  <a:lnTo>
                    <a:pt x="1629984" y="670485"/>
                  </a:lnTo>
                  <a:lnTo>
                    <a:pt x="1631489" y="678995"/>
                  </a:lnTo>
                  <a:lnTo>
                    <a:pt x="1632491" y="678995"/>
                  </a:lnTo>
                  <a:lnTo>
                    <a:pt x="1633494" y="672988"/>
                  </a:lnTo>
                  <a:lnTo>
                    <a:pt x="1634497" y="663976"/>
                  </a:lnTo>
                  <a:lnTo>
                    <a:pt x="1636002" y="689008"/>
                  </a:lnTo>
                  <a:lnTo>
                    <a:pt x="1637004" y="663476"/>
                  </a:lnTo>
                  <a:lnTo>
                    <a:pt x="1638007" y="683000"/>
                  </a:lnTo>
                  <a:lnTo>
                    <a:pt x="1639512" y="659471"/>
                  </a:lnTo>
                  <a:lnTo>
                    <a:pt x="1640515" y="685503"/>
                  </a:lnTo>
                  <a:lnTo>
                    <a:pt x="1641518" y="680998"/>
                  </a:lnTo>
                  <a:lnTo>
                    <a:pt x="1643022" y="667481"/>
                  </a:lnTo>
                  <a:lnTo>
                    <a:pt x="1644025" y="678995"/>
                  </a:lnTo>
                  <a:lnTo>
                    <a:pt x="1645028" y="684002"/>
                  </a:lnTo>
                  <a:lnTo>
                    <a:pt x="1646532" y="671986"/>
                  </a:lnTo>
                  <a:lnTo>
                    <a:pt x="1647535" y="668482"/>
                  </a:lnTo>
                  <a:lnTo>
                    <a:pt x="1648538" y="662475"/>
                  </a:lnTo>
                  <a:lnTo>
                    <a:pt x="1650042" y="670485"/>
                  </a:lnTo>
                  <a:lnTo>
                    <a:pt x="1651045" y="680998"/>
                  </a:lnTo>
                  <a:lnTo>
                    <a:pt x="1652048" y="671486"/>
                  </a:lnTo>
                  <a:lnTo>
                    <a:pt x="1653051" y="681498"/>
                  </a:lnTo>
                  <a:lnTo>
                    <a:pt x="1654555" y="680497"/>
                  </a:lnTo>
                  <a:lnTo>
                    <a:pt x="1655558" y="677994"/>
                  </a:lnTo>
                  <a:lnTo>
                    <a:pt x="1656561" y="671486"/>
                  </a:lnTo>
                  <a:lnTo>
                    <a:pt x="1658065" y="690510"/>
                  </a:lnTo>
                  <a:lnTo>
                    <a:pt x="1659068" y="677994"/>
                  </a:lnTo>
                  <a:lnTo>
                    <a:pt x="1660071" y="671986"/>
                  </a:lnTo>
                  <a:lnTo>
                    <a:pt x="1661576" y="667481"/>
                  </a:lnTo>
                  <a:lnTo>
                    <a:pt x="1662579" y="680998"/>
                  </a:lnTo>
                  <a:lnTo>
                    <a:pt x="1663581" y="685503"/>
                  </a:lnTo>
                  <a:lnTo>
                    <a:pt x="1665086" y="679997"/>
                  </a:lnTo>
                  <a:lnTo>
                    <a:pt x="1666089" y="671486"/>
                  </a:lnTo>
                  <a:lnTo>
                    <a:pt x="1667092" y="663976"/>
                  </a:lnTo>
                  <a:lnTo>
                    <a:pt x="1668094" y="680497"/>
                  </a:lnTo>
                  <a:lnTo>
                    <a:pt x="1669599" y="683000"/>
                  </a:lnTo>
                  <a:lnTo>
                    <a:pt x="1670602" y="672487"/>
                  </a:lnTo>
                  <a:lnTo>
                    <a:pt x="1671605" y="688507"/>
                  </a:lnTo>
                  <a:lnTo>
                    <a:pt x="1673109" y="685003"/>
                  </a:lnTo>
                  <a:lnTo>
                    <a:pt x="1674112" y="665979"/>
                  </a:lnTo>
                  <a:lnTo>
                    <a:pt x="1675115" y="678495"/>
                  </a:lnTo>
                  <a:lnTo>
                    <a:pt x="1676619" y="695015"/>
                  </a:lnTo>
                  <a:lnTo>
                    <a:pt x="1677622" y="672988"/>
                  </a:lnTo>
                  <a:lnTo>
                    <a:pt x="1678625" y="665478"/>
                  </a:lnTo>
                  <a:lnTo>
                    <a:pt x="1680129" y="664477"/>
                  </a:lnTo>
                  <a:lnTo>
                    <a:pt x="1681132" y="674990"/>
                  </a:lnTo>
                  <a:lnTo>
                    <a:pt x="1682135" y="670485"/>
                  </a:lnTo>
                  <a:lnTo>
                    <a:pt x="1683138" y="687506"/>
                  </a:lnTo>
                  <a:lnTo>
                    <a:pt x="1684642" y="673488"/>
                  </a:lnTo>
                  <a:lnTo>
                    <a:pt x="1685645" y="684502"/>
                  </a:lnTo>
                  <a:lnTo>
                    <a:pt x="1686648" y="678495"/>
                  </a:lnTo>
                  <a:lnTo>
                    <a:pt x="1688153" y="651461"/>
                  </a:lnTo>
                  <a:lnTo>
                    <a:pt x="1689155" y="669483"/>
                  </a:lnTo>
                  <a:lnTo>
                    <a:pt x="1690158" y="680998"/>
                  </a:lnTo>
                  <a:lnTo>
                    <a:pt x="1691663" y="660472"/>
                  </a:lnTo>
                  <a:lnTo>
                    <a:pt x="1692666" y="671986"/>
                  </a:lnTo>
                  <a:lnTo>
                    <a:pt x="1693668" y="672988"/>
                  </a:lnTo>
                  <a:lnTo>
                    <a:pt x="1695173" y="679496"/>
                  </a:lnTo>
                  <a:lnTo>
                    <a:pt x="1696176" y="676993"/>
                  </a:lnTo>
                  <a:lnTo>
                    <a:pt x="1697179" y="673989"/>
                  </a:lnTo>
                  <a:lnTo>
                    <a:pt x="1698195" y="657468"/>
                  </a:lnTo>
                  <a:lnTo>
                    <a:pt x="1699699" y="684502"/>
                  </a:lnTo>
                  <a:lnTo>
                    <a:pt x="1700702" y="647442"/>
                  </a:lnTo>
                  <a:lnTo>
                    <a:pt x="1701705" y="674990"/>
                  </a:lnTo>
                  <a:lnTo>
                    <a:pt x="1703209" y="674490"/>
                  </a:lnTo>
                  <a:lnTo>
                    <a:pt x="1704212" y="671486"/>
                  </a:lnTo>
                  <a:lnTo>
                    <a:pt x="1705215" y="663976"/>
                  </a:lnTo>
                  <a:lnTo>
                    <a:pt x="1706720" y="683000"/>
                  </a:lnTo>
                  <a:lnTo>
                    <a:pt x="1707723" y="677994"/>
                  </a:lnTo>
                  <a:lnTo>
                    <a:pt x="1708725" y="689008"/>
                  </a:lnTo>
                  <a:lnTo>
                    <a:pt x="1710230" y="673989"/>
                  </a:lnTo>
                  <a:lnTo>
                    <a:pt x="1711233" y="665478"/>
                  </a:lnTo>
                  <a:lnTo>
                    <a:pt x="1712236" y="678995"/>
                  </a:lnTo>
                  <a:lnTo>
                    <a:pt x="1713238" y="667481"/>
                  </a:lnTo>
                  <a:lnTo>
                    <a:pt x="1714743" y="692512"/>
                  </a:lnTo>
                  <a:lnTo>
                    <a:pt x="1715746" y="657969"/>
                  </a:lnTo>
                  <a:lnTo>
                    <a:pt x="1716749" y="681999"/>
                  </a:lnTo>
                  <a:lnTo>
                    <a:pt x="1718253" y="675991"/>
                  </a:lnTo>
                  <a:lnTo>
                    <a:pt x="1719256" y="661974"/>
                  </a:lnTo>
                  <a:lnTo>
                    <a:pt x="1720259" y="672487"/>
                  </a:lnTo>
                  <a:lnTo>
                    <a:pt x="1721763" y="657468"/>
                  </a:lnTo>
                  <a:lnTo>
                    <a:pt x="1722766" y="670485"/>
                  </a:lnTo>
                  <a:lnTo>
                    <a:pt x="1723769" y="670485"/>
                  </a:lnTo>
                  <a:lnTo>
                    <a:pt x="1725273" y="666980"/>
                  </a:lnTo>
                  <a:lnTo>
                    <a:pt x="1726276" y="664978"/>
                  </a:lnTo>
                  <a:lnTo>
                    <a:pt x="1727279" y="667481"/>
                  </a:lnTo>
                  <a:lnTo>
                    <a:pt x="1728282" y="668482"/>
                  </a:lnTo>
                  <a:lnTo>
                    <a:pt x="1729786" y="663476"/>
                  </a:lnTo>
                  <a:lnTo>
                    <a:pt x="1730789" y="662475"/>
                  </a:lnTo>
                  <a:lnTo>
                    <a:pt x="1731792" y="666980"/>
                  </a:lnTo>
                  <a:lnTo>
                    <a:pt x="1733297" y="656968"/>
                  </a:lnTo>
                  <a:lnTo>
                    <a:pt x="1734299" y="660472"/>
                  </a:lnTo>
                  <a:lnTo>
                    <a:pt x="1735302" y="667481"/>
                  </a:lnTo>
                  <a:lnTo>
                    <a:pt x="1736807" y="658970"/>
                  </a:lnTo>
                  <a:lnTo>
                    <a:pt x="1737810" y="673989"/>
                  </a:lnTo>
                  <a:lnTo>
                    <a:pt x="1738812" y="654965"/>
                  </a:lnTo>
                  <a:lnTo>
                    <a:pt x="1740317" y="662975"/>
                  </a:lnTo>
                  <a:lnTo>
                    <a:pt x="1741320" y="672988"/>
                  </a:lnTo>
                  <a:lnTo>
                    <a:pt x="1742323" y="674490"/>
                  </a:lnTo>
                  <a:lnTo>
                    <a:pt x="1743326" y="670485"/>
                  </a:lnTo>
                  <a:lnTo>
                    <a:pt x="1744830" y="672988"/>
                  </a:lnTo>
                  <a:lnTo>
                    <a:pt x="1745833" y="656467"/>
                  </a:lnTo>
                  <a:lnTo>
                    <a:pt x="1746836" y="667481"/>
                  </a:lnTo>
                  <a:lnTo>
                    <a:pt x="1748340" y="675491"/>
                  </a:lnTo>
                  <a:lnTo>
                    <a:pt x="1749343" y="664477"/>
                  </a:lnTo>
                  <a:lnTo>
                    <a:pt x="1750346" y="640934"/>
                  </a:lnTo>
                  <a:lnTo>
                    <a:pt x="1751850" y="660472"/>
                  </a:lnTo>
                  <a:lnTo>
                    <a:pt x="1752853" y="678495"/>
                  </a:lnTo>
                  <a:lnTo>
                    <a:pt x="1753856" y="695015"/>
                  </a:lnTo>
                  <a:lnTo>
                    <a:pt x="1755360" y="681999"/>
                  </a:lnTo>
                  <a:lnTo>
                    <a:pt x="1756363" y="685503"/>
                  </a:lnTo>
                  <a:lnTo>
                    <a:pt x="1757366" y="663976"/>
                  </a:lnTo>
                  <a:lnTo>
                    <a:pt x="1758369" y="687005"/>
                  </a:lnTo>
                  <a:lnTo>
                    <a:pt x="1759873" y="668482"/>
                  </a:lnTo>
                  <a:lnTo>
                    <a:pt x="1760876" y="668983"/>
                  </a:lnTo>
                  <a:lnTo>
                    <a:pt x="1761879" y="657969"/>
                  </a:lnTo>
                  <a:lnTo>
                    <a:pt x="1763384" y="662475"/>
                  </a:lnTo>
                  <a:lnTo>
                    <a:pt x="1764387" y="678495"/>
                  </a:lnTo>
                  <a:lnTo>
                    <a:pt x="1765389" y="656467"/>
                  </a:lnTo>
                  <a:lnTo>
                    <a:pt x="1766894" y="661974"/>
                  </a:lnTo>
                  <a:lnTo>
                    <a:pt x="1767897" y="660472"/>
                  </a:lnTo>
                  <a:lnTo>
                    <a:pt x="1768900" y="668482"/>
                  </a:lnTo>
                  <a:lnTo>
                    <a:pt x="1770404" y="670985"/>
                  </a:lnTo>
                  <a:lnTo>
                    <a:pt x="1771407" y="661974"/>
                  </a:lnTo>
                  <a:lnTo>
                    <a:pt x="1772410" y="666480"/>
                  </a:lnTo>
                  <a:lnTo>
                    <a:pt x="1773914" y="679496"/>
                  </a:lnTo>
                  <a:lnTo>
                    <a:pt x="1774917" y="683000"/>
                  </a:lnTo>
                  <a:lnTo>
                    <a:pt x="1775920" y="661974"/>
                  </a:lnTo>
                  <a:lnTo>
                    <a:pt x="1776923" y="658970"/>
                  </a:lnTo>
                  <a:lnTo>
                    <a:pt x="1778427" y="648944"/>
                  </a:lnTo>
                  <a:lnTo>
                    <a:pt x="1779430" y="682500"/>
                  </a:lnTo>
                  <a:lnTo>
                    <a:pt x="1780433" y="664477"/>
                  </a:lnTo>
                  <a:lnTo>
                    <a:pt x="1781937" y="655466"/>
                  </a:lnTo>
                  <a:lnTo>
                    <a:pt x="1782940" y="660973"/>
                  </a:lnTo>
                  <a:lnTo>
                    <a:pt x="1783943" y="656467"/>
                  </a:lnTo>
                  <a:lnTo>
                    <a:pt x="1785447" y="671986"/>
                  </a:lnTo>
                  <a:lnTo>
                    <a:pt x="1786450" y="676993"/>
                  </a:lnTo>
                  <a:lnTo>
                    <a:pt x="1787453" y="668983"/>
                  </a:lnTo>
                  <a:lnTo>
                    <a:pt x="1788958" y="662975"/>
                  </a:lnTo>
                  <a:lnTo>
                    <a:pt x="1789961" y="665478"/>
                  </a:lnTo>
                  <a:lnTo>
                    <a:pt x="1790963" y="659971"/>
                  </a:lnTo>
                  <a:lnTo>
                    <a:pt x="1791966" y="683501"/>
                  </a:lnTo>
                  <a:lnTo>
                    <a:pt x="1793471" y="671486"/>
                  </a:lnTo>
                  <a:lnTo>
                    <a:pt x="1794474" y="646441"/>
                  </a:lnTo>
                  <a:lnTo>
                    <a:pt x="1795477" y="661473"/>
                  </a:lnTo>
                  <a:lnTo>
                    <a:pt x="1796981" y="657468"/>
                  </a:lnTo>
                  <a:lnTo>
                    <a:pt x="1797984" y="663976"/>
                  </a:lnTo>
                  <a:lnTo>
                    <a:pt x="1798987" y="671986"/>
                  </a:lnTo>
                  <a:lnTo>
                    <a:pt x="1800491" y="671486"/>
                  </a:lnTo>
                  <a:lnTo>
                    <a:pt x="1801494" y="663476"/>
                  </a:lnTo>
                  <a:lnTo>
                    <a:pt x="1802497" y="657468"/>
                  </a:lnTo>
                  <a:lnTo>
                    <a:pt x="1804001" y="662475"/>
                  </a:lnTo>
                  <a:lnTo>
                    <a:pt x="1805017" y="663476"/>
                  </a:lnTo>
                  <a:lnTo>
                    <a:pt x="1806020" y="653964"/>
                  </a:lnTo>
                  <a:lnTo>
                    <a:pt x="1807023" y="668983"/>
                  </a:lnTo>
                  <a:lnTo>
                    <a:pt x="1808528" y="655966"/>
                  </a:lnTo>
                  <a:lnTo>
                    <a:pt x="1809531" y="663476"/>
                  </a:lnTo>
                  <a:lnTo>
                    <a:pt x="1810533" y="651961"/>
                  </a:lnTo>
                  <a:lnTo>
                    <a:pt x="1812038" y="667981"/>
                  </a:lnTo>
                  <a:lnTo>
                    <a:pt x="1813041" y="672988"/>
                  </a:lnTo>
                  <a:lnTo>
                    <a:pt x="1814044" y="659971"/>
                  </a:lnTo>
                  <a:lnTo>
                    <a:pt x="1815548" y="665979"/>
                  </a:lnTo>
                  <a:lnTo>
                    <a:pt x="1816551" y="669984"/>
                  </a:lnTo>
                  <a:lnTo>
                    <a:pt x="1817554" y="665979"/>
                  </a:lnTo>
                  <a:lnTo>
                    <a:pt x="1819058" y="648444"/>
                  </a:lnTo>
                  <a:lnTo>
                    <a:pt x="1820061" y="649445"/>
                  </a:lnTo>
                  <a:lnTo>
                    <a:pt x="1821064" y="640934"/>
                  </a:lnTo>
                  <a:lnTo>
                    <a:pt x="1822067" y="655466"/>
                  </a:lnTo>
                  <a:lnTo>
                    <a:pt x="1823571" y="665478"/>
                  </a:lnTo>
                  <a:lnTo>
                    <a:pt x="1824574" y="660472"/>
                  </a:lnTo>
                  <a:lnTo>
                    <a:pt x="1825577" y="658470"/>
                  </a:lnTo>
                  <a:lnTo>
                    <a:pt x="1827081" y="648944"/>
                  </a:lnTo>
                  <a:lnTo>
                    <a:pt x="1828084" y="663976"/>
                  </a:lnTo>
                  <a:lnTo>
                    <a:pt x="1829087" y="666480"/>
                  </a:lnTo>
                  <a:lnTo>
                    <a:pt x="1830591" y="670485"/>
                  </a:lnTo>
                  <a:lnTo>
                    <a:pt x="1831594" y="679997"/>
                  </a:lnTo>
                  <a:lnTo>
                    <a:pt x="1832597" y="651461"/>
                  </a:lnTo>
                  <a:lnTo>
                    <a:pt x="1834102" y="655466"/>
                  </a:lnTo>
                  <a:lnTo>
                    <a:pt x="1835105" y="647442"/>
                  </a:lnTo>
                  <a:lnTo>
                    <a:pt x="1836107" y="657468"/>
                  </a:lnTo>
                  <a:lnTo>
                    <a:pt x="1837110" y="659471"/>
                  </a:lnTo>
                  <a:lnTo>
                    <a:pt x="1838615" y="651961"/>
                  </a:lnTo>
                  <a:lnTo>
                    <a:pt x="1839618" y="637430"/>
                  </a:lnTo>
                  <a:lnTo>
                    <a:pt x="1840621" y="650960"/>
                  </a:lnTo>
                  <a:lnTo>
                    <a:pt x="1842125" y="648944"/>
                  </a:lnTo>
                  <a:lnTo>
                    <a:pt x="1843128" y="662475"/>
                  </a:lnTo>
                  <a:lnTo>
                    <a:pt x="1844131" y="649445"/>
                  </a:lnTo>
                  <a:lnTo>
                    <a:pt x="1845635" y="638932"/>
                  </a:lnTo>
                  <a:lnTo>
                    <a:pt x="1846638" y="644939"/>
                  </a:lnTo>
                  <a:lnTo>
                    <a:pt x="1847641" y="664978"/>
                  </a:lnTo>
                  <a:lnTo>
                    <a:pt x="1849145" y="644439"/>
                  </a:lnTo>
                  <a:lnTo>
                    <a:pt x="1850148" y="644439"/>
                  </a:lnTo>
                  <a:lnTo>
                    <a:pt x="1851151" y="647943"/>
                  </a:lnTo>
                  <a:lnTo>
                    <a:pt x="1852154" y="636929"/>
                  </a:lnTo>
                  <a:lnTo>
                    <a:pt x="1853658" y="625916"/>
                  </a:lnTo>
                  <a:lnTo>
                    <a:pt x="1854661" y="628919"/>
                  </a:lnTo>
                  <a:lnTo>
                    <a:pt x="1855664" y="630421"/>
                  </a:lnTo>
                  <a:lnTo>
                    <a:pt x="1857168" y="633425"/>
                  </a:lnTo>
                  <a:lnTo>
                    <a:pt x="1858171" y="615903"/>
                  </a:lnTo>
                  <a:lnTo>
                    <a:pt x="1859174" y="606892"/>
                  </a:lnTo>
                  <a:lnTo>
                    <a:pt x="1860679" y="594877"/>
                  </a:lnTo>
                  <a:lnTo>
                    <a:pt x="1861681" y="593375"/>
                  </a:lnTo>
                  <a:lnTo>
                    <a:pt x="1862684" y="561815"/>
                  </a:lnTo>
                  <a:lnTo>
                    <a:pt x="1864189" y="562316"/>
                  </a:lnTo>
                  <a:lnTo>
                    <a:pt x="1865192" y="557310"/>
                  </a:lnTo>
                  <a:lnTo>
                    <a:pt x="1866195" y="544293"/>
                  </a:lnTo>
                  <a:lnTo>
                    <a:pt x="1867197" y="545295"/>
                  </a:lnTo>
                  <a:lnTo>
                    <a:pt x="1868702" y="534782"/>
                  </a:lnTo>
                  <a:lnTo>
                    <a:pt x="1869705" y="517760"/>
                  </a:lnTo>
                  <a:lnTo>
                    <a:pt x="1870708" y="511252"/>
                  </a:lnTo>
                  <a:lnTo>
                    <a:pt x="1872212" y="508248"/>
                  </a:lnTo>
                  <a:lnTo>
                    <a:pt x="1873215" y="504744"/>
                  </a:lnTo>
                  <a:lnTo>
                    <a:pt x="1874218" y="504243"/>
                  </a:lnTo>
                  <a:lnTo>
                    <a:pt x="1875722" y="500238"/>
                  </a:lnTo>
                  <a:lnTo>
                    <a:pt x="1876725" y="493730"/>
                  </a:lnTo>
                  <a:lnTo>
                    <a:pt x="1877728" y="496233"/>
                  </a:lnTo>
                  <a:lnTo>
                    <a:pt x="1879232" y="497735"/>
                  </a:lnTo>
                  <a:lnTo>
                    <a:pt x="1880235" y="490726"/>
                  </a:lnTo>
                  <a:lnTo>
                    <a:pt x="1881238" y="487709"/>
                  </a:lnTo>
                  <a:lnTo>
                    <a:pt x="1882241" y="491728"/>
                  </a:lnTo>
                  <a:lnTo>
                    <a:pt x="1883745" y="501740"/>
                  </a:lnTo>
                  <a:lnTo>
                    <a:pt x="1884748" y="502742"/>
                  </a:lnTo>
                  <a:lnTo>
                    <a:pt x="1885751" y="510251"/>
                  </a:lnTo>
                  <a:lnTo>
                    <a:pt x="1887255" y="516258"/>
                  </a:lnTo>
                  <a:lnTo>
                    <a:pt x="1888258" y="513755"/>
                  </a:lnTo>
                  <a:lnTo>
                    <a:pt x="1889261" y="509750"/>
                  </a:lnTo>
                  <a:lnTo>
                    <a:pt x="1890766" y="530276"/>
                  </a:lnTo>
                  <a:lnTo>
                    <a:pt x="1891769" y="531778"/>
                  </a:lnTo>
                  <a:lnTo>
                    <a:pt x="1892771" y="553305"/>
                  </a:lnTo>
                  <a:lnTo>
                    <a:pt x="1894276" y="545795"/>
                  </a:lnTo>
                  <a:lnTo>
                    <a:pt x="1895279" y="559813"/>
                  </a:lnTo>
                  <a:lnTo>
                    <a:pt x="1896282" y="571347"/>
                  </a:lnTo>
                  <a:lnTo>
                    <a:pt x="1897786" y="574351"/>
                  </a:lnTo>
                  <a:lnTo>
                    <a:pt x="1898789" y="589370"/>
                  </a:lnTo>
                  <a:lnTo>
                    <a:pt x="1899792" y="584864"/>
                  </a:lnTo>
                  <a:lnTo>
                    <a:pt x="1900795" y="607893"/>
                  </a:lnTo>
                  <a:lnTo>
                    <a:pt x="1902299" y="615903"/>
                  </a:lnTo>
                  <a:lnTo>
                    <a:pt x="1903302" y="613901"/>
                  </a:lnTo>
                  <a:lnTo>
                    <a:pt x="1904305" y="613400"/>
                  </a:lnTo>
                  <a:lnTo>
                    <a:pt x="1905809" y="624414"/>
                  </a:lnTo>
                  <a:lnTo>
                    <a:pt x="1906812" y="631923"/>
                  </a:lnTo>
                  <a:lnTo>
                    <a:pt x="1907815" y="627918"/>
                  </a:lnTo>
                  <a:lnTo>
                    <a:pt x="1909319" y="628419"/>
                  </a:lnTo>
                  <a:lnTo>
                    <a:pt x="1910342" y="628919"/>
                  </a:lnTo>
                  <a:lnTo>
                    <a:pt x="1911345" y="644439"/>
                  </a:lnTo>
                  <a:lnTo>
                    <a:pt x="1912850" y="631923"/>
                  </a:lnTo>
                  <a:lnTo>
                    <a:pt x="1913852" y="639933"/>
                  </a:lnTo>
                  <a:lnTo>
                    <a:pt x="1914855" y="645440"/>
                  </a:lnTo>
                  <a:lnTo>
                    <a:pt x="1915858" y="636429"/>
                  </a:lnTo>
                  <a:lnTo>
                    <a:pt x="1917363" y="644439"/>
                  </a:lnTo>
                  <a:lnTo>
                    <a:pt x="1918366" y="637931"/>
                  </a:lnTo>
                  <a:lnTo>
                    <a:pt x="1919368" y="649946"/>
                  </a:lnTo>
                  <a:lnTo>
                    <a:pt x="1920873" y="642436"/>
                  </a:lnTo>
                  <a:lnTo>
                    <a:pt x="1921876" y="662975"/>
                  </a:lnTo>
                  <a:lnTo>
                    <a:pt x="1922879" y="640434"/>
                  </a:lnTo>
                  <a:lnTo>
                    <a:pt x="1924383" y="651961"/>
                  </a:lnTo>
                  <a:lnTo>
                    <a:pt x="1925386" y="643938"/>
                  </a:lnTo>
                  <a:lnTo>
                    <a:pt x="1926389" y="644939"/>
                  </a:lnTo>
                  <a:lnTo>
                    <a:pt x="1927893" y="646942"/>
                  </a:lnTo>
                  <a:lnTo>
                    <a:pt x="1928896" y="660472"/>
                  </a:lnTo>
                  <a:lnTo>
                    <a:pt x="1929899" y="643938"/>
                  </a:lnTo>
                  <a:lnTo>
                    <a:pt x="1930902" y="633425"/>
                  </a:lnTo>
                  <a:lnTo>
                    <a:pt x="1932406" y="644939"/>
                  </a:lnTo>
                  <a:lnTo>
                    <a:pt x="1933409" y="644939"/>
                  </a:lnTo>
                  <a:lnTo>
                    <a:pt x="1934412" y="653964"/>
                  </a:lnTo>
                  <a:lnTo>
                    <a:pt x="1935916" y="647943"/>
                  </a:lnTo>
                  <a:lnTo>
                    <a:pt x="1936919" y="636429"/>
                  </a:lnTo>
                  <a:lnTo>
                    <a:pt x="1937922" y="652963"/>
                  </a:lnTo>
                  <a:lnTo>
                    <a:pt x="1939427" y="646441"/>
                  </a:lnTo>
                  <a:lnTo>
                    <a:pt x="1940429" y="644939"/>
                  </a:lnTo>
                  <a:lnTo>
                    <a:pt x="1941432" y="649946"/>
                  </a:lnTo>
                  <a:lnTo>
                    <a:pt x="1942937" y="666480"/>
                  </a:lnTo>
                  <a:lnTo>
                    <a:pt x="1943940" y="638932"/>
                  </a:lnTo>
                  <a:lnTo>
                    <a:pt x="1944942" y="643437"/>
                  </a:lnTo>
                  <a:lnTo>
                    <a:pt x="1945945" y="653463"/>
                  </a:lnTo>
                  <a:lnTo>
                    <a:pt x="1947450" y="647442"/>
                  </a:lnTo>
                  <a:lnTo>
                    <a:pt x="1948453" y="633425"/>
                  </a:lnTo>
                  <a:lnTo>
                    <a:pt x="1949456" y="633926"/>
                  </a:lnTo>
                  <a:lnTo>
                    <a:pt x="1950960" y="626416"/>
                  </a:lnTo>
                  <a:lnTo>
                    <a:pt x="1951963" y="653463"/>
                  </a:lnTo>
                  <a:lnTo>
                    <a:pt x="1952966" y="655466"/>
                  </a:lnTo>
                  <a:lnTo>
                    <a:pt x="1954470" y="642436"/>
                  </a:lnTo>
                  <a:lnTo>
                    <a:pt x="1955473" y="622912"/>
                  </a:lnTo>
                  <a:lnTo>
                    <a:pt x="1956476" y="618907"/>
                  </a:lnTo>
                  <a:lnTo>
                    <a:pt x="1957980" y="629921"/>
                  </a:lnTo>
                  <a:lnTo>
                    <a:pt x="1958983" y="615903"/>
                  </a:lnTo>
                  <a:lnTo>
                    <a:pt x="1959986" y="600384"/>
                  </a:lnTo>
                  <a:lnTo>
                    <a:pt x="1960989" y="607392"/>
                  </a:lnTo>
                  <a:lnTo>
                    <a:pt x="1962493" y="607392"/>
                  </a:lnTo>
                  <a:lnTo>
                    <a:pt x="1963496" y="600884"/>
                  </a:lnTo>
                  <a:lnTo>
                    <a:pt x="1964499" y="582862"/>
                  </a:lnTo>
                  <a:lnTo>
                    <a:pt x="1966003" y="581360"/>
                  </a:lnTo>
                  <a:lnTo>
                    <a:pt x="1967006" y="576354"/>
                  </a:lnTo>
                  <a:lnTo>
                    <a:pt x="1968009" y="583863"/>
                  </a:lnTo>
                  <a:lnTo>
                    <a:pt x="1969514" y="559312"/>
                  </a:lnTo>
                  <a:lnTo>
                    <a:pt x="1970516" y="557310"/>
                  </a:lnTo>
                  <a:lnTo>
                    <a:pt x="1971519" y="560814"/>
                  </a:lnTo>
                  <a:lnTo>
                    <a:pt x="1973024" y="542792"/>
                  </a:lnTo>
                  <a:lnTo>
                    <a:pt x="1974027" y="544794"/>
                  </a:lnTo>
                  <a:lnTo>
                    <a:pt x="1975030" y="543292"/>
                  </a:lnTo>
                  <a:lnTo>
                    <a:pt x="1976032" y="525270"/>
                  </a:lnTo>
                  <a:lnTo>
                    <a:pt x="1977537" y="531778"/>
                  </a:lnTo>
                  <a:lnTo>
                    <a:pt x="1978540" y="527773"/>
                  </a:lnTo>
                  <a:lnTo>
                    <a:pt x="1979543" y="518762"/>
                  </a:lnTo>
                  <a:lnTo>
                    <a:pt x="1981047" y="512754"/>
                  </a:lnTo>
                  <a:lnTo>
                    <a:pt x="1982050" y="519262"/>
                  </a:lnTo>
                  <a:lnTo>
                    <a:pt x="1983053" y="517760"/>
                  </a:lnTo>
                  <a:lnTo>
                    <a:pt x="1984557" y="539287"/>
                  </a:lnTo>
                  <a:lnTo>
                    <a:pt x="1985560" y="527272"/>
                  </a:lnTo>
                  <a:lnTo>
                    <a:pt x="1986563" y="509750"/>
                  </a:lnTo>
                  <a:lnTo>
                    <a:pt x="1988067" y="534782"/>
                  </a:lnTo>
                  <a:lnTo>
                    <a:pt x="1989070" y="535282"/>
                  </a:lnTo>
                  <a:lnTo>
                    <a:pt x="1990073" y="541790"/>
                  </a:lnTo>
                  <a:lnTo>
                    <a:pt x="1991076" y="533780"/>
                  </a:lnTo>
                  <a:lnTo>
                    <a:pt x="1992580" y="543793"/>
                  </a:lnTo>
                  <a:lnTo>
                    <a:pt x="1993583" y="539788"/>
                  </a:lnTo>
                  <a:lnTo>
                    <a:pt x="1994586" y="552303"/>
                  </a:lnTo>
                  <a:lnTo>
                    <a:pt x="1996091" y="560814"/>
                  </a:lnTo>
                  <a:lnTo>
                    <a:pt x="1997093" y="535282"/>
                  </a:lnTo>
                  <a:lnTo>
                    <a:pt x="1998096" y="550301"/>
                  </a:lnTo>
                  <a:lnTo>
                    <a:pt x="1999601" y="564319"/>
                  </a:lnTo>
                  <a:lnTo>
                    <a:pt x="2000604" y="586366"/>
                  </a:lnTo>
                  <a:lnTo>
                    <a:pt x="2001606" y="560314"/>
                  </a:lnTo>
                  <a:lnTo>
                    <a:pt x="2003111" y="580859"/>
                  </a:lnTo>
                  <a:lnTo>
                    <a:pt x="2004114" y="577855"/>
                  </a:lnTo>
                  <a:lnTo>
                    <a:pt x="2005117" y="574351"/>
                  </a:lnTo>
                  <a:lnTo>
                    <a:pt x="2006120" y="570847"/>
                  </a:lnTo>
                  <a:lnTo>
                    <a:pt x="2007624" y="578356"/>
                  </a:lnTo>
                  <a:lnTo>
                    <a:pt x="2008627" y="585365"/>
                  </a:lnTo>
                  <a:lnTo>
                    <a:pt x="2009630" y="591873"/>
                  </a:lnTo>
                  <a:lnTo>
                    <a:pt x="2011134" y="576354"/>
                  </a:lnTo>
                  <a:lnTo>
                    <a:pt x="2012137" y="589370"/>
                  </a:lnTo>
                  <a:lnTo>
                    <a:pt x="2013140" y="597880"/>
                  </a:lnTo>
                  <a:lnTo>
                    <a:pt x="2014644" y="602386"/>
                  </a:lnTo>
                  <a:lnTo>
                    <a:pt x="2015647" y="595377"/>
                  </a:lnTo>
                  <a:lnTo>
                    <a:pt x="2016663" y="612399"/>
                  </a:lnTo>
                  <a:lnTo>
                    <a:pt x="2018168" y="609395"/>
                  </a:lnTo>
                  <a:lnTo>
                    <a:pt x="2019171" y="617405"/>
                  </a:lnTo>
                  <a:lnTo>
                    <a:pt x="2020174" y="618907"/>
                  </a:lnTo>
                  <a:lnTo>
                    <a:pt x="2021678" y="612899"/>
                  </a:lnTo>
                  <a:lnTo>
                    <a:pt x="2022681" y="621410"/>
                  </a:lnTo>
                  <a:lnTo>
                    <a:pt x="2023684" y="622912"/>
                  </a:lnTo>
                  <a:lnTo>
                    <a:pt x="2024687" y="624414"/>
                  </a:lnTo>
                  <a:lnTo>
                    <a:pt x="2026191" y="615402"/>
                  </a:lnTo>
                  <a:lnTo>
                    <a:pt x="2027194" y="634426"/>
                  </a:lnTo>
                  <a:lnTo>
                    <a:pt x="2028197" y="636429"/>
                  </a:lnTo>
                  <a:lnTo>
                    <a:pt x="2029701" y="641936"/>
                  </a:lnTo>
                  <a:lnTo>
                    <a:pt x="2030704" y="633926"/>
                  </a:lnTo>
                  <a:lnTo>
                    <a:pt x="2031707" y="639933"/>
                  </a:lnTo>
                  <a:lnTo>
                    <a:pt x="2033211" y="631923"/>
                  </a:lnTo>
                  <a:lnTo>
                    <a:pt x="2034214" y="630922"/>
                  </a:lnTo>
                  <a:lnTo>
                    <a:pt x="2035217" y="653463"/>
                  </a:lnTo>
                  <a:lnTo>
                    <a:pt x="2036721" y="637931"/>
                  </a:lnTo>
                  <a:lnTo>
                    <a:pt x="2037724" y="648444"/>
                  </a:lnTo>
                  <a:lnTo>
                    <a:pt x="2038727" y="656467"/>
                  </a:lnTo>
                  <a:lnTo>
                    <a:pt x="2039730" y="656467"/>
                  </a:lnTo>
                  <a:lnTo>
                    <a:pt x="2041235" y="646942"/>
                  </a:lnTo>
                  <a:lnTo>
                    <a:pt x="2042237" y="650960"/>
                  </a:lnTo>
                  <a:lnTo>
                    <a:pt x="2043240" y="640934"/>
                  </a:lnTo>
                  <a:lnTo>
                    <a:pt x="2044745" y="644439"/>
                  </a:lnTo>
                  <a:lnTo>
                    <a:pt x="2045748" y="652462"/>
                  </a:lnTo>
                  <a:lnTo>
                    <a:pt x="2046750" y="639933"/>
                  </a:lnTo>
                  <a:lnTo>
                    <a:pt x="2048255" y="658970"/>
                  </a:lnTo>
                  <a:lnTo>
                    <a:pt x="2049258" y="644439"/>
                  </a:lnTo>
                  <a:lnTo>
                    <a:pt x="2050261" y="635928"/>
                  </a:lnTo>
                  <a:lnTo>
                    <a:pt x="2051765" y="648944"/>
                  </a:lnTo>
                  <a:lnTo>
                    <a:pt x="2052768" y="654965"/>
                  </a:lnTo>
                  <a:lnTo>
                    <a:pt x="2053771" y="649445"/>
                  </a:lnTo>
                  <a:lnTo>
                    <a:pt x="2054774" y="646942"/>
                  </a:lnTo>
                  <a:lnTo>
                    <a:pt x="2056278" y="639933"/>
                  </a:lnTo>
                  <a:lnTo>
                    <a:pt x="2057281" y="650960"/>
                  </a:lnTo>
                  <a:lnTo>
                    <a:pt x="2058284" y="657468"/>
                  </a:lnTo>
                  <a:lnTo>
                    <a:pt x="2059788" y="637931"/>
                  </a:lnTo>
                  <a:lnTo>
                    <a:pt x="2060791" y="658470"/>
                  </a:lnTo>
                  <a:lnTo>
                    <a:pt x="2061794" y="653964"/>
                  </a:lnTo>
                  <a:lnTo>
                    <a:pt x="2063298" y="650460"/>
                  </a:lnTo>
                  <a:lnTo>
                    <a:pt x="2064301" y="673989"/>
                  </a:lnTo>
                  <a:lnTo>
                    <a:pt x="2065304" y="649946"/>
                  </a:lnTo>
                  <a:lnTo>
                    <a:pt x="2066809" y="642937"/>
                  </a:lnTo>
                  <a:lnTo>
                    <a:pt x="2067811" y="636429"/>
                  </a:lnTo>
                  <a:lnTo>
                    <a:pt x="2068814" y="656968"/>
                  </a:lnTo>
                  <a:lnTo>
                    <a:pt x="2069817" y="639933"/>
                  </a:lnTo>
                  <a:lnTo>
                    <a:pt x="2071322" y="637931"/>
                  </a:lnTo>
                  <a:lnTo>
                    <a:pt x="2072325" y="673488"/>
                  </a:lnTo>
                  <a:lnTo>
                    <a:pt x="2073327" y="658970"/>
                  </a:lnTo>
                  <a:lnTo>
                    <a:pt x="2074832" y="665478"/>
                  </a:lnTo>
                  <a:lnTo>
                    <a:pt x="2075835" y="649946"/>
                  </a:lnTo>
                  <a:lnTo>
                    <a:pt x="2076838" y="649445"/>
                  </a:lnTo>
                  <a:lnTo>
                    <a:pt x="2078342" y="649946"/>
                  </a:lnTo>
                  <a:lnTo>
                    <a:pt x="2079345" y="672487"/>
                  </a:lnTo>
                  <a:lnTo>
                    <a:pt x="2080348" y="654965"/>
                  </a:lnTo>
                  <a:lnTo>
                    <a:pt x="2081852" y="663476"/>
                  </a:lnTo>
                  <a:lnTo>
                    <a:pt x="2082855" y="645941"/>
                  </a:lnTo>
                  <a:lnTo>
                    <a:pt x="2083858" y="652963"/>
                  </a:lnTo>
                  <a:lnTo>
                    <a:pt x="2084861" y="649946"/>
                  </a:lnTo>
                  <a:lnTo>
                    <a:pt x="2086365" y="653964"/>
                  </a:lnTo>
                  <a:lnTo>
                    <a:pt x="2087368" y="651461"/>
                  </a:lnTo>
                  <a:lnTo>
                    <a:pt x="2088371" y="657969"/>
                  </a:lnTo>
                  <a:lnTo>
                    <a:pt x="2089875" y="654965"/>
                  </a:lnTo>
                  <a:lnTo>
                    <a:pt x="2090878" y="650960"/>
                  </a:lnTo>
                  <a:lnTo>
                    <a:pt x="2091881" y="659471"/>
                  </a:lnTo>
                  <a:lnTo>
                    <a:pt x="2093385" y="659471"/>
                  </a:lnTo>
                  <a:lnTo>
                    <a:pt x="2094388" y="653964"/>
                  </a:lnTo>
                  <a:lnTo>
                    <a:pt x="2095391" y="639933"/>
                  </a:lnTo>
                  <a:lnTo>
                    <a:pt x="2096896" y="650960"/>
                  </a:lnTo>
                  <a:lnTo>
                    <a:pt x="2097899" y="646942"/>
                  </a:lnTo>
                  <a:lnTo>
                    <a:pt x="2098901" y="657969"/>
                  </a:lnTo>
                  <a:lnTo>
                    <a:pt x="2099904" y="657969"/>
                  </a:lnTo>
                  <a:lnTo>
                    <a:pt x="2101409" y="636929"/>
                  </a:lnTo>
                  <a:lnTo>
                    <a:pt x="2102412" y="672487"/>
                  </a:lnTo>
                  <a:lnTo>
                    <a:pt x="2103415" y="657969"/>
                  </a:lnTo>
                  <a:lnTo>
                    <a:pt x="2104919" y="652963"/>
                  </a:lnTo>
                  <a:lnTo>
                    <a:pt x="2105922" y="658470"/>
                  </a:lnTo>
                  <a:lnTo>
                    <a:pt x="2106925" y="669984"/>
                  </a:lnTo>
                  <a:lnTo>
                    <a:pt x="2108429" y="666980"/>
                  </a:lnTo>
                  <a:lnTo>
                    <a:pt x="2109432" y="644439"/>
                  </a:lnTo>
                  <a:lnTo>
                    <a:pt x="2110435" y="643437"/>
                  </a:lnTo>
                  <a:lnTo>
                    <a:pt x="2111939" y="652963"/>
                  </a:lnTo>
                  <a:lnTo>
                    <a:pt x="2112942" y="656968"/>
                  </a:lnTo>
                  <a:lnTo>
                    <a:pt x="2113945" y="665478"/>
                  </a:lnTo>
                  <a:lnTo>
                    <a:pt x="2114948" y="649946"/>
                  </a:lnTo>
                  <a:lnTo>
                    <a:pt x="2116452" y="662475"/>
                  </a:lnTo>
                  <a:lnTo>
                    <a:pt x="2117455" y="623913"/>
                  </a:lnTo>
                  <a:lnTo>
                    <a:pt x="2118458" y="668482"/>
                  </a:lnTo>
                  <a:lnTo>
                    <a:pt x="2119962" y="659471"/>
                  </a:lnTo>
                  <a:lnTo>
                    <a:pt x="2120965" y="669984"/>
                  </a:lnTo>
                  <a:lnTo>
                    <a:pt x="2121968" y="646441"/>
                  </a:lnTo>
                  <a:lnTo>
                    <a:pt x="2123493" y="657969"/>
                  </a:lnTo>
                  <a:lnTo>
                    <a:pt x="2124496" y="637931"/>
                  </a:lnTo>
                  <a:lnTo>
                    <a:pt x="2125498" y="649946"/>
                  </a:lnTo>
                  <a:lnTo>
                    <a:pt x="2127003" y="635928"/>
                  </a:lnTo>
                  <a:lnTo>
                    <a:pt x="2128006" y="645941"/>
                  </a:lnTo>
                  <a:lnTo>
                    <a:pt x="2129009" y="656467"/>
                  </a:lnTo>
                  <a:lnTo>
                    <a:pt x="2130011" y="660472"/>
                  </a:lnTo>
                  <a:lnTo>
                    <a:pt x="2131516" y="649445"/>
                  </a:lnTo>
                  <a:lnTo>
                    <a:pt x="2132519" y="647943"/>
                  </a:lnTo>
                  <a:lnTo>
                    <a:pt x="2133522" y="646942"/>
                  </a:lnTo>
                  <a:lnTo>
                    <a:pt x="2135026" y="660472"/>
                  </a:lnTo>
                  <a:lnTo>
                    <a:pt x="2136029" y="652462"/>
                  </a:lnTo>
                  <a:lnTo>
                    <a:pt x="2137032" y="653964"/>
                  </a:lnTo>
                  <a:lnTo>
                    <a:pt x="2138536" y="660472"/>
                  </a:lnTo>
                  <a:lnTo>
                    <a:pt x="2139539" y="666480"/>
                  </a:lnTo>
                  <a:lnTo>
                    <a:pt x="2140542" y="656968"/>
                  </a:lnTo>
                  <a:lnTo>
                    <a:pt x="2142046" y="644439"/>
                  </a:lnTo>
                  <a:lnTo>
                    <a:pt x="2143049" y="632424"/>
                  </a:lnTo>
                  <a:lnTo>
                    <a:pt x="2144052" y="663476"/>
                  </a:lnTo>
                  <a:lnTo>
                    <a:pt x="2145556" y="658970"/>
                  </a:lnTo>
                  <a:lnTo>
                    <a:pt x="2146559" y="661974"/>
                  </a:lnTo>
                  <a:lnTo>
                    <a:pt x="2147562" y="654465"/>
                  </a:lnTo>
                  <a:lnTo>
                    <a:pt x="2148565" y="657969"/>
                  </a:lnTo>
                  <a:lnTo>
                    <a:pt x="2150070" y="659971"/>
                  </a:lnTo>
                  <a:lnTo>
                    <a:pt x="2151072" y="643437"/>
                  </a:lnTo>
                  <a:lnTo>
                    <a:pt x="2152075" y="643938"/>
                  </a:lnTo>
                  <a:lnTo>
                    <a:pt x="2153580" y="656467"/>
                  </a:lnTo>
                  <a:lnTo>
                    <a:pt x="2154583" y="663476"/>
                  </a:lnTo>
                  <a:lnTo>
                    <a:pt x="2155586" y="659471"/>
                  </a:lnTo>
                  <a:lnTo>
                    <a:pt x="2157090" y="646942"/>
                  </a:lnTo>
                  <a:lnTo>
                    <a:pt x="2158093" y="674490"/>
                  </a:lnTo>
                  <a:lnTo>
                    <a:pt x="2159096" y="650460"/>
                  </a:lnTo>
                  <a:lnTo>
                    <a:pt x="2160600" y="652963"/>
                  </a:lnTo>
                  <a:lnTo>
                    <a:pt x="2161603" y="644939"/>
                  </a:lnTo>
                  <a:lnTo>
                    <a:pt x="2162606" y="655466"/>
                  </a:lnTo>
                  <a:lnTo>
                    <a:pt x="2163609" y="647943"/>
                  </a:lnTo>
                  <a:lnTo>
                    <a:pt x="2165113" y="644939"/>
                  </a:lnTo>
                  <a:lnTo>
                    <a:pt x="2166116" y="653964"/>
                  </a:lnTo>
                  <a:lnTo>
                    <a:pt x="2167119" y="652963"/>
                  </a:lnTo>
                  <a:lnTo>
                    <a:pt x="2168623" y="660973"/>
                  </a:lnTo>
                  <a:lnTo>
                    <a:pt x="2169626" y="633926"/>
                  </a:lnTo>
                  <a:lnTo>
                    <a:pt x="2170629" y="647943"/>
                  </a:lnTo>
                  <a:lnTo>
                    <a:pt x="2172133" y="652963"/>
                  </a:lnTo>
                  <a:lnTo>
                    <a:pt x="2173136" y="640434"/>
                  </a:lnTo>
                  <a:lnTo>
                    <a:pt x="2174139" y="644439"/>
                  </a:lnTo>
                  <a:lnTo>
                    <a:pt x="2175644" y="664978"/>
                  </a:lnTo>
                  <a:lnTo>
                    <a:pt x="2176646" y="652963"/>
                  </a:lnTo>
                  <a:lnTo>
                    <a:pt x="2177649" y="650460"/>
                  </a:lnTo>
                  <a:lnTo>
                    <a:pt x="2178652" y="648944"/>
                  </a:lnTo>
                  <a:lnTo>
                    <a:pt x="2180157" y="653463"/>
                  </a:lnTo>
                  <a:lnTo>
                    <a:pt x="2181160" y="653964"/>
                  </a:lnTo>
                  <a:lnTo>
                    <a:pt x="2182162" y="645440"/>
                  </a:lnTo>
                  <a:lnTo>
                    <a:pt x="2183667" y="641936"/>
                  </a:lnTo>
                  <a:lnTo>
                    <a:pt x="2184670" y="647442"/>
                  </a:lnTo>
                  <a:lnTo>
                    <a:pt x="2185673" y="646942"/>
                  </a:lnTo>
                  <a:lnTo>
                    <a:pt x="2187177" y="646942"/>
                  </a:lnTo>
                  <a:lnTo>
                    <a:pt x="2188180" y="661974"/>
                  </a:lnTo>
                  <a:lnTo>
                    <a:pt x="2189183" y="651961"/>
                  </a:lnTo>
                  <a:lnTo>
                    <a:pt x="2190687" y="656467"/>
                  </a:lnTo>
                  <a:lnTo>
                    <a:pt x="2191690" y="655466"/>
                  </a:lnTo>
                  <a:lnTo>
                    <a:pt x="2192693" y="648944"/>
                  </a:lnTo>
                  <a:lnTo>
                    <a:pt x="2193696" y="648444"/>
                  </a:lnTo>
                  <a:lnTo>
                    <a:pt x="2195200" y="644439"/>
                  </a:lnTo>
                  <a:lnTo>
                    <a:pt x="2196203" y="661473"/>
                  </a:lnTo>
                  <a:lnTo>
                    <a:pt x="2197206" y="639933"/>
                  </a:lnTo>
                  <a:lnTo>
                    <a:pt x="2198710" y="650460"/>
                  </a:lnTo>
                  <a:lnTo>
                    <a:pt x="2199713" y="653964"/>
                  </a:lnTo>
                </a:path>
              </a:pathLst>
            </a:custGeom>
            <a:ln w="3175">
              <a:solidFill>
                <a:srgbClr val="AB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635925" y="1801209"/>
              <a:ext cx="2200275" cy="713740"/>
            </a:xfrm>
            <a:custGeom>
              <a:avLst/>
              <a:gdLst/>
              <a:ahLst/>
              <a:cxnLst/>
              <a:rect l="l" t="t" r="r" b="b"/>
              <a:pathLst>
                <a:path w="2200275" h="713739">
                  <a:moveTo>
                    <a:pt x="0" y="549800"/>
                  </a:moveTo>
                  <a:lnTo>
                    <a:pt x="1002" y="546296"/>
                  </a:lnTo>
                  <a:lnTo>
                    <a:pt x="2520" y="533780"/>
                  </a:lnTo>
                  <a:lnTo>
                    <a:pt x="3523" y="535783"/>
                  </a:lnTo>
                  <a:lnTo>
                    <a:pt x="4526" y="545295"/>
                  </a:lnTo>
                  <a:lnTo>
                    <a:pt x="6030" y="543292"/>
                  </a:lnTo>
                  <a:lnTo>
                    <a:pt x="7033" y="560314"/>
                  </a:lnTo>
                  <a:lnTo>
                    <a:pt x="8036" y="540789"/>
                  </a:lnTo>
                  <a:lnTo>
                    <a:pt x="9039" y="543793"/>
                  </a:lnTo>
                  <a:lnTo>
                    <a:pt x="10543" y="537285"/>
                  </a:lnTo>
                  <a:lnTo>
                    <a:pt x="11546" y="542792"/>
                  </a:lnTo>
                  <a:lnTo>
                    <a:pt x="12549" y="548298"/>
                  </a:lnTo>
                  <a:lnTo>
                    <a:pt x="14054" y="536784"/>
                  </a:lnTo>
                  <a:lnTo>
                    <a:pt x="15056" y="543793"/>
                  </a:lnTo>
                  <a:lnTo>
                    <a:pt x="16059" y="544293"/>
                  </a:lnTo>
                  <a:lnTo>
                    <a:pt x="17564" y="540789"/>
                  </a:lnTo>
                  <a:lnTo>
                    <a:pt x="18567" y="550301"/>
                  </a:lnTo>
                  <a:lnTo>
                    <a:pt x="19569" y="533780"/>
                  </a:lnTo>
                  <a:lnTo>
                    <a:pt x="21074" y="546296"/>
                  </a:lnTo>
                  <a:lnTo>
                    <a:pt x="22077" y="539788"/>
                  </a:lnTo>
                  <a:lnTo>
                    <a:pt x="23080" y="533280"/>
                  </a:lnTo>
                  <a:lnTo>
                    <a:pt x="24083" y="531277"/>
                  </a:lnTo>
                  <a:lnTo>
                    <a:pt x="25587" y="551302"/>
                  </a:lnTo>
                  <a:lnTo>
                    <a:pt x="26590" y="552804"/>
                  </a:lnTo>
                  <a:lnTo>
                    <a:pt x="27593" y="555808"/>
                  </a:lnTo>
                  <a:lnTo>
                    <a:pt x="29097" y="545795"/>
                  </a:lnTo>
                  <a:lnTo>
                    <a:pt x="30100" y="553805"/>
                  </a:lnTo>
                  <a:lnTo>
                    <a:pt x="31103" y="545295"/>
                  </a:lnTo>
                  <a:lnTo>
                    <a:pt x="32607" y="550802"/>
                  </a:lnTo>
                  <a:lnTo>
                    <a:pt x="33610" y="571347"/>
                  </a:lnTo>
                  <a:lnTo>
                    <a:pt x="34613" y="562316"/>
                  </a:lnTo>
                  <a:lnTo>
                    <a:pt x="36117" y="563818"/>
                  </a:lnTo>
                  <a:lnTo>
                    <a:pt x="37120" y="541790"/>
                  </a:lnTo>
                  <a:lnTo>
                    <a:pt x="38123" y="550802"/>
                  </a:lnTo>
                  <a:lnTo>
                    <a:pt x="39126" y="552303"/>
                  </a:lnTo>
                  <a:lnTo>
                    <a:pt x="40630" y="548298"/>
                  </a:lnTo>
                  <a:lnTo>
                    <a:pt x="41633" y="555808"/>
                  </a:lnTo>
                  <a:lnTo>
                    <a:pt x="42636" y="543793"/>
                  </a:lnTo>
                  <a:lnTo>
                    <a:pt x="44141" y="565820"/>
                  </a:lnTo>
                  <a:lnTo>
                    <a:pt x="45144" y="540288"/>
                  </a:lnTo>
                  <a:lnTo>
                    <a:pt x="46146" y="544794"/>
                  </a:lnTo>
                  <a:lnTo>
                    <a:pt x="47651" y="552303"/>
                  </a:lnTo>
                  <a:lnTo>
                    <a:pt x="48654" y="536283"/>
                  </a:lnTo>
                  <a:lnTo>
                    <a:pt x="49657" y="538787"/>
                  </a:lnTo>
                  <a:lnTo>
                    <a:pt x="51161" y="541790"/>
                  </a:lnTo>
                  <a:lnTo>
                    <a:pt x="52164" y="541790"/>
                  </a:lnTo>
                  <a:lnTo>
                    <a:pt x="53167" y="541290"/>
                  </a:lnTo>
                  <a:lnTo>
                    <a:pt x="54170" y="549300"/>
                  </a:lnTo>
                  <a:lnTo>
                    <a:pt x="55674" y="557810"/>
                  </a:lnTo>
                  <a:lnTo>
                    <a:pt x="56677" y="548799"/>
                  </a:lnTo>
                  <a:lnTo>
                    <a:pt x="57680" y="559312"/>
                  </a:lnTo>
                  <a:lnTo>
                    <a:pt x="59184" y="552804"/>
                  </a:lnTo>
                  <a:lnTo>
                    <a:pt x="60187" y="548799"/>
                  </a:lnTo>
                  <a:lnTo>
                    <a:pt x="61190" y="548799"/>
                  </a:lnTo>
                  <a:lnTo>
                    <a:pt x="62694" y="542291"/>
                  </a:lnTo>
                  <a:lnTo>
                    <a:pt x="63697" y="545795"/>
                  </a:lnTo>
                  <a:lnTo>
                    <a:pt x="64700" y="546797"/>
                  </a:lnTo>
                  <a:lnTo>
                    <a:pt x="66204" y="534782"/>
                  </a:lnTo>
                  <a:lnTo>
                    <a:pt x="67207" y="544293"/>
                  </a:lnTo>
                  <a:lnTo>
                    <a:pt x="68210" y="526772"/>
                  </a:lnTo>
                  <a:lnTo>
                    <a:pt x="69715" y="534782"/>
                  </a:lnTo>
                  <a:lnTo>
                    <a:pt x="70718" y="526772"/>
                  </a:lnTo>
                  <a:lnTo>
                    <a:pt x="71720" y="527272"/>
                  </a:lnTo>
                  <a:lnTo>
                    <a:pt x="72723" y="521265"/>
                  </a:lnTo>
                  <a:lnTo>
                    <a:pt x="74228" y="510251"/>
                  </a:lnTo>
                  <a:lnTo>
                    <a:pt x="75231" y="523267"/>
                  </a:lnTo>
                  <a:lnTo>
                    <a:pt x="76233" y="514256"/>
                  </a:lnTo>
                  <a:lnTo>
                    <a:pt x="77738" y="516759"/>
                  </a:lnTo>
                  <a:lnTo>
                    <a:pt x="78741" y="512754"/>
                  </a:lnTo>
                  <a:lnTo>
                    <a:pt x="79744" y="506747"/>
                  </a:lnTo>
                  <a:lnTo>
                    <a:pt x="81248" y="497735"/>
                  </a:lnTo>
                  <a:lnTo>
                    <a:pt x="82251" y="489225"/>
                  </a:lnTo>
                  <a:lnTo>
                    <a:pt x="83254" y="464681"/>
                  </a:lnTo>
                  <a:lnTo>
                    <a:pt x="84758" y="457171"/>
                  </a:lnTo>
                  <a:lnTo>
                    <a:pt x="85761" y="445657"/>
                  </a:lnTo>
                  <a:lnTo>
                    <a:pt x="86764" y="412115"/>
                  </a:lnTo>
                  <a:lnTo>
                    <a:pt x="87767" y="388065"/>
                  </a:lnTo>
                  <a:lnTo>
                    <a:pt x="89271" y="319966"/>
                  </a:lnTo>
                  <a:lnTo>
                    <a:pt x="90274" y="257889"/>
                  </a:lnTo>
                  <a:lnTo>
                    <a:pt x="91277" y="179771"/>
                  </a:lnTo>
                  <a:lnTo>
                    <a:pt x="92781" y="119682"/>
                  </a:lnTo>
                  <a:lnTo>
                    <a:pt x="93784" y="74106"/>
                  </a:lnTo>
                  <a:lnTo>
                    <a:pt x="94787" y="44068"/>
                  </a:lnTo>
                  <a:lnTo>
                    <a:pt x="96291" y="32554"/>
                  </a:lnTo>
                  <a:lnTo>
                    <a:pt x="97294" y="18536"/>
                  </a:lnTo>
                  <a:lnTo>
                    <a:pt x="98297" y="16033"/>
                  </a:lnTo>
                  <a:lnTo>
                    <a:pt x="99802" y="8523"/>
                  </a:lnTo>
                  <a:lnTo>
                    <a:pt x="100805" y="5520"/>
                  </a:lnTo>
                  <a:lnTo>
                    <a:pt x="101807" y="6521"/>
                  </a:lnTo>
                  <a:lnTo>
                    <a:pt x="102810" y="4518"/>
                  </a:lnTo>
                  <a:lnTo>
                    <a:pt x="104315" y="1501"/>
                  </a:lnTo>
                  <a:lnTo>
                    <a:pt x="105318" y="3017"/>
                  </a:lnTo>
                  <a:lnTo>
                    <a:pt x="106321" y="2503"/>
                  </a:lnTo>
                  <a:lnTo>
                    <a:pt x="107825" y="0"/>
                  </a:lnTo>
                  <a:lnTo>
                    <a:pt x="108848" y="2002"/>
                  </a:lnTo>
                  <a:lnTo>
                    <a:pt x="113361" y="46571"/>
                  </a:lnTo>
                  <a:lnTo>
                    <a:pt x="115868" y="133700"/>
                  </a:lnTo>
                  <a:lnTo>
                    <a:pt x="116871" y="191285"/>
                  </a:lnTo>
                  <a:lnTo>
                    <a:pt x="117874" y="254384"/>
                  </a:lnTo>
                  <a:lnTo>
                    <a:pt x="119378" y="320968"/>
                  </a:lnTo>
                  <a:lnTo>
                    <a:pt x="120381" y="370042"/>
                  </a:lnTo>
                  <a:lnTo>
                    <a:pt x="121384" y="409111"/>
                  </a:lnTo>
                  <a:lnTo>
                    <a:pt x="122889" y="436646"/>
                  </a:lnTo>
                  <a:lnTo>
                    <a:pt x="123891" y="457672"/>
                  </a:lnTo>
                  <a:lnTo>
                    <a:pt x="124894" y="475194"/>
                  </a:lnTo>
                  <a:lnTo>
                    <a:pt x="126399" y="470187"/>
                  </a:lnTo>
                  <a:lnTo>
                    <a:pt x="127402" y="497735"/>
                  </a:lnTo>
                  <a:lnTo>
                    <a:pt x="128404" y="509250"/>
                  </a:lnTo>
                  <a:lnTo>
                    <a:pt x="129909" y="498236"/>
                  </a:lnTo>
                  <a:lnTo>
                    <a:pt x="130912" y="523768"/>
                  </a:lnTo>
                  <a:lnTo>
                    <a:pt x="131915" y="524268"/>
                  </a:lnTo>
                  <a:lnTo>
                    <a:pt x="132918" y="524769"/>
                  </a:lnTo>
                  <a:lnTo>
                    <a:pt x="134422" y="522767"/>
                  </a:lnTo>
                  <a:lnTo>
                    <a:pt x="135425" y="530777"/>
                  </a:lnTo>
                  <a:lnTo>
                    <a:pt x="136428" y="541790"/>
                  </a:lnTo>
                  <a:lnTo>
                    <a:pt x="137932" y="543292"/>
                  </a:lnTo>
                  <a:lnTo>
                    <a:pt x="138935" y="544794"/>
                  </a:lnTo>
                  <a:lnTo>
                    <a:pt x="139938" y="547798"/>
                  </a:lnTo>
                  <a:lnTo>
                    <a:pt x="141442" y="546296"/>
                  </a:lnTo>
                  <a:lnTo>
                    <a:pt x="142445" y="529275"/>
                  </a:lnTo>
                  <a:lnTo>
                    <a:pt x="143448" y="548298"/>
                  </a:lnTo>
                  <a:lnTo>
                    <a:pt x="144952" y="547297"/>
                  </a:lnTo>
                  <a:lnTo>
                    <a:pt x="145955" y="555808"/>
                  </a:lnTo>
                  <a:lnTo>
                    <a:pt x="146958" y="547297"/>
                  </a:lnTo>
                  <a:lnTo>
                    <a:pt x="147961" y="563317"/>
                  </a:lnTo>
                  <a:lnTo>
                    <a:pt x="149465" y="550802"/>
                  </a:lnTo>
                  <a:lnTo>
                    <a:pt x="150468" y="557810"/>
                  </a:lnTo>
                  <a:lnTo>
                    <a:pt x="151471" y="560314"/>
                  </a:lnTo>
                  <a:lnTo>
                    <a:pt x="152976" y="549800"/>
                  </a:lnTo>
                  <a:lnTo>
                    <a:pt x="153979" y="558812"/>
                  </a:lnTo>
                  <a:lnTo>
                    <a:pt x="154981" y="555808"/>
                  </a:lnTo>
                  <a:lnTo>
                    <a:pt x="156486" y="558311"/>
                  </a:lnTo>
                  <a:lnTo>
                    <a:pt x="157489" y="558311"/>
                  </a:lnTo>
                  <a:lnTo>
                    <a:pt x="158492" y="556809"/>
                  </a:lnTo>
                  <a:lnTo>
                    <a:pt x="159996" y="558311"/>
                  </a:lnTo>
                  <a:lnTo>
                    <a:pt x="160999" y="553305"/>
                  </a:lnTo>
                  <a:lnTo>
                    <a:pt x="162002" y="565820"/>
                  </a:lnTo>
                  <a:lnTo>
                    <a:pt x="163005" y="553305"/>
                  </a:lnTo>
                  <a:lnTo>
                    <a:pt x="164509" y="551803"/>
                  </a:lnTo>
                  <a:lnTo>
                    <a:pt x="165512" y="552303"/>
                  </a:lnTo>
                  <a:lnTo>
                    <a:pt x="166515" y="557310"/>
                  </a:lnTo>
                  <a:lnTo>
                    <a:pt x="168019" y="569845"/>
                  </a:lnTo>
                  <a:lnTo>
                    <a:pt x="169022" y="577855"/>
                  </a:lnTo>
                  <a:lnTo>
                    <a:pt x="170025" y="549800"/>
                  </a:lnTo>
                  <a:lnTo>
                    <a:pt x="171529" y="576854"/>
                  </a:lnTo>
                  <a:lnTo>
                    <a:pt x="172532" y="568844"/>
                  </a:lnTo>
                  <a:lnTo>
                    <a:pt x="173535" y="568344"/>
                  </a:lnTo>
                  <a:lnTo>
                    <a:pt x="175039" y="564319"/>
                  </a:lnTo>
                  <a:lnTo>
                    <a:pt x="176042" y="568844"/>
                  </a:lnTo>
                  <a:lnTo>
                    <a:pt x="177045" y="571848"/>
                  </a:lnTo>
                  <a:lnTo>
                    <a:pt x="178048" y="575352"/>
                  </a:lnTo>
                  <a:lnTo>
                    <a:pt x="179553" y="566842"/>
                  </a:lnTo>
                  <a:lnTo>
                    <a:pt x="180555" y="584864"/>
                  </a:lnTo>
                  <a:lnTo>
                    <a:pt x="181558" y="573350"/>
                  </a:lnTo>
                  <a:lnTo>
                    <a:pt x="183063" y="562316"/>
                  </a:lnTo>
                  <a:lnTo>
                    <a:pt x="184066" y="567342"/>
                  </a:lnTo>
                  <a:lnTo>
                    <a:pt x="185069" y="578857"/>
                  </a:lnTo>
                  <a:lnTo>
                    <a:pt x="186573" y="558311"/>
                  </a:lnTo>
                  <a:lnTo>
                    <a:pt x="187576" y="571848"/>
                  </a:lnTo>
                  <a:lnTo>
                    <a:pt x="188579" y="567843"/>
                  </a:lnTo>
                  <a:lnTo>
                    <a:pt x="190083" y="577355"/>
                  </a:lnTo>
                  <a:lnTo>
                    <a:pt x="191086" y="578857"/>
                  </a:lnTo>
                  <a:lnTo>
                    <a:pt x="192089" y="573850"/>
                  </a:lnTo>
                  <a:lnTo>
                    <a:pt x="193593" y="566842"/>
                  </a:lnTo>
                  <a:lnTo>
                    <a:pt x="194596" y="578857"/>
                  </a:lnTo>
                  <a:lnTo>
                    <a:pt x="195599" y="580359"/>
                  </a:lnTo>
                  <a:lnTo>
                    <a:pt x="196602" y="575352"/>
                  </a:lnTo>
                  <a:lnTo>
                    <a:pt x="198106" y="566341"/>
                  </a:lnTo>
                  <a:lnTo>
                    <a:pt x="199109" y="566341"/>
                  </a:lnTo>
                  <a:lnTo>
                    <a:pt x="200112" y="574852"/>
                  </a:lnTo>
                  <a:lnTo>
                    <a:pt x="201616" y="567843"/>
                  </a:lnTo>
                  <a:lnTo>
                    <a:pt x="202619" y="565820"/>
                  </a:lnTo>
                  <a:lnTo>
                    <a:pt x="203622" y="561315"/>
                  </a:lnTo>
                  <a:lnTo>
                    <a:pt x="205127" y="575853"/>
                  </a:lnTo>
                  <a:lnTo>
                    <a:pt x="206129" y="584364"/>
                  </a:lnTo>
                  <a:lnTo>
                    <a:pt x="207132" y="578857"/>
                  </a:lnTo>
                  <a:lnTo>
                    <a:pt x="208637" y="584364"/>
                  </a:lnTo>
                  <a:lnTo>
                    <a:pt x="209640" y="575352"/>
                  </a:lnTo>
                  <a:lnTo>
                    <a:pt x="210643" y="568844"/>
                  </a:lnTo>
                  <a:lnTo>
                    <a:pt x="211645" y="577355"/>
                  </a:lnTo>
                  <a:lnTo>
                    <a:pt x="213150" y="584864"/>
                  </a:lnTo>
                  <a:lnTo>
                    <a:pt x="214153" y="567342"/>
                  </a:lnTo>
                  <a:lnTo>
                    <a:pt x="215169" y="578356"/>
                  </a:lnTo>
                  <a:lnTo>
                    <a:pt x="216673" y="585365"/>
                  </a:lnTo>
                  <a:lnTo>
                    <a:pt x="217676" y="568844"/>
                  </a:lnTo>
                  <a:lnTo>
                    <a:pt x="218679" y="593375"/>
                  </a:lnTo>
                  <a:lnTo>
                    <a:pt x="220183" y="567843"/>
                  </a:lnTo>
                  <a:lnTo>
                    <a:pt x="221186" y="587367"/>
                  </a:lnTo>
                  <a:lnTo>
                    <a:pt x="222189" y="575853"/>
                  </a:lnTo>
                  <a:lnTo>
                    <a:pt x="223694" y="566842"/>
                  </a:lnTo>
                  <a:lnTo>
                    <a:pt x="224697" y="574852"/>
                  </a:lnTo>
                  <a:lnTo>
                    <a:pt x="225699" y="565320"/>
                  </a:lnTo>
                  <a:lnTo>
                    <a:pt x="226702" y="593375"/>
                  </a:lnTo>
                  <a:lnTo>
                    <a:pt x="228207" y="579858"/>
                  </a:lnTo>
                  <a:lnTo>
                    <a:pt x="229210" y="575853"/>
                  </a:lnTo>
                  <a:lnTo>
                    <a:pt x="230213" y="580359"/>
                  </a:lnTo>
                  <a:lnTo>
                    <a:pt x="231717" y="573850"/>
                  </a:lnTo>
                  <a:lnTo>
                    <a:pt x="232720" y="570346"/>
                  </a:lnTo>
                  <a:lnTo>
                    <a:pt x="233723" y="578356"/>
                  </a:lnTo>
                  <a:lnTo>
                    <a:pt x="235227" y="576854"/>
                  </a:lnTo>
                  <a:lnTo>
                    <a:pt x="236230" y="570847"/>
                  </a:lnTo>
                  <a:lnTo>
                    <a:pt x="237233" y="571347"/>
                  </a:lnTo>
                  <a:lnTo>
                    <a:pt x="238737" y="582862"/>
                  </a:lnTo>
                  <a:lnTo>
                    <a:pt x="239740" y="573850"/>
                  </a:lnTo>
                  <a:lnTo>
                    <a:pt x="240743" y="561815"/>
                  </a:lnTo>
                  <a:lnTo>
                    <a:pt x="241746" y="560814"/>
                  </a:lnTo>
                  <a:lnTo>
                    <a:pt x="243250" y="546296"/>
                  </a:lnTo>
                  <a:lnTo>
                    <a:pt x="244253" y="533780"/>
                  </a:lnTo>
                  <a:lnTo>
                    <a:pt x="245256" y="521265"/>
                  </a:lnTo>
                  <a:lnTo>
                    <a:pt x="246760" y="508248"/>
                  </a:lnTo>
                  <a:lnTo>
                    <a:pt x="247763" y="495733"/>
                  </a:lnTo>
                  <a:lnTo>
                    <a:pt x="248766" y="474192"/>
                  </a:lnTo>
                  <a:lnTo>
                    <a:pt x="250271" y="439649"/>
                  </a:lnTo>
                  <a:lnTo>
                    <a:pt x="251273" y="427134"/>
                  </a:lnTo>
                  <a:lnTo>
                    <a:pt x="252276" y="405607"/>
                  </a:lnTo>
                  <a:lnTo>
                    <a:pt x="253781" y="390067"/>
                  </a:lnTo>
                  <a:lnTo>
                    <a:pt x="254784" y="392070"/>
                  </a:lnTo>
                  <a:lnTo>
                    <a:pt x="255787" y="381557"/>
                  </a:lnTo>
                  <a:lnTo>
                    <a:pt x="256789" y="373046"/>
                  </a:lnTo>
                  <a:lnTo>
                    <a:pt x="258294" y="376550"/>
                  </a:lnTo>
                  <a:lnTo>
                    <a:pt x="259297" y="371544"/>
                  </a:lnTo>
                  <a:lnTo>
                    <a:pt x="260300" y="363534"/>
                  </a:lnTo>
                  <a:lnTo>
                    <a:pt x="261804" y="368040"/>
                  </a:lnTo>
                  <a:lnTo>
                    <a:pt x="262807" y="364035"/>
                  </a:lnTo>
                  <a:lnTo>
                    <a:pt x="263810" y="375549"/>
                  </a:lnTo>
                  <a:lnTo>
                    <a:pt x="265314" y="376050"/>
                  </a:lnTo>
                  <a:lnTo>
                    <a:pt x="266317" y="379554"/>
                  </a:lnTo>
                  <a:lnTo>
                    <a:pt x="267320" y="378052"/>
                  </a:lnTo>
                  <a:lnTo>
                    <a:pt x="268824" y="386563"/>
                  </a:lnTo>
                  <a:lnTo>
                    <a:pt x="269827" y="402082"/>
                  </a:lnTo>
                  <a:lnTo>
                    <a:pt x="270830" y="409111"/>
                  </a:lnTo>
                  <a:lnTo>
                    <a:pt x="271833" y="429637"/>
                  </a:lnTo>
                  <a:lnTo>
                    <a:pt x="273337" y="456170"/>
                  </a:lnTo>
                  <a:lnTo>
                    <a:pt x="274340" y="477196"/>
                  </a:lnTo>
                  <a:lnTo>
                    <a:pt x="275343" y="502742"/>
                  </a:lnTo>
                  <a:lnTo>
                    <a:pt x="276847" y="517260"/>
                  </a:lnTo>
                  <a:lnTo>
                    <a:pt x="277850" y="539788"/>
                  </a:lnTo>
                  <a:lnTo>
                    <a:pt x="278853" y="548298"/>
                  </a:lnTo>
                  <a:lnTo>
                    <a:pt x="280358" y="564319"/>
                  </a:lnTo>
                  <a:lnTo>
                    <a:pt x="281361" y="579357"/>
                  </a:lnTo>
                  <a:lnTo>
                    <a:pt x="282363" y="568844"/>
                  </a:lnTo>
                  <a:lnTo>
                    <a:pt x="283868" y="598882"/>
                  </a:lnTo>
                  <a:lnTo>
                    <a:pt x="284871" y="587868"/>
                  </a:lnTo>
                  <a:lnTo>
                    <a:pt x="285874" y="593375"/>
                  </a:lnTo>
                  <a:lnTo>
                    <a:pt x="286877" y="591873"/>
                  </a:lnTo>
                  <a:lnTo>
                    <a:pt x="288381" y="572349"/>
                  </a:lnTo>
                  <a:lnTo>
                    <a:pt x="289384" y="584364"/>
                  </a:lnTo>
                  <a:lnTo>
                    <a:pt x="290387" y="592374"/>
                  </a:lnTo>
                  <a:lnTo>
                    <a:pt x="291891" y="588869"/>
                  </a:lnTo>
                  <a:lnTo>
                    <a:pt x="292894" y="581360"/>
                  </a:lnTo>
                  <a:lnTo>
                    <a:pt x="293897" y="593875"/>
                  </a:lnTo>
                  <a:lnTo>
                    <a:pt x="295401" y="604389"/>
                  </a:lnTo>
                  <a:lnTo>
                    <a:pt x="296404" y="598882"/>
                  </a:lnTo>
                  <a:lnTo>
                    <a:pt x="297407" y="587868"/>
                  </a:lnTo>
                  <a:lnTo>
                    <a:pt x="298911" y="595878"/>
                  </a:lnTo>
                  <a:lnTo>
                    <a:pt x="299914" y="591372"/>
                  </a:lnTo>
                  <a:lnTo>
                    <a:pt x="300917" y="583863"/>
                  </a:lnTo>
                  <a:lnTo>
                    <a:pt x="301920" y="600884"/>
                  </a:lnTo>
                  <a:lnTo>
                    <a:pt x="303424" y="591873"/>
                  </a:lnTo>
                  <a:lnTo>
                    <a:pt x="304427" y="593875"/>
                  </a:lnTo>
                  <a:lnTo>
                    <a:pt x="305430" y="599382"/>
                  </a:lnTo>
                  <a:lnTo>
                    <a:pt x="306935" y="596879"/>
                  </a:lnTo>
                  <a:lnTo>
                    <a:pt x="307937" y="606391"/>
                  </a:lnTo>
                  <a:lnTo>
                    <a:pt x="308940" y="593875"/>
                  </a:lnTo>
                  <a:lnTo>
                    <a:pt x="310445" y="582862"/>
                  </a:lnTo>
                  <a:lnTo>
                    <a:pt x="311448" y="589870"/>
                  </a:lnTo>
                  <a:lnTo>
                    <a:pt x="312451" y="594877"/>
                  </a:lnTo>
                  <a:lnTo>
                    <a:pt x="313955" y="597880"/>
                  </a:lnTo>
                  <a:lnTo>
                    <a:pt x="314958" y="601385"/>
                  </a:lnTo>
                  <a:lnTo>
                    <a:pt x="315961" y="583863"/>
                  </a:lnTo>
                  <a:lnTo>
                    <a:pt x="317465" y="608394"/>
                  </a:lnTo>
                  <a:lnTo>
                    <a:pt x="318468" y="592374"/>
                  </a:lnTo>
                  <a:lnTo>
                    <a:pt x="319471" y="589370"/>
                  </a:lnTo>
                  <a:lnTo>
                    <a:pt x="320487" y="591873"/>
                  </a:lnTo>
                  <a:lnTo>
                    <a:pt x="321992" y="598882"/>
                  </a:lnTo>
                  <a:lnTo>
                    <a:pt x="322994" y="613400"/>
                  </a:lnTo>
                  <a:lnTo>
                    <a:pt x="323997" y="593875"/>
                  </a:lnTo>
                  <a:lnTo>
                    <a:pt x="325502" y="598882"/>
                  </a:lnTo>
                  <a:lnTo>
                    <a:pt x="326505" y="596879"/>
                  </a:lnTo>
                  <a:lnTo>
                    <a:pt x="327507" y="596879"/>
                  </a:lnTo>
                  <a:lnTo>
                    <a:pt x="329012" y="607893"/>
                  </a:lnTo>
                  <a:lnTo>
                    <a:pt x="330015" y="589370"/>
                  </a:lnTo>
                  <a:lnTo>
                    <a:pt x="331018" y="610897"/>
                  </a:lnTo>
                  <a:lnTo>
                    <a:pt x="332522" y="599382"/>
                  </a:lnTo>
                  <a:lnTo>
                    <a:pt x="333525" y="598882"/>
                  </a:lnTo>
                  <a:lnTo>
                    <a:pt x="334528" y="609395"/>
                  </a:lnTo>
                  <a:lnTo>
                    <a:pt x="335531" y="618907"/>
                  </a:lnTo>
                  <a:lnTo>
                    <a:pt x="337035" y="595878"/>
                  </a:lnTo>
                  <a:lnTo>
                    <a:pt x="338038" y="596379"/>
                  </a:lnTo>
                  <a:lnTo>
                    <a:pt x="339041" y="591372"/>
                  </a:lnTo>
                  <a:lnTo>
                    <a:pt x="340545" y="598882"/>
                  </a:lnTo>
                  <a:lnTo>
                    <a:pt x="341548" y="612399"/>
                  </a:lnTo>
                  <a:lnTo>
                    <a:pt x="342551" y="601885"/>
                  </a:lnTo>
                  <a:lnTo>
                    <a:pt x="344055" y="606391"/>
                  </a:lnTo>
                  <a:lnTo>
                    <a:pt x="345058" y="609896"/>
                  </a:lnTo>
                  <a:lnTo>
                    <a:pt x="346061" y="604889"/>
                  </a:lnTo>
                  <a:lnTo>
                    <a:pt x="347566" y="602887"/>
                  </a:lnTo>
                  <a:lnTo>
                    <a:pt x="348568" y="605890"/>
                  </a:lnTo>
                  <a:lnTo>
                    <a:pt x="349571" y="600884"/>
                  </a:lnTo>
                  <a:lnTo>
                    <a:pt x="350574" y="610897"/>
                  </a:lnTo>
                  <a:lnTo>
                    <a:pt x="352079" y="610396"/>
                  </a:lnTo>
                  <a:lnTo>
                    <a:pt x="353082" y="608894"/>
                  </a:lnTo>
                  <a:lnTo>
                    <a:pt x="354084" y="594877"/>
                  </a:lnTo>
                  <a:lnTo>
                    <a:pt x="355589" y="599382"/>
                  </a:lnTo>
                  <a:lnTo>
                    <a:pt x="356592" y="591873"/>
                  </a:lnTo>
                  <a:lnTo>
                    <a:pt x="357595" y="610396"/>
                  </a:lnTo>
                  <a:lnTo>
                    <a:pt x="359099" y="604389"/>
                  </a:lnTo>
                  <a:lnTo>
                    <a:pt x="360102" y="597380"/>
                  </a:lnTo>
                  <a:lnTo>
                    <a:pt x="361105" y="609395"/>
                  </a:lnTo>
                  <a:lnTo>
                    <a:pt x="362609" y="599883"/>
                  </a:lnTo>
                  <a:lnTo>
                    <a:pt x="363612" y="613400"/>
                  </a:lnTo>
                  <a:lnTo>
                    <a:pt x="364615" y="596879"/>
                  </a:lnTo>
                  <a:lnTo>
                    <a:pt x="365618" y="609395"/>
                  </a:lnTo>
                  <a:lnTo>
                    <a:pt x="367122" y="601385"/>
                  </a:lnTo>
                  <a:lnTo>
                    <a:pt x="368125" y="607893"/>
                  </a:lnTo>
                  <a:lnTo>
                    <a:pt x="369128" y="606892"/>
                  </a:lnTo>
                  <a:lnTo>
                    <a:pt x="370632" y="617405"/>
                  </a:lnTo>
                  <a:lnTo>
                    <a:pt x="371635" y="587367"/>
                  </a:lnTo>
                  <a:lnTo>
                    <a:pt x="372638" y="602386"/>
                  </a:lnTo>
                  <a:lnTo>
                    <a:pt x="374142" y="602887"/>
                  </a:lnTo>
                  <a:lnTo>
                    <a:pt x="375145" y="609395"/>
                  </a:lnTo>
                  <a:lnTo>
                    <a:pt x="376148" y="598882"/>
                  </a:lnTo>
                  <a:lnTo>
                    <a:pt x="377653" y="595878"/>
                  </a:lnTo>
                  <a:lnTo>
                    <a:pt x="378656" y="608394"/>
                  </a:lnTo>
                  <a:lnTo>
                    <a:pt x="379658" y="608894"/>
                  </a:lnTo>
                  <a:lnTo>
                    <a:pt x="380661" y="596379"/>
                  </a:lnTo>
                  <a:lnTo>
                    <a:pt x="382166" y="607392"/>
                  </a:lnTo>
                  <a:lnTo>
                    <a:pt x="383169" y="613400"/>
                  </a:lnTo>
                  <a:lnTo>
                    <a:pt x="384171" y="615903"/>
                  </a:lnTo>
                  <a:lnTo>
                    <a:pt x="385676" y="600384"/>
                  </a:lnTo>
                  <a:lnTo>
                    <a:pt x="386679" y="607893"/>
                  </a:lnTo>
                  <a:lnTo>
                    <a:pt x="387682" y="592374"/>
                  </a:lnTo>
                  <a:lnTo>
                    <a:pt x="389186" y="600884"/>
                  </a:lnTo>
                  <a:lnTo>
                    <a:pt x="390189" y="601885"/>
                  </a:lnTo>
                  <a:lnTo>
                    <a:pt x="391192" y="614401"/>
                  </a:lnTo>
                  <a:lnTo>
                    <a:pt x="392696" y="609896"/>
                  </a:lnTo>
                  <a:lnTo>
                    <a:pt x="393699" y="608394"/>
                  </a:lnTo>
                  <a:lnTo>
                    <a:pt x="394702" y="610396"/>
                  </a:lnTo>
                  <a:lnTo>
                    <a:pt x="395705" y="609395"/>
                  </a:lnTo>
                  <a:lnTo>
                    <a:pt x="397209" y="602887"/>
                  </a:lnTo>
                  <a:lnTo>
                    <a:pt x="398212" y="614401"/>
                  </a:lnTo>
                  <a:lnTo>
                    <a:pt x="399215" y="612399"/>
                  </a:lnTo>
                  <a:lnTo>
                    <a:pt x="400719" y="598381"/>
                  </a:lnTo>
                  <a:lnTo>
                    <a:pt x="401722" y="606391"/>
                  </a:lnTo>
                  <a:lnTo>
                    <a:pt x="402725" y="605890"/>
                  </a:lnTo>
                  <a:lnTo>
                    <a:pt x="404230" y="601385"/>
                  </a:lnTo>
                  <a:lnTo>
                    <a:pt x="405232" y="610897"/>
                  </a:lnTo>
                  <a:lnTo>
                    <a:pt x="406235" y="606391"/>
                  </a:lnTo>
                  <a:lnTo>
                    <a:pt x="407740" y="598381"/>
                  </a:lnTo>
                  <a:lnTo>
                    <a:pt x="408743" y="603888"/>
                  </a:lnTo>
                  <a:lnTo>
                    <a:pt x="409746" y="615903"/>
                  </a:lnTo>
                  <a:lnTo>
                    <a:pt x="410748" y="602887"/>
                  </a:lnTo>
                  <a:lnTo>
                    <a:pt x="412253" y="608394"/>
                  </a:lnTo>
                  <a:lnTo>
                    <a:pt x="413256" y="602887"/>
                  </a:lnTo>
                  <a:lnTo>
                    <a:pt x="414259" y="611898"/>
                  </a:lnTo>
                  <a:lnTo>
                    <a:pt x="415763" y="607392"/>
                  </a:lnTo>
                  <a:lnTo>
                    <a:pt x="416766" y="621911"/>
                  </a:lnTo>
                  <a:lnTo>
                    <a:pt x="417769" y="609896"/>
                  </a:lnTo>
                  <a:lnTo>
                    <a:pt x="419273" y="586867"/>
                  </a:lnTo>
                  <a:lnTo>
                    <a:pt x="420276" y="603888"/>
                  </a:lnTo>
                  <a:lnTo>
                    <a:pt x="421279" y="620909"/>
                  </a:lnTo>
                  <a:lnTo>
                    <a:pt x="422783" y="605390"/>
                  </a:lnTo>
                  <a:lnTo>
                    <a:pt x="423786" y="611397"/>
                  </a:lnTo>
                  <a:lnTo>
                    <a:pt x="424789" y="588869"/>
                  </a:lnTo>
                  <a:lnTo>
                    <a:pt x="425792" y="608394"/>
                  </a:lnTo>
                  <a:lnTo>
                    <a:pt x="427316" y="607893"/>
                  </a:lnTo>
                  <a:lnTo>
                    <a:pt x="428319" y="616404"/>
                  </a:lnTo>
                  <a:lnTo>
                    <a:pt x="429322" y="606892"/>
                  </a:lnTo>
                  <a:lnTo>
                    <a:pt x="430827" y="606391"/>
                  </a:lnTo>
                  <a:lnTo>
                    <a:pt x="431829" y="609395"/>
                  </a:lnTo>
                  <a:lnTo>
                    <a:pt x="432832" y="609395"/>
                  </a:lnTo>
                  <a:lnTo>
                    <a:pt x="434337" y="606391"/>
                  </a:lnTo>
                  <a:lnTo>
                    <a:pt x="435340" y="612399"/>
                  </a:lnTo>
                  <a:lnTo>
                    <a:pt x="436342" y="603888"/>
                  </a:lnTo>
                  <a:lnTo>
                    <a:pt x="437847" y="607893"/>
                  </a:lnTo>
                  <a:lnTo>
                    <a:pt x="438850" y="601885"/>
                  </a:lnTo>
                  <a:lnTo>
                    <a:pt x="439853" y="594877"/>
                  </a:lnTo>
                  <a:lnTo>
                    <a:pt x="441357" y="606391"/>
                  </a:lnTo>
                  <a:lnTo>
                    <a:pt x="442360" y="604889"/>
                  </a:lnTo>
                  <a:lnTo>
                    <a:pt x="443363" y="601385"/>
                  </a:lnTo>
                  <a:lnTo>
                    <a:pt x="444366" y="605890"/>
                  </a:lnTo>
                  <a:lnTo>
                    <a:pt x="445870" y="595377"/>
                  </a:lnTo>
                  <a:lnTo>
                    <a:pt x="446873" y="618907"/>
                  </a:lnTo>
                  <a:lnTo>
                    <a:pt x="447876" y="596879"/>
                  </a:lnTo>
                  <a:lnTo>
                    <a:pt x="449380" y="611397"/>
                  </a:lnTo>
                  <a:lnTo>
                    <a:pt x="450383" y="603888"/>
                  </a:lnTo>
                  <a:lnTo>
                    <a:pt x="451386" y="597880"/>
                  </a:lnTo>
                  <a:lnTo>
                    <a:pt x="452890" y="601885"/>
                  </a:lnTo>
                  <a:lnTo>
                    <a:pt x="453893" y="594376"/>
                  </a:lnTo>
                  <a:lnTo>
                    <a:pt x="454896" y="594877"/>
                  </a:lnTo>
                  <a:lnTo>
                    <a:pt x="456401" y="603888"/>
                  </a:lnTo>
                  <a:lnTo>
                    <a:pt x="457403" y="605390"/>
                  </a:lnTo>
                  <a:lnTo>
                    <a:pt x="458406" y="603888"/>
                  </a:lnTo>
                  <a:lnTo>
                    <a:pt x="459409" y="607893"/>
                  </a:lnTo>
                  <a:lnTo>
                    <a:pt x="460914" y="615402"/>
                  </a:lnTo>
                  <a:lnTo>
                    <a:pt x="461917" y="596879"/>
                  </a:lnTo>
                  <a:lnTo>
                    <a:pt x="462919" y="609896"/>
                  </a:lnTo>
                  <a:lnTo>
                    <a:pt x="464424" y="602887"/>
                  </a:lnTo>
                  <a:lnTo>
                    <a:pt x="465427" y="610897"/>
                  </a:lnTo>
                  <a:lnTo>
                    <a:pt x="466430" y="602887"/>
                  </a:lnTo>
                  <a:lnTo>
                    <a:pt x="467934" y="601885"/>
                  </a:lnTo>
                  <a:lnTo>
                    <a:pt x="468937" y="607392"/>
                  </a:lnTo>
                  <a:lnTo>
                    <a:pt x="469940" y="621911"/>
                  </a:lnTo>
                  <a:lnTo>
                    <a:pt x="471444" y="601385"/>
                  </a:lnTo>
                  <a:lnTo>
                    <a:pt x="472447" y="586366"/>
                  </a:lnTo>
                  <a:lnTo>
                    <a:pt x="473450" y="608394"/>
                  </a:lnTo>
                  <a:lnTo>
                    <a:pt x="474453" y="600884"/>
                  </a:lnTo>
                  <a:lnTo>
                    <a:pt x="475957" y="601885"/>
                  </a:lnTo>
                  <a:lnTo>
                    <a:pt x="476960" y="605890"/>
                  </a:lnTo>
                  <a:lnTo>
                    <a:pt x="477963" y="608394"/>
                  </a:lnTo>
                  <a:lnTo>
                    <a:pt x="479467" y="612399"/>
                  </a:lnTo>
                  <a:lnTo>
                    <a:pt x="480470" y="601885"/>
                  </a:lnTo>
                  <a:lnTo>
                    <a:pt x="481473" y="613400"/>
                  </a:lnTo>
                  <a:lnTo>
                    <a:pt x="482977" y="602887"/>
                  </a:lnTo>
                  <a:lnTo>
                    <a:pt x="483980" y="592374"/>
                  </a:lnTo>
                  <a:lnTo>
                    <a:pt x="484983" y="620909"/>
                  </a:lnTo>
                  <a:lnTo>
                    <a:pt x="486488" y="613400"/>
                  </a:lnTo>
                  <a:lnTo>
                    <a:pt x="487491" y="605390"/>
                  </a:lnTo>
                  <a:lnTo>
                    <a:pt x="488493" y="596879"/>
                  </a:lnTo>
                  <a:lnTo>
                    <a:pt x="489496" y="599883"/>
                  </a:lnTo>
                  <a:lnTo>
                    <a:pt x="491001" y="581360"/>
                  </a:lnTo>
                  <a:lnTo>
                    <a:pt x="492004" y="610897"/>
                  </a:lnTo>
                  <a:lnTo>
                    <a:pt x="493007" y="612399"/>
                  </a:lnTo>
                  <a:lnTo>
                    <a:pt x="494511" y="596879"/>
                  </a:lnTo>
                  <a:lnTo>
                    <a:pt x="495514" y="600384"/>
                  </a:lnTo>
                  <a:lnTo>
                    <a:pt x="496517" y="587868"/>
                  </a:lnTo>
                  <a:lnTo>
                    <a:pt x="498021" y="595878"/>
                  </a:lnTo>
                  <a:lnTo>
                    <a:pt x="499024" y="605890"/>
                  </a:lnTo>
                  <a:lnTo>
                    <a:pt x="500027" y="594877"/>
                  </a:lnTo>
                  <a:lnTo>
                    <a:pt x="501531" y="609896"/>
                  </a:lnTo>
                  <a:lnTo>
                    <a:pt x="502534" y="598882"/>
                  </a:lnTo>
                  <a:lnTo>
                    <a:pt x="503537" y="611898"/>
                  </a:lnTo>
                  <a:lnTo>
                    <a:pt x="504540" y="595878"/>
                  </a:lnTo>
                  <a:lnTo>
                    <a:pt x="506044" y="606892"/>
                  </a:lnTo>
                  <a:lnTo>
                    <a:pt x="507047" y="601885"/>
                  </a:lnTo>
                  <a:lnTo>
                    <a:pt x="508050" y="608394"/>
                  </a:lnTo>
                  <a:lnTo>
                    <a:pt x="509554" y="587367"/>
                  </a:lnTo>
                  <a:lnTo>
                    <a:pt x="510557" y="594877"/>
                  </a:lnTo>
                  <a:lnTo>
                    <a:pt x="511560" y="605390"/>
                  </a:lnTo>
                  <a:lnTo>
                    <a:pt x="513065" y="589870"/>
                  </a:lnTo>
                  <a:lnTo>
                    <a:pt x="514067" y="612399"/>
                  </a:lnTo>
                  <a:lnTo>
                    <a:pt x="515070" y="591372"/>
                  </a:lnTo>
                  <a:lnTo>
                    <a:pt x="516575" y="588869"/>
                  </a:lnTo>
                  <a:lnTo>
                    <a:pt x="517578" y="600884"/>
                  </a:lnTo>
                  <a:lnTo>
                    <a:pt x="518581" y="602887"/>
                  </a:lnTo>
                  <a:lnTo>
                    <a:pt x="519583" y="616404"/>
                  </a:lnTo>
                  <a:lnTo>
                    <a:pt x="521088" y="596879"/>
                  </a:lnTo>
                  <a:lnTo>
                    <a:pt x="522091" y="602887"/>
                  </a:lnTo>
                  <a:lnTo>
                    <a:pt x="523094" y="596879"/>
                  </a:lnTo>
                  <a:lnTo>
                    <a:pt x="524598" y="612399"/>
                  </a:lnTo>
                  <a:lnTo>
                    <a:pt x="525601" y="602887"/>
                  </a:lnTo>
                  <a:lnTo>
                    <a:pt x="526604" y="594877"/>
                  </a:lnTo>
                  <a:lnTo>
                    <a:pt x="528108" y="604389"/>
                  </a:lnTo>
                  <a:lnTo>
                    <a:pt x="529111" y="599883"/>
                  </a:lnTo>
                  <a:lnTo>
                    <a:pt x="530114" y="612899"/>
                  </a:lnTo>
                  <a:lnTo>
                    <a:pt x="531618" y="603888"/>
                  </a:lnTo>
                  <a:lnTo>
                    <a:pt x="532641" y="589370"/>
                  </a:lnTo>
                  <a:lnTo>
                    <a:pt x="533644" y="598381"/>
                  </a:lnTo>
                  <a:lnTo>
                    <a:pt x="534647" y="593375"/>
                  </a:lnTo>
                  <a:lnTo>
                    <a:pt x="536151" y="598882"/>
                  </a:lnTo>
                  <a:lnTo>
                    <a:pt x="537154" y="598882"/>
                  </a:lnTo>
                  <a:lnTo>
                    <a:pt x="538157" y="597880"/>
                  </a:lnTo>
                  <a:lnTo>
                    <a:pt x="539662" y="598381"/>
                  </a:lnTo>
                  <a:lnTo>
                    <a:pt x="540664" y="594877"/>
                  </a:lnTo>
                  <a:lnTo>
                    <a:pt x="541667" y="600884"/>
                  </a:lnTo>
                  <a:lnTo>
                    <a:pt x="543172" y="609896"/>
                  </a:lnTo>
                  <a:lnTo>
                    <a:pt x="544175" y="584364"/>
                  </a:lnTo>
                  <a:lnTo>
                    <a:pt x="545178" y="614401"/>
                  </a:lnTo>
                  <a:lnTo>
                    <a:pt x="546682" y="595377"/>
                  </a:lnTo>
                  <a:lnTo>
                    <a:pt x="547685" y="598381"/>
                  </a:lnTo>
                  <a:lnTo>
                    <a:pt x="548688" y="599883"/>
                  </a:lnTo>
                  <a:lnTo>
                    <a:pt x="550192" y="604389"/>
                  </a:lnTo>
                  <a:lnTo>
                    <a:pt x="551195" y="610897"/>
                  </a:lnTo>
                  <a:lnTo>
                    <a:pt x="552198" y="594877"/>
                  </a:lnTo>
                  <a:lnTo>
                    <a:pt x="553201" y="607392"/>
                  </a:lnTo>
                  <a:lnTo>
                    <a:pt x="554705" y="611397"/>
                  </a:lnTo>
                  <a:lnTo>
                    <a:pt x="555708" y="594376"/>
                  </a:lnTo>
                  <a:lnTo>
                    <a:pt x="556711" y="589370"/>
                  </a:lnTo>
                  <a:lnTo>
                    <a:pt x="558215" y="596879"/>
                  </a:lnTo>
                  <a:lnTo>
                    <a:pt x="559218" y="604889"/>
                  </a:lnTo>
                  <a:lnTo>
                    <a:pt x="560221" y="601885"/>
                  </a:lnTo>
                  <a:lnTo>
                    <a:pt x="561725" y="594376"/>
                  </a:lnTo>
                  <a:lnTo>
                    <a:pt x="562728" y="581360"/>
                  </a:lnTo>
                  <a:lnTo>
                    <a:pt x="563731" y="601385"/>
                  </a:lnTo>
                  <a:lnTo>
                    <a:pt x="565236" y="599382"/>
                  </a:lnTo>
                  <a:lnTo>
                    <a:pt x="566238" y="586867"/>
                  </a:lnTo>
                  <a:lnTo>
                    <a:pt x="567241" y="605390"/>
                  </a:lnTo>
                  <a:lnTo>
                    <a:pt x="568244" y="603888"/>
                  </a:lnTo>
                  <a:lnTo>
                    <a:pt x="569749" y="593875"/>
                  </a:lnTo>
                  <a:lnTo>
                    <a:pt x="570752" y="588869"/>
                  </a:lnTo>
                  <a:lnTo>
                    <a:pt x="571754" y="591873"/>
                  </a:lnTo>
                  <a:lnTo>
                    <a:pt x="573259" y="608394"/>
                  </a:lnTo>
                  <a:lnTo>
                    <a:pt x="574262" y="597880"/>
                  </a:lnTo>
                  <a:lnTo>
                    <a:pt x="575265" y="593375"/>
                  </a:lnTo>
                  <a:lnTo>
                    <a:pt x="576769" y="603888"/>
                  </a:lnTo>
                  <a:lnTo>
                    <a:pt x="577772" y="595377"/>
                  </a:lnTo>
                  <a:lnTo>
                    <a:pt x="578775" y="596879"/>
                  </a:lnTo>
                  <a:lnTo>
                    <a:pt x="580279" y="590371"/>
                  </a:lnTo>
                  <a:lnTo>
                    <a:pt x="581282" y="593875"/>
                  </a:lnTo>
                  <a:lnTo>
                    <a:pt x="582285" y="595377"/>
                  </a:lnTo>
                  <a:lnTo>
                    <a:pt x="583288" y="596879"/>
                  </a:lnTo>
                  <a:lnTo>
                    <a:pt x="584792" y="582862"/>
                  </a:lnTo>
                  <a:lnTo>
                    <a:pt x="585795" y="596879"/>
                  </a:lnTo>
                  <a:lnTo>
                    <a:pt x="586798" y="587868"/>
                  </a:lnTo>
                  <a:lnTo>
                    <a:pt x="588302" y="603387"/>
                  </a:lnTo>
                  <a:lnTo>
                    <a:pt x="589305" y="592874"/>
                  </a:lnTo>
                  <a:lnTo>
                    <a:pt x="590308" y="592874"/>
                  </a:lnTo>
                  <a:lnTo>
                    <a:pt x="591813" y="593875"/>
                  </a:lnTo>
                  <a:lnTo>
                    <a:pt x="592815" y="595377"/>
                  </a:lnTo>
                  <a:lnTo>
                    <a:pt x="593818" y="596379"/>
                  </a:lnTo>
                  <a:lnTo>
                    <a:pt x="595323" y="604889"/>
                  </a:lnTo>
                  <a:lnTo>
                    <a:pt x="596326" y="603888"/>
                  </a:lnTo>
                  <a:lnTo>
                    <a:pt x="597328" y="584364"/>
                  </a:lnTo>
                  <a:lnTo>
                    <a:pt x="598331" y="612899"/>
                  </a:lnTo>
                  <a:lnTo>
                    <a:pt x="599836" y="605390"/>
                  </a:lnTo>
                  <a:lnTo>
                    <a:pt x="600839" y="593875"/>
                  </a:lnTo>
                  <a:lnTo>
                    <a:pt x="601842" y="599883"/>
                  </a:lnTo>
                  <a:lnTo>
                    <a:pt x="603346" y="591873"/>
                  </a:lnTo>
                  <a:lnTo>
                    <a:pt x="604349" y="584364"/>
                  </a:lnTo>
                  <a:lnTo>
                    <a:pt x="605352" y="584364"/>
                  </a:lnTo>
                  <a:lnTo>
                    <a:pt x="606856" y="614902"/>
                  </a:lnTo>
                  <a:lnTo>
                    <a:pt x="607859" y="595878"/>
                  </a:lnTo>
                  <a:lnTo>
                    <a:pt x="608862" y="587868"/>
                  </a:lnTo>
                  <a:lnTo>
                    <a:pt x="610366" y="593875"/>
                  </a:lnTo>
                  <a:lnTo>
                    <a:pt x="611369" y="598381"/>
                  </a:lnTo>
                  <a:lnTo>
                    <a:pt x="612372" y="586366"/>
                  </a:lnTo>
                  <a:lnTo>
                    <a:pt x="613375" y="600384"/>
                  </a:lnTo>
                  <a:lnTo>
                    <a:pt x="614879" y="590371"/>
                  </a:lnTo>
                  <a:lnTo>
                    <a:pt x="615882" y="587868"/>
                  </a:lnTo>
                  <a:lnTo>
                    <a:pt x="616885" y="599382"/>
                  </a:lnTo>
                  <a:lnTo>
                    <a:pt x="618389" y="580359"/>
                  </a:lnTo>
                  <a:lnTo>
                    <a:pt x="619392" y="579858"/>
                  </a:lnTo>
                  <a:lnTo>
                    <a:pt x="620395" y="582361"/>
                  </a:lnTo>
                  <a:lnTo>
                    <a:pt x="621900" y="600884"/>
                  </a:lnTo>
                  <a:lnTo>
                    <a:pt x="622902" y="589870"/>
                  </a:lnTo>
                  <a:lnTo>
                    <a:pt x="623905" y="595377"/>
                  </a:lnTo>
                  <a:lnTo>
                    <a:pt x="625410" y="593375"/>
                  </a:lnTo>
                  <a:lnTo>
                    <a:pt x="626413" y="570346"/>
                  </a:lnTo>
                  <a:lnTo>
                    <a:pt x="627416" y="591372"/>
                  </a:lnTo>
                  <a:lnTo>
                    <a:pt x="628418" y="599382"/>
                  </a:lnTo>
                  <a:lnTo>
                    <a:pt x="629923" y="602887"/>
                  </a:lnTo>
                  <a:lnTo>
                    <a:pt x="630926" y="597380"/>
                  </a:lnTo>
                  <a:lnTo>
                    <a:pt x="631929" y="599883"/>
                  </a:lnTo>
                  <a:lnTo>
                    <a:pt x="633433" y="588369"/>
                  </a:lnTo>
                  <a:lnTo>
                    <a:pt x="634436" y="586867"/>
                  </a:lnTo>
                  <a:lnTo>
                    <a:pt x="635439" y="601385"/>
                  </a:lnTo>
                  <a:lnTo>
                    <a:pt x="636943" y="591372"/>
                  </a:lnTo>
                  <a:lnTo>
                    <a:pt x="637946" y="605390"/>
                  </a:lnTo>
                  <a:lnTo>
                    <a:pt x="638962" y="611898"/>
                  </a:lnTo>
                  <a:lnTo>
                    <a:pt x="640467" y="599883"/>
                  </a:lnTo>
                  <a:lnTo>
                    <a:pt x="641470" y="598381"/>
                  </a:lnTo>
                  <a:lnTo>
                    <a:pt x="642472" y="591372"/>
                  </a:lnTo>
                  <a:lnTo>
                    <a:pt x="643475" y="587868"/>
                  </a:lnTo>
                  <a:lnTo>
                    <a:pt x="644980" y="595377"/>
                  </a:lnTo>
                  <a:lnTo>
                    <a:pt x="645983" y="591873"/>
                  </a:lnTo>
                  <a:lnTo>
                    <a:pt x="646986" y="582862"/>
                  </a:lnTo>
                  <a:lnTo>
                    <a:pt x="648490" y="600384"/>
                  </a:lnTo>
                  <a:lnTo>
                    <a:pt x="649493" y="593375"/>
                  </a:lnTo>
                  <a:lnTo>
                    <a:pt x="650496" y="606892"/>
                  </a:lnTo>
                  <a:lnTo>
                    <a:pt x="652000" y="595878"/>
                  </a:lnTo>
                  <a:lnTo>
                    <a:pt x="653003" y="589370"/>
                  </a:lnTo>
                  <a:lnTo>
                    <a:pt x="654006" y="608894"/>
                  </a:lnTo>
                  <a:lnTo>
                    <a:pt x="655510" y="596379"/>
                  </a:lnTo>
                  <a:lnTo>
                    <a:pt x="656513" y="594376"/>
                  </a:lnTo>
                  <a:lnTo>
                    <a:pt x="657516" y="587868"/>
                  </a:lnTo>
                  <a:lnTo>
                    <a:pt x="658519" y="585365"/>
                  </a:lnTo>
                  <a:lnTo>
                    <a:pt x="660023" y="582361"/>
                  </a:lnTo>
                  <a:lnTo>
                    <a:pt x="661026" y="583863"/>
                  </a:lnTo>
                  <a:lnTo>
                    <a:pt x="662029" y="581360"/>
                  </a:lnTo>
                  <a:lnTo>
                    <a:pt x="663533" y="597880"/>
                  </a:lnTo>
                  <a:lnTo>
                    <a:pt x="664536" y="606391"/>
                  </a:lnTo>
                  <a:lnTo>
                    <a:pt x="665539" y="602887"/>
                  </a:lnTo>
                  <a:lnTo>
                    <a:pt x="667044" y="593375"/>
                  </a:lnTo>
                  <a:lnTo>
                    <a:pt x="668046" y="603888"/>
                  </a:lnTo>
                  <a:lnTo>
                    <a:pt x="669049" y="596379"/>
                  </a:lnTo>
                  <a:lnTo>
                    <a:pt x="670554" y="581860"/>
                  </a:lnTo>
                  <a:lnTo>
                    <a:pt x="671557" y="608394"/>
                  </a:lnTo>
                  <a:lnTo>
                    <a:pt x="672560" y="585365"/>
                  </a:lnTo>
                  <a:lnTo>
                    <a:pt x="674064" y="595878"/>
                  </a:lnTo>
                  <a:lnTo>
                    <a:pt x="675067" y="586867"/>
                  </a:lnTo>
                  <a:lnTo>
                    <a:pt x="676070" y="595377"/>
                  </a:lnTo>
                  <a:lnTo>
                    <a:pt x="677073" y="589870"/>
                  </a:lnTo>
                  <a:lnTo>
                    <a:pt x="678577" y="585365"/>
                  </a:lnTo>
                  <a:lnTo>
                    <a:pt x="679580" y="603888"/>
                  </a:lnTo>
                  <a:lnTo>
                    <a:pt x="680583" y="580359"/>
                  </a:lnTo>
                  <a:lnTo>
                    <a:pt x="682087" y="598882"/>
                  </a:lnTo>
                  <a:lnTo>
                    <a:pt x="683090" y="585365"/>
                  </a:lnTo>
                  <a:lnTo>
                    <a:pt x="684093" y="594376"/>
                  </a:lnTo>
                  <a:lnTo>
                    <a:pt x="685597" y="595377"/>
                  </a:lnTo>
                  <a:lnTo>
                    <a:pt x="686600" y="594376"/>
                  </a:lnTo>
                  <a:lnTo>
                    <a:pt x="687603" y="600384"/>
                  </a:lnTo>
                  <a:lnTo>
                    <a:pt x="689107" y="574351"/>
                  </a:lnTo>
                  <a:lnTo>
                    <a:pt x="690110" y="597880"/>
                  </a:lnTo>
                  <a:lnTo>
                    <a:pt x="691113" y="589370"/>
                  </a:lnTo>
                  <a:lnTo>
                    <a:pt x="692116" y="600884"/>
                  </a:lnTo>
                  <a:lnTo>
                    <a:pt x="693621" y="601385"/>
                  </a:lnTo>
                  <a:lnTo>
                    <a:pt x="694623" y="593375"/>
                  </a:lnTo>
                  <a:lnTo>
                    <a:pt x="695626" y="591873"/>
                  </a:lnTo>
                  <a:lnTo>
                    <a:pt x="697131" y="600384"/>
                  </a:lnTo>
                  <a:lnTo>
                    <a:pt x="698134" y="597380"/>
                  </a:lnTo>
                  <a:lnTo>
                    <a:pt x="699136" y="582361"/>
                  </a:lnTo>
                  <a:lnTo>
                    <a:pt x="700641" y="606892"/>
                  </a:lnTo>
                  <a:lnTo>
                    <a:pt x="701644" y="597380"/>
                  </a:lnTo>
                  <a:lnTo>
                    <a:pt x="702647" y="582361"/>
                  </a:lnTo>
                  <a:lnTo>
                    <a:pt x="704151" y="593875"/>
                  </a:lnTo>
                  <a:lnTo>
                    <a:pt x="705154" y="601385"/>
                  </a:lnTo>
                  <a:lnTo>
                    <a:pt x="706157" y="603888"/>
                  </a:lnTo>
                  <a:lnTo>
                    <a:pt x="707160" y="590872"/>
                  </a:lnTo>
                  <a:lnTo>
                    <a:pt x="708664" y="584364"/>
                  </a:lnTo>
                  <a:lnTo>
                    <a:pt x="709667" y="596379"/>
                  </a:lnTo>
                  <a:lnTo>
                    <a:pt x="710670" y="600884"/>
                  </a:lnTo>
                  <a:lnTo>
                    <a:pt x="712174" y="600384"/>
                  </a:lnTo>
                  <a:lnTo>
                    <a:pt x="713177" y="595878"/>
                  </a:lnTo>
                  <a:lnTo>
                    <a:pt x="714180" y="591372"/>
                  </a:lnTo>
                  <a:lnTo>
                    <a:pt x="715684" y="587868"/>
                  </a:lnTo>
                  <a:lnTo>
                    <a:pt x="716687" y="594877"/>
                  </a:lnTo>
                  <a:lnTo>
                    <a:pt x="717690" y="588869"/>
                  </a:lnTo>
                  <a:lnTo>
                    <a:pt x="719195" y="592874"/>
                  </a:lnTo>
                  <a:lnTo>
                    <a:pt x="720197" y="603387"/>
                  </a:lnTo>
                  <a:lnTo>
                    <a:pt x="721200" y="582361"/>
                  </a:lnTo>
                  <a:lnTo>
                    <a:pt x="722203" y="568344"/>
                  </a:lnTo>
                  <a:lnTo>
                    <a:pt x="723708" y="573850"/>
                  </a:lnTo>
                  <a:lnTo>
                    <a:pt x="724711" y="548298"/>
                  </a:lnTo>
                  <a:lnTo>
                    <a:pt x="725713" y="547798"/>
                  </a:lnTo>
                  <a:lnTo>
                    <a:pt x="727218" y="531778"/>
                  </a:lnTo>
                  <a:lnTo>
                    <a:pt x="728221" y="521265"/>
                  </a:lnTo>
                  <a:lnTo>
                    <a:pt x="729224" y="509750"/>
                  </a:lnTo>
                  <a:lnTo>
                    <a:pt x="730728" y="493230"/>
                  </a:lnTo>
                  <a:lnTo>
                    <a:pt x="731731" y="483704"/>
                  </a:lnTo>
                  <a:lnTo>
                    <a:pt x="732734" y="461677"/>
                  </a:lnTo>
                  <a:lnTo>
                    <a:pt x="734238" y="459674"/>
                  </a:lnTo>
                  <a:lnTo>
                    <a:pt x="735241" y="437647"/>
                  </a:lnTo>
                  <a:lnTo>
                    <a:pt x="736244" y="443654"/>
                  </a:lnTo>
                  <a:lnTo>
                    <a:pt x="737247" y="438147"/>
                  </a:lnTo>
                  <a:lnTo>
                    <a:pt x="738751" y="430638"/>
                  </a:lnTo>
                  <a:lnTo>
                    <a:pt x="739754" y="437146"/>
                  </a:lnTo>
                  <a:lnTo>
                    <a:pt x="740757" y="438147"/>
                  </a:lnTo>
                  <a:lnTo>
                    <a:pt x="742261" y="446157"/>
                  </a:lnTo>
                  <a:lnTo>
                    <a:pt x="743264" y="437146"/>
                  </a:lnTo>
                  <a:lnTo>
                    <a:pt x="744267" y="440651"/>
                  </a:lnTo>
                  <a:lnTo>
                    <a:pt x="745792" y="435144"/>
                  </a:lnTo>
                  <a:lnTo>
                    <a:pt x="746794" y="449161"/>
                  </a:lnTo>
                  <a:lnTo>
                    <a:pt x="747797" y="453166"/>
                  </a:lnTo>
                  <a:lnTo>
                    <a:pt x="749302" y="454167"/>
                  </a:lnTo>
                  <a:lnTo>
                    <a:pt x="750305" y="474693"/>
                  </a:lnTo>
                  <a:lnTo>
                    <a:pt x="751307" y="483704"/>
                  </a:lnTo>
                  <a:lnTo>
                    <a:pt x="752310" y="497235"/>
                  </a:lnTo>
                  <a:lnTo>
                    <a:pt x="753815" y="528273"/>
                  </a:lnTo>
                  <a:lnTo>
                    <a:pt x="754818" y="530276"/>
                  </a:lnTo>
                  <a:lnTo>
                    <a:pt x="755821" y="541290"/>
                  </a:lnTo>
                  <a:lnTo>
                    <a:pt x="757325" y="571848"/>
                  </a:lnTo>
                  <a:lnTo>
                    <a:pt x="758328" y="573350"/>
                  </a:lnTo>
                  <a:lnTo>
                    <a:pt x="759331" y="578356"/>
                  </a:lnTo>
                  <a:lnTo>
                    <a:pt x="760835" y="597880"/>
                  </a:lnTo>
                  <a:lnTo>
                    <a:pt x="761838" y="594877"/>
                  </a:lnTo>
                  <a:lnTo>
                    <a:pt x="762841" y="580359"/>
                  </a:lnTo>
                  <a:lnTo>
                    <a:pt x="764345" y="589370"/>
                  </a:lnTo>
                  <a:lnTo>
                    <a:pt x="765348" y="592374"/>
                  </a:lnTo>
                  <a:lnTo>
                    <a:pt x="766351" y="596379"/>
                  </a:lnTo>
                  <a:lnTo>
                    <a:pt x="767354" y="591873"/>
                  </a:lnTo>
                  <a:lnTo>
                    <a:pt x="768858" y="600384"/>
                  </a:lnTo>
                  <a:lnTo>
                    <a:pt x="769861" y="591873"/>
                  </a:lnTo>
                  <a:lnTo>
                    <a:pt x="770864" y="591372"/>
                  </a:lnTo>
                  <a:lnTo>
                    <a:pt x="772368" y="593375"/>
                  </a:lnTo>
                  <a:lnTo>
                    <a:pt x="773371" y="604889"/>
                  </a:lnTo>
                  <a:lnTo>
                    <a:pt x="774374" y="594877"/>
                  </a:lnTo>
                  <a:lnTo>
                    <a:pt x="775879" y="600884"/>
                  </a:lnTo>
                  <a:lnTo>
                    <a:pt x="776882" y="613400"/>
                  </a:lnTo>
                  <a:lnTo>
                    <a:pt x="777884" y="601385"/>
                  </a:lnTo>
                  <a:lnTo>
                    <a:pt x="779389" y="600384"/>
                  </a:lnTo>
                  <a:lnTo>
                    <a:pt x="780392" y="599883"/>
                  </a:lnTo>
                  <a:lnTo>
                    <a:pt x="781395" y="600384"/>
                  </a:lnTo>
                  <a:lnTo>
                    <a:pt x="782397" y="612399"/>
                  </a:lnTo>
                  <a:lnTo>
                    <a:pt x="783902" y="600384"/>
                  </a:lnTo>
                  <a:lnTo>
                    <a:pt x="784905" y="585865"/>
                  </a:lnTo>
                  <a:lnTo>
                    <a:pt x="785908" y="585365"/>
                  </a:lnTo>
                  <a:lnTo>
                    <a:pt x="787412" y="590872"/>
                  </a:lnTo>
                  <a:lnTo>
                    <a:pt x="788415" y="613901"/>
                  </a:lnTo>
                  <a:lnTo>
                    <a:pt x="789418" y="595377"/>
                  </a:lnTo>
                  <a:lnTo>
                    <a:pt x="790922" y="608394"/>
                  </a:lnTo>
                  <a:lnTo>
                    <a:pt x="791925" y="605890"/>
                  </a:lnTo>
                  <a:lnTo>
                    <a:pt x="792921" y="606391"/>
                  </a:lnTo>
                  <a:lnTo>
                    <a:pt x="794426" y="605890"/>
                  </a:lnTo>
                  <a:lnTo>
                    <a:pt x="795429" y="597380"/>
                  </a:lnTo>
                  <a:lnTo>
                    <a:pt x="796431" y="602386"/>
                  </a:lnTo>
                  <a:lnTo>
                    <a:pt x="797936" y="614401"/>
                  </a:lnTo>
                  <a:lnTo>
                    <a:pt x="798939" y="599883"/>
                  </a:lnTo>
                  <a:lnTo>
                    <a:pt x="799942" y="604389"/>
                  </a:lnTo>
                  <a:lnTo>
                    <a:pt x="800945" y="607392"/>
                  </a:lnTo>
                  <a:lnTo>
                    <a:pt x="802449" y="617405"/>
                  </a:lnTo>
                  <a:lnTo>
                    <a:pt x="803452" y="608894"/>
                  </a:lnTo>
                  <a:lnTo>
                    <a:pt x="804455" y="609896"/>
                  </a:lnTo>
                  <a:lnTo>
                    <a:pt x="805959" y="623412"/>
                  </a:lnTo>
                  <a:lnTo>
                    <a:pt x="806962" y="607392"/>
                  </a:lnTo>
                  <a:lnTo>
                    <a:pt x="807965" y="599883"/>
                  </a:lnTo>
                  <a:lnTo>
                    <a:pt x="809469" y="612399"/>
                  </a:lnTo>
                </a:path>
                <a:path w="2200275" h="713739">
                  <a:moveTo>
                    <a:pt x="809469" y="612399"/>
                  </a:moveTo>
                  <a:lnTo>
                    <a:pt x="810472" y="599883"/>
                  </a:lnTo>
                  <a:lnTo>
                    <a:pt x="811475" y="618907"/>
                  </a:lnTo>
                  <a:lnTo>
                    <a:pt x="812979" y="597380"/>
                  </a:lnTo>
                  <a:lnTo>
                    <a:pt x="813982" y="610897"/>
                  </a:lnTo>
                  <a:lnTo>
                    <a:pt x="814985" y="613400"/>
                  </a:lnTo>
                  <a:lnTo>
                    <a:pt x="815988" y="616404"/>
                  </a:lnTo>
                  <a:lnTo>
                    <a:pt x="817492" y="603387"/>
                  </a:lnTo>
                  <a:lnTo>
                    <a:pt x="818495" y="610897"/>
                  </a:lnTo>
                  <a:lnTo>
                    <a:pt x="819498" y="620409"/>
                  </a:lnTo>
                  <a:lnTo>
                    <a:pt x="821003" y="620909"/>
                  </a:lnTo>
                  <a:lnTo>
                    <a:pt x="822005" y="625415"/>
                  </a:lnTo>
                  <a:lnTo>
                    <a:pt x="823008" y="617405"/>
                  </a:lnTo>
                  <a:lnTo>
                    <a:pt x="824513" y="625916"/>
                  </a:lnTo>
                  <a:lnTo>
                    <a:pt x="825516" y="602887"/>
                  </a:lnTo>
                  <a:lnTo>
                    <a:pt x="826519" y="618907"/>
                  </a:lnTo>
                  <a:lnTo>
                    <a:pt x="828023" y="610396"/>
                  </a:lnTo>
                  <a:lnTo>
                    <a:pt x="829026" y="621911"/>
                  </a:lnTo>
                  <a:lnTo>
                    <a:pt x="830029" y="624914"/>
                  </a:lnTo>
                  <a:lnTo>
                    <a:pt x="831032" y="614902"/>
                  </a:lnTo>
                  <a:lnTo>
                    <a:pt x="832536" y="617405"/>
                  </a:lnTo>
                  <a:lnTo>
                    <a:pt x="833539" y="608394"/>
                  </a:lnTo>
                  <a:lnTo>
                    <a:pt x="834542" y="632924"/>
                  </a:lnTo>
                  <a:lnTo>
                    <a:pt x="836046" y="612399"/>
                  </a:lnTo>
                  <a:lnTo>
                    <a:pt x="837049" y="605390"/>
                  </a:lnTo>
                  <a:lnTo>
                    <a:pt x="838052" y="621911"/>
                  </a:lnTo>
                  <a:lnTo>
                    <a:pt x="839556" y="617405"/>
                  </a:lnTo>
                  <a:lnTo>
                    <a:pt x="840559" y="618907"/>
                  </a:lnTo>
                  <a:lnTo>
                    <a:pt x="841562" y="619407"/>
                  </a:lnTo>
                  <a:lnTo>
                    <a:pt x="843066" y="629420"/>
                  </a:lnTo>
                  <a:lnTo>
                    <a:pt x="844069" y="613901"/>
                  </a:lnTo>
                  <a:lnTo>
                    <a:pt x="845072" y="615402"/>
                  </a:lnTo>
                  <a:lnTo>
                    <a:pt x="846075" y="607893"/>
                  </a:lnTo>
                  <a:lnTo>
                    <a:pt x="847579" y="633425"/>
                  </a:lnTo>
                  <a:lnTo>
                    <a:pt x="848582" y="612399"/>
                  </a:lnTo>
                  <a:lnTo>
                    <a:pt x="849585" y="602887"/>
                  </a:lnTo>
                  <a:lnTo>
                    <a:pt x="851110" y="623412"/>
                  </a:lnTo>
                  <a:lnTo>
                    <a:pt x="852113" y="610897"/>
                  </a:lnTo>
                  <a:lnTo>
                    <a:pt x="853116" y="628419"/>
                  </a:lnTo>
                  <a:lnTo>
                    <a:pt x="854620" y="621410"/>
                  </a:lnTo>
                  <a:lnTo>
                    <a:pt x="855623" y="614902"/>
                  </a:lnTo>
                  <a:lnTo>
                    <a:pt x="856626" y="602887"/>
                  </a:lnTo>
                  <a:lnTo>
                    <a:pt x="858130" y="621410"/>
                  </a:lnTo>
                  <a:lnTo>
                    <a:pt x="859133" y="628419"/>
                  </a:lnTo>
                  <a:lnTo>
                    <a:pt x="860136" y="623412"/>
                  </a:lnTo>
                  <a:lnTo>
                    <a:pt x="861139" y="617405"/>
                  </a:lnTo>
                  <a:lnTo>
                    <a:pt x="862643" y="624914"/>
                  </a:lnTo>
                  <a:lnTo>
                    <a:pt x="863646" y="616904"/>
                  </a:lnTo>
                  <a:lnTo>
                    <a:pt x="864649" y="611397"/>
                  </a:lnTo>
                  <a:lnTo>
                    <a:pt x="866153" y="613400"/>
                  </a:lnTo>
                  <a:lnTo>
                    <a:pt x="867156" y="632424"/>
                  </a:lnTo>
                  <a:lnTo>
                    <a:pt x="868159" y="645941"/>
                  </a:lnTo>
                  <a:lnTo>
                    <a:pt x="869663" y="622912"/>
                  </a:lnTo>
                  <a:lnTo>
                    <a:pt x="870666" y="611898"/>
                  </a:lnTo>
                  <a:lnTo>
                    <a:pt x="871669" y="614401"/>
                  </a:lnTo>
                  <a:lnTo>
                    <a:pt x="873174" y="597880"/>
                  </a:lnTo>
                  <a:lnTo>
                    <a:pt x="874176" y="625415"/>
                  </a:lnTo>
                  <a:lnTo>
                    <a:pt x="875179" y="624414"/>
                  </a:lnTo>
                  <a:lnTo>
                    <a:pt x="876182" y="614902"/>
                  </a:lnTo>
                  <a:lnTo>
                    <a:pt x="877687" y="614902"/>
                  </a:lnTo>
                  <a:lnTo>
                    <a:pt x="878690" y="621410"/>
                  </a:lnTo>
                  <a:lnTo>
                    <a:pt x="879692" y="632924"/>
                  </a:lnTo>
                  <a:lnTo>
                    <a:pt x="881197" y="609896"/>
                  </a:lnTo>
                  <a:lnTo>
                    <a:pt x="882200" y="620909"/>
                  </a:lnTo>
                  <a:lnTo>
                    <a:pt x="883203" y="607893"/>
                  </a:lnTo>
                  <a:lnTo>
                    <a:pt x="884707" y="627918"/>
                  </a:lnTo>
                  <a:lnTo>
                    <a:pt x="885710" y="622411"/>
                  </a:lnTo>
                  <a:lnTo>
                    <a:pt x="886713" y="611397"/>
                  </a:lnTo>
                  <a:lnTo>
                    <a:pt x="888217" y="622912"/>
                  </a:lnTo>
                  <a:lnTo>
                    <a:pt x="889220" y="620909"/>
                  </a:lnTo>
                  <a:lnTo>
                    <a:pt x="890223" y="623412"/>
                  </a:lnTo>
                  <a:lnTo>
                    <a:pt x="891226" y="626416"/>
                  </a:lnTo>
                  <a:lnTo>
                    <a:pt x="892730" y="607392"/>
                  </a:lnTo>
                  <a:lnTo>
                    <a:pt x="893733" y="635427"/>
                  </a:lnTo>
                  <a:lnTo>
                    <a:pt x="894736" y="621911"/>
                  </a:lnTo>
                  <a:lnTo>
                    <a:pt x="896240" y="615903"/>
                  </a:lnTo>
                  <a:lnTo>
                    <a:pt x="897243" y="619407"/>
                  </a:lnTo>
                  <a:lnTo>
                    <a:pt x="898246" y="613400"/>
                  </a:lnTo>
                  <a:lnTo>
                    <a:pt x="899750" y="621911"/>
                  </a:lnTo>
                  <a:lnTo>
                    <a:pt x="900753" y="630922"/>
                  </a:lnTo>
                  <a:lnTo>
                    <a:pt x="901756" y="627417"/>
                  </a:lnTo>
                  <a:lnTo>
                    <a:pt x="903261" y="610396"/>
                  </a:lnTo>
                  <a:lnTo>
                    <a:pt x="904264" y="610897"/>
                  </a:lnTo>
                  <a:lnTo>
                    <a:pt x="905266" y="618406"/>
                  </a:lnTo>
                  <a:lnTo>
                    <a:pt x="906269" y="625415"/>
                  </a:lnTo>
                  <a:lnTo>
                    <a:pt x="907774" y="613400"/>
                  </a:lnTo>
                  <a:lnTo>
                    <a:pt x="908777" y="629420"/>
                  </a:lnTo>
                  <a:lnTo>
                    <a:pt x="909780" y="603888"/>
                  </a:lnTo>
                  <a:lnTo>
                    <a:pt x="911284" y="626917"/>
                  </a:lnTo>
                  <a:lnTo>
                    <a:pt x="912287" y="611898"/>
                  </a:lnTo>
                  <a:lnTo>
                    <a:pt x="913290" y="616404"/>
                  </a:lnTo>
                  <a:lnTo>
                    <a:pt x="914794" y="606892"/>
                  </a:lnTo>
                  <a:lnTo>
                    <a:pt x="915797" y="619407"/>
                  </a:lnTo>
                  <a:lnTo>
                    <a:pt x="916800" y="627417"/>
                  </a:lnTo>
                  <a:lnTo>
                    <a:pt x="918304" y="623412"/>
                  </a:lnTo>
                  <a:lnTo>
                    <a:pt x="919307" y="635928"/>
                  </a:lnTo>
                  <a:lnTo>
                    <a:pt x="920310" y="619908"/>
                  </a:lnTo>
                  <a:lnTo>
                    <a:pt x="921814" y="614902"/>
                  </a:lnTo>
                  <a:lnTo>
                    <a:pt x="922817" y="631923"/>
                  </a:lnTo>
                  <a:lnTo>
                    <a:pt x="923820" y="621911"/>
                  </a:lnTo>
                  <a:lnTo>
                    <a:pt x="924823" y="609395"/>
                  </a:lnTo>
                  <a:lnTo>
                    <a:pt x="926327" y="618907"/>
                  </a:lnTo>
                  <a:lnTo>
                    <a:pt x="927330" y="621911"/>
                  </a:lnTo>
                  <a:lnTo>
                    <a:pt x="928333" y="618907"/>
                  </a:lnTo>
                  <a:lnTo>
                    <a:pt x="929838" y="625415"/>
                  </a:lnTo>
                  <a:lnTo>
                    <a:pt x="930840" y="630922"/>
                  </a:lnTo>
                  <a:lnTo>
                    <a:pt x="931843" y="634426"/>
                  </a:lnTo>
                  <a:lnTo>
                    <a:pt x="933348" y="616904"/>
                  </a:lnTo>
                  <a:lnTo>
                    <a:pt x="934351" y="620409"/>
                  </a:lnTo>
                  <a:lnTo>
                    <a:pt x="935354" y="619407"/>
                  </a:lnTo>
                  <a:lnTo>
                    <a:pt x="936858" y="610396"/>
                  </a:lnTo>
                  <a:lnTo>
                    <a:pt x="937861" y="615903"/>
                  </a:lnTo>
                  <a:lnTo>
                    <a:pt x="938864" y="630922"/>
                  </a:lnTo>
                  <a:lnTo>
                    <a:pt x="939867" y="618907"/>
                  </a:lnTo>
                  <a:lnTo>
                    <a:pt x="941371" y="623412"/>
                  </a:lnTo>
                  <a:lnTo>
                    <a:pt x="942374" y="612399"/>
                  </a:lnTo>
                  <a:lnTo>
                    <a:pt x="943377" y="635928"/>
                  </a:lnTo>
                  <a:lnTo>
                    <a:pt x="944881" y="624414"/>
                  </a:lnTo>
                  <a:lnTo>
                    <a:pt x="945884" y="623412"/>
                  </a:lnTo>
                  <a:lnTo>
                    <a:pt x="946887" y="625916"/>
                  </a:lnTo>
                  <a:lnTo>
                    <a:pt x="948391" y="616404"/>
                  </a:lnTo>
                  <a:lnTo>
                    <a:pt x="949394" y="633926"/>
                  </a:lnTo>
                  <a:lnTo>
                    <a:pt x="950397" y="609395"/>
                  </a:lnTo>
                  <a:lnTo>
                    <a:pt x="951901" y="628419"/>
                  </a:lnTo>
                  <a:lnTo>
                    <a:pt x="952904" y="618907"/>
                  </a:lnTo>
                  <a:lnTo>
                    <a:pt x="953907" y="618406"/>
                  </a:lnTo>
                  <a:lnTo>
                    <a:pt x="954910" y="626416"/>
                  </a:lnTo>
                  <a:lnTo>
                    <a:pt x="956428" y="597880"/>
                  </a:lnTo>
                  <a:lnTo>
                    <a:pt x="957431" y="638431"/>
                  </a:lnTo>
                  <a:lnTo>
                    <a:pt x="958434" y="636929"/>
                  </a:lnTo>
                  <a:lnTo>
                    <a:pt x="959938" y="614401"/>
                  </a:lnTo>
                  <a:lnTo>
                    <a:pt x="960941" y="632924"/>
                  </a:lnTo>
                  <a:lnTo>
                    <a:pt x="961944" y="625415"/>
                  </a:lnTo>
                  <a:lnTo>
                    <a:pt x="963448" y="640434"/>
                  </a:lnTo>
                  <a:lnTo>
                    <a:pt x="964451" y="629921"/>
                  </a:lnTo>
                  <a:lnTo>
                    <a:pt x="965454" y="628919"/>
                  </a:lnTo>
                  <a:lnTo>
                    <a:pt x="966958" y="630421"/>
                  </a:lnTo>
                  <a:lnTo>
                    <a:pt x="967961" y="615903"/>
                  </a:lnTo>
                  <a:lnTo>
                    <a:pt x="968964" y="617405"/>
                  </a:lnTo>
                  <a:lnTo>
                    <a:pt x="969967" y="648958"/>
                  </a:lnTo>
                  <a:lnTo>
                    <a:pt x="971471" y="632924"/>
                  </a:lnTo>
                  <a:lnTo>
                    <a:pt x="972474" y="636929"/>
                  </a:lnTo>
                  <a:lnTo>
                    <a:pt x="973477" y="619908"/>
                  </a:lnTo>
                  <a:lnTo>
                    <a:pt x="974982" y="614902"/>
                  </a:lnTo>
                  <a:lnTo>
                    <a:pt x="975984" y="637430"/>
                  </a:lnTo>
                  <a:lnTo>
                    <a:pt x="976987" y="628419"/>
                  </a:lnTo>
                  <a:lnTo>
                    <a:pt x="978492" y="627918"/>
                  </a:lnTo>
                  <a:lnTo>
                    <a:pt x="979495" y="621410"/>
                  </a:lnTo>
                  <a:lnTo>
                    <a:pt x="980498" y="617405"/>
                  </a:lnTo>
                  <a:lnTo>
                    <a:pt x="982002" y="625415"/>
                  </a:lnTo>
                  <a:lnTo>
                    <a:pt x="983005" y="618907"/>
                  </a:lnTo>
                  <a:lnTo>
                    <a:pt x="984008" y="624414"/>
                  </a:lnTo>
                  <a:lnTo>
                    <a:pt x="985011" y="641435"/>
                  </a:lnTo>
                  <a:lnTo>
                    <a:pt x="986515" y="627918"/>
                  </a:lnTo>
                  <a:lnTo>
                    <a:pt x="987518" y="631422"/>
                  </a:lnTo>
                  <a:lnTo>
                    <a:pt x="988521" y="611397"/>
                  </a:lnTo>
                  <a:lnTo>
                    <a:pt x="990025" y="631923"/>
                  </a:lnTo>
                  <a:lnTo>
                    <a:pt x="991028" y="616404"/>
                  </a:lnTo>
                  <a:lnTo>
                    <a:pt x="992031" y="635427"/>
                  </a:lnTo>
                  <a:lnTo>
                    <a:pt x="993535" y="651961"/>
                  </a:lnTo>
                  <a:lnTo>
                    <a:pt x="994538" y="645941"/>
                  </a:lnTo>
                  <a:lnTo>
                    <a:pt x="995541" y="614401"/>
                  </a:lnTo>
                  <a:lnTo>
                    <a:pt x="997045" y="626416"/>
                  </a:lnTo>
                  <a:lnTo>
                    <a:pt x="998048" y="627417"/>
                  </a:lnTo>
                  <a:lnTo>
                    <a:pt x="999051" y="639933"/>
                  </a:lnTo>
                  <a:lnTo>
                    <a:pt x="1000054" y="620409"/>
                  </a:lnTo>
                  <a:lnTo>
                    <a:pt x="1001559" y="627918"/>
                  </a:lnTo>
                  <a:lnTo>
                    <a:pt x="1002561" y="617405"/>
                  </a:lnTo>
                  <a:lnTo>
                    <a:pt x="1003564" y="632924"/>
                  </a:lnTo>
                  <a:lnTo>
                    <a:pt x="1005069" y="633926"/>
                  </a:lnTo>
                  <a:lnTo>
                    <a:pt x="1006072" y="627918"/>
                  </a:lnTo>
                  <a:lnTo>
                    <a:pt x="1007074" y="631422"/>
                  </a:lnTo>
                  <a:lnTo>
                    <a:pt x="1008579" y="631923"/>
                  </a:lnTo>
                  <a:lnTo>
                    <a:pt x="1009582" y="624914"/>
                  </a:lnTo>
                  <a:lnTo>
                    <a:pt x="1010585" y="622411"/>
                  </a:lnTo>
                  <a:lnTo>
                    <a:pt x="1012089" y="619908"/>
                  </a:lnTo>
                  <a:lnTo>
                    <a:pt x="1013092" y="610897"/>
                  </a:lnTo>
                  <a:lnTo>
                    <a:pt x="1014095" y="624914"/>
                  </a:lnTo>
                  <a:lnTo>
                    <a:pt x="1015098" y="612399"/>
                  </a:lnTo>
                  <a:lnTo>
                    <a:pt x="1016602" y="631422"/>
                  </a:lnTo>
                  <a:lnTo>
                    <a:pt x="1017605" y="609896"/>
                  </a:lnTo>
                  <a:lnTo>
                    <a:pt x="1018608" y="634927"/>
                  </a:lnTo>
                  <a:lnTo>
                    <a:pt x="1020112" y="623412"/>
                  </a:lnTo>
                  <a:lnTo>
                    <a:pt x="1021115" y="632424"/>
                  </a:lnTo>
                  <a:lnTo>
                    <a:pt x="1022118" y="628419"/>
                  </a:lnTo>
                  <a:lnTo>
                    <a:pt x="1023622" y="630421"/>
                  </a:lnTo>
                  <a:lnTo>
                    <a:pt x="1024625" y="614401"/>
                  </a:lnTo>
                  <a:lnTo>
                    <a:pt x="1025628" y="616404"/>
                  </a:lnTo>
                  <a:lnTo>
                    <a:pt x="1027133" y="630421"/>
                  </a:lnTo>
                  <a:lnTo>
                    <a:pt x="1028135" y="628419"/>
                  </a:lnTo>
                  <a:lnTo>
                    <a:pt x="1029138" y="631923"/>
                  </a:lnTo>
                  <a:lnTo>
                    <a:pt x="1030141" y="610897"/>
                  </a:lnTo>
                  <a:lnTo>
                    <a:pt x="1031646" y="600884"/>
                  </a:lnTo>
                  <a:lnTo>
                    <a:pt x="1032649" y="635928"/>
                  </a:lnTo>
                  <a:lnTo>
                    <a:pt x="1033651" y="636429"/>
                  </a:lnTo>
                  <a:lnTo>
                    <a:pt x="1035156" y="604889"/>
                  </a:lnTo>
                  <a:lnTo>
                    <a:pt x="1036159" y="603888"/>
                  </a:lnTo>
                  <a:lnTo>
                    <a:pt x="1037162" y="606892"/>
                  </a:lnTo>
                  <a:lnTo>
                    <a:pt x="1038666" y="598882"/>
                  </a:lnTo>
                  <a:lnTo>
                    <a:pt x="1039669" y="592374"/>
                  </a:lnTo>
                  <a:lnTo>
                    <a:pt x="1040672" y="563317"/>
                  </a:lnTo>
                  <a:lnTo>
                    <a:pt x="1042176" y="552303"/>
                  </a:lnTo>
                  <a:lnTo>
                    <a:pt x="1043179" y="546296"/>
                  </a:lnTo>
                  <a:lnTo>
                    <a:pt x="1044182" y="534782"/>
                  </a:lnTo>
                  <a:lnTo>
                    <a:pt x="1045686" y="522266"/>
                  </a:lnTo>
                  <a:lnTo>
                    <a:pt x="1046689" y="504243"/>
                  </a:lnTo>
                  <a:lnTo>
                    <a:pt x="1047692" y="492228"/>
                  </a:lnTo>
                  <a:lnTo>
                    <a:pt x="1048695" y="490726"/>
                  </a:lnTo>
                  <a:lnTo>
                    <a:pt x="1050199" y="475194"/>
                  </a:lnTo>
                  <a:lnTo>
                    <a:pt x="1051202" y="454668"/>
                  </a:lnTo>
                  <a:lnTo>
                    <a:pt x="1052205" y="445156"/>
                  </a:lnTo>
                  <a:lnTo>
                    <a:pt x="1053709" y="446157"/>
                  </a:lnTo>
                  <a:lnTo>
                    <a:pt x="1054712" y="433141"/>
                  </a:lnTo>
                  <a:lnTo>
                    <a:pt x="1055715" y="422628"/>
                  </a:lnTo>
                  <a:lnTo>
                    <a:pt x="1057220" y="417622"/>
                  </a:lnTo>
                  <a:lnTo>
                    <a:pt x="1058222" y="412615"/>
                  </a:lnTo>
                  <a:lnTo>
                    <a:pt x="1059225" y="403084"/>
                  </a:lnTo>
                  <a:lnTo>
                    <a:pt x="1060730" y="408610"/>
                  </a:lnTo>
                  <a:lnTo>
                    <a:pt x="1061733" y="408610"/>
                  </a:lnTo>
                  <a:lnTo>
                    <a:pt x="1062756" y="404585"/>
                  </a:lnTo>
                  <a:lnTo>
                    <a:pt x="1063759" y="412615"/>
                  </a:lnTo>
                  <a:lnTo>
                    <a:pt x="1065263" y="412615"/>
                  </a:lnTo>
                  <a:lnTo>
                    <a:pt x="1066266" y="411114"/>
                  </a:lnTo>
                  <a:lnTo>
                    <a:pt x="1067269" y="421627"/>
                  </a:lnTo>
                  <a:lnTo>
                    <a:pt x="1068773" y="433141"/>
                  </a:lnTo>
                  <a:lnTo>
                    <a:pt x="1069776" y="440150"/>
                  </a:lnTo>
                  <a:lnTo>
                    <a:pt x="1070779" y="452666"/>
                  </a:lnTo>
                  <a:lnTo>
                    <a:pt x="1072283" y="460676"/>
                  </a:lnTo>
                  <a:lnTo>
                    <a:pt x="1073286" y="477196"/>
                  </a:lnTo>
                  <a:lnTo>
                    <a:pt x="1074289" y="500238"/>
                  </a:lnTo>
                  <a:lnTo>
                    <a:pt x="1075793" y="499738"/>
                  </a:lnTo>
                  <a:lnTo>
                    <a:pt x="1076796" y="510251"/>
                  </a:lnTo>
                  <a:lnTo>
                    <a:pt x="1077799" y="519763"/>
                  </a:lnTo>
                  <a:lnTo>
                    <a:pt x="1078802" y="522266"/>
                  </a:lnTo>
                  <a:lnTo>
                    <a:pt x="1080306" y="551803"/>
                  </a:lnTo>
                  <a:lnTo>
                    <a:pt x="1081309" y="567843"/>
                  </a:lnTo>
                  <a:lnTo>
                    <a:pt x="1082312" y="584864"/>
                  </a:lnTo>
                  <a:lnTo>
                    <a:pt x="1083817" y="586867"/>
                  </a:lnTo>
                  <a:lnTo>
                    <a:pt x="1084820" y="586867"/>
                  </a:lnTo>
                  <a:lnTo>
                    <a:pt x="1085822" y="614902"/>
                  </a:lnTo>
                  <a:lnTo>
                    <a:pt x="1087327" y="624914"/>
                  </a:lnTo>
                  <a:lnTo>
                    <a:pt x="1088330" y="614401"/>
                  </a:lnTo>
                  <a:lnTo>
                    <a:pt x="1089333" y="614902"/>
                  </a:lnTo>
                  <a:lnTo>
                    <a:pt x="1090837" y="652462"/>
                  </a:lnTo>
                  <a:lnTo>
                    <a:pt x="1091840" y="629921"/>
                  </a:lnTo>
                  <a:lnTo>
                    <a:pt x="1092843" y="653463"/>
                  </a:lnTo>
                  <a:lnTo>
                    <a:pt x="1093846" y="637931"/>
                  </a:lnTo>
                  <a:lnTo>
                    <a:pt x="1095350" y="646455"/>
                  </a:lnTo>
                  <a:lnTo>
                    <a:pt x="1096353" y="622912"/>
                  </a:lnTo>
                  <a:lnTo>
                    <a:pt x="1097356" y="636429"/>
                  </a:lnTo>
                  <a:lnTo>
                    <a:pt x="1098860" y="652462"/>
                  </a:lnTo>
                  <a:lnTo>
                    <a:pt x="1099863" y="640434"/>
                  </a:lnTo>
                  <a:lnTo>
                    <a:pt x="1100866" y="652462"/>
                  </a:lnTo>
                  <a:lnTo>
                    <a:pt x="1102370" y="649959"/>
                  </a:lnTo>
                  <a:lnTo>
                    <a:pt x="1103373" y="629921"/>
                  </a:lnTo>
                  <a:lnTo>
                    <a:pt x="1104376" y="647456"/>
                  </a:lnTo>
                  <a:lnTo>
                    <a:pt x="1105880" y="626416"/>
                  </a:lnTo>
                  <a:lnTo>
                    <a:pt x="1106883" y="631422"/>
                  </a:lnTo>
                  <a:lnTo>
                    <a:pt x="1107886" y="650460"/>
                  </a:lnTo>
                  <a:lnTo>
                    <a:pt x="1108889" y="657468"/>
                  </a:lnTo>
                  <a:lnTo>
                    <a:pt x="1110394" y="662975"/>
                  </a:lnTo>
                  <a:lnTo>
                    <a:pt x="1111396" y="640434"/>
                  </a:lnTo>
                  <a:lnTo>
                    <a:pt x="1112399" y="645941"/>
                  </a:lnTo>
                  <a:lnTo>
                    <a:pt x="1113904" y="655466"/>
                  </a:lnTo>
                  <a:lnTo>
                    <a:pt x="1114907" y="666480"/>
                  </a:lnTo>
                  <a:lnTo>
                    <a:pt x="1115910" y="651461"/>
                  </a:lnTo>
                  <a:lnTo>
                    <a:pt x="1117414" y="655466"/>
                  </a:lnTo>
                  <a:lnTo>
                    <a:pt x="1118417" y="662975"/>
                  </a:lnTo>
                  <a:lnTo>
                    <a:pt x="1119420" y="645941"/>
                  </a:lnTo>
                  <a:lnTo>
                    <a:pt x="1120924" y="652462"/>
                  </a:lnTo>
                  <a:lnTo>
                    <a:pt x="1121927" y="641936"/>
                  </a:lnTo>
                  <a:lnTo>
                    <a:pt x="1122930" y="658970"/>
                  </a:lnTo>
                  <a:lnTo>
                    <a:pt x="1123933" y="635427"/>
                  </a:lnTo>
                  <a:lnTo>
                    <a:pt x="1125437" y="667481"/>
                  </a:lnTo>
                  <a:lnTo>
                    <a:pt x="1126440" y="664477"/>
                  </a:lnTo>
                  <a:lnTo>
                    <a:pt x="1127443" y="655966"/>
                  </a:lnTo>
                  <a:lnTo>
                    <a:pt x="1128947" y="671486"/>
                  </a:lnTo>
                  <a:lnTo>
                    <a:pt x="1129950" y="656467"/>
                  </a:lnTo>
                  <a:lnTo>
                    <a:pt x="1130953" y="649959"/>
                  </a:lnTo>
                  <a:lnTo>
                    <a:pt x="1132457" y="657969"/>
                  </a:lnTo>
                  <a:lnTo>
                    <a:pt x="1133460" y="652963"/>
                  </a:lnTo>
                  <a:lnTo>
                    <a:pt x="1134463" y="663976"/>
                  </a:lnTo>
                  <a:lnTo>
                    <a:pt x="1135968" y="648958"/>
                  </a:lnTo>
                  <a:lnTo>
                    <a:pt x="1136970" y="660472"/>
                  </a:lnTo>
                  <a:lnTo>
                    <a:pt x="1137973" y="652462"/>
                  </a:lnTo>
                  <a:lnTo>
                    <a:pt x="1138976" y="656467"/>
                  </a:lnTo>
                  <a:lnTo>
                    <a:pt x="1140481" y="639432"/>
                  </a:lnTo>
                  <a:lnTo>
                    <a:pt x="1141484" y="633425"/>
                  </a:lnTo>
                  <a:lnTo>
                    <a:pt x="1142486" y="642937"/>
                  </a:lnTo>
                  <a:lnTo>
                    <a:pt x="1143991" y="634927"/>
                  </a:lnTo>
                  <a:lnTo>
                    <a:pt x="1144994" y="643938"/>
                  </a:lnTo>
                  <a:lnTo>
                    <a:pt x="1145997" y="620409"/>
                  </a:lnTo>
                  <a:lnTo>
                    <a:pt x="1147501" y="635928"/>
                  </a:lnTo>
                  <a:lnTo>
                    <a:pt x="1148504" y="626416"/>
                  </a:lnTo>
                  <a:lnTo>
                    <a:pt x="1149507" y="609395"/>
                  </a:lnTo>
                  <a:lnTo>
                    <a:pt x="1151011" y="627417"/>
                  </a:lnTo>
                  <a:lnTo>
                    <a:pt x="1152014" y="617906"/>
                  </a:lnTo>
                  <a:lnTo>
                    <a:pt x="1153017" y="625916"/>
                  </a:lnTo>
                  <a:lnTo>
                    <a:pt x="1154020" y="632424"/>
                  </a:lnTo>
                  <a:lnTo>
                    <a:pt x="1155524" y="632924"/>
                  </a:lnTo>
                  <a:lnTo>
                    <a:pt x="1156527" y="618406"/>
                  </a:lnTo>
                  <a:lnTo>
                    <a:pt x="1157530" y="620909"/>
                  </a:lnTo>
                  <a:lnTo>
                    <a:pt x="1159034" y="615903"/>
                  </a:lnTo>
                  <a:lnTo>
                    <a:pt x="1160037" y="626416"/>
                  </a:lnTo>
                  <a:lnTo>
                    <a:pt x="1161040" y="637931"/>
                  </a:lnTo>
                  <a:lnTo>
                    <a:pt x="1162544" y="622411"/>
                  </a:lnTo>
                  <a:lnTo>
                    <a:pt x="1163547" y="633425"/>
                  </a:lnTo>
                  <a:lnTo>
                    <a:pt x="1164550" y="618907"/>
                  </a:lnTo>
                  <a:lnTo>
                    <a:pt x="1166055" y="657969"/>
                  </a:lnTo>
                  <a:lnTo>
                    <a:pt x="1167058" y="645941"/>
                  </a:lnTo>
                  <a:lnTo>
                    <a:pt x="1168060" y="636429"/>
                  </a:lnTo>
                  <a:lnTo>
                    <a:pt x="1169578" y="646455"/>
                  </a:lnTo>
                  <a:lnTo>
                    <a:pt x="1170581" y="657969"/>
                  </a:lnTo>
                  <a:lnTo>
                    <a:pt x="1171584" y="659971"/>
                  </a:lnTo>
                  <a:lnTo>
                    <a:pt x="1172587" y="637430"/>
                  </a:lnTo>
                  <a:lnTo>
                    <a:pt x="1174091" y="653463"/>
                  </a:lnTo>
                  <a:lnTo>
                    <a:pt x="1175094" y="660973"/>
                  </a:lnTo>
                  <a:lnTo>
                    <a:pt x="1176097" y="673488"/>
                  </a:lnTo>
                  <a:lnTo>
                    <a:pt x="1177601" y="653964"/>
                  </a:lnTo>
                  <a:lnTo>
                    <a:pt x="1178604" y="658470"/>
                  </a:lnTo>
                  <a:lnTo>
                    <a:pt x="1179607" y="669984"/>
                  </a:lnTo>
                  <a:lnTo>
                    <a:pt x="1181112" y="663976"/>
                  </a:lnTo>
                  <a:lnTo>
                    <a:pt x="1182114" y="662475"/>
                  </a:lnTo>
                  <a:lnTo>
                    <a:pt x="1183117" y="661473"/>
                  </a:lnTo>
                  <a:lnTo>
                    <a:pt x="1184622" y="662975"/>
                  </a:lnTo>
                  <a:lnTo>
                    <a:pt x="1185625" y="676993"/>
                  </a:lnTo>
                  <a:lnTo>
                    <a:pt x="1186628" y="680998"/>
                  </a:lnTo>
                  <a:lnTo>
                    <a:pt x="1187630" y="682500"/>
                  </a:lnTo>
                  <a:lnTo>
                    <a:pt x="1189135" y="679997"/>
                  </a:lnTo>
                  <a:lnTo>
                    <a:pt x="1190138" y="671986"/>
                  </a:lnTo>
                  <a:lnTo>
                    <a:pt x="1191141" y="660472"/>
                  </a:lnTo>
                  <a:lnTo>
                    <a:pt x="1192645" y="669984"/>
                  </a:lnTo>
                  <a:lnTo>
                    <a:pt x="1193648" y="671486"/>
                  </a:lnTo>
                  <a:lnTo>
                    <a:pt x="1194651" y="675991"/>
                  </a:lnTo>
                  <a:lnTo>
                    <a:pt x="1196155" y="677994"/>
                  </a:lnTo>
                  <a:lnTo>
                    <a:pt x="1197158" y="682500"/>
                  </a:lnTo>
                  <a:lnTo>
                    <a:pt x="1198161" y="677493"/>
                  </a:lnTo>
                  <a:lnTo>
                    <a:pt x="1199665" y="671986"/>
                  </a:lnTo>
                  <a:lnTo>
                    <a:pt x="1200668" y="666480"/>
                  </a:lnTo>
                  <a:lnTo>
                    <a:pt x="1201671" y="658970"/>
                  </a:lnTo>
                  <a:lnTo>
                    <a:pt x="1202674" y="673989"/>
                  </a:lnTo>
                  <a:lnTo>
                    <a:pt x="1204178" y="702024"/>
                  </a:lnTo>
                  <a:lnTo>
                    <a:pt x="1205181" y="669984"/>
                  </a:lnTo>
                  <a:lnTo>
                    <a:pt x="1206184" y="673488"/>
                  </a:lnTo>
                  <a:lnTo>
                    <a:pt x="1207688" y="669483"/>
                  </a:lnTo>
                  <a:lnTo>
                    <a:pt x="1208691" y="676492"/>
                  </a:lnTo>
                  <a:lnTo>
                    <a:pt x="1209694" y="668482"/>
                  </a:lnTo>
                  <a:lnTo>
                    <a:pt x="1211199" y="675491"/>
                  </a:lnTo>
                  <a:lnTo>
                    <a:pt x="1212202" y="668983"/>
                  </a:lnTo>
                  <a:lnTo>
                    <a:pt x="1213204" y="680497"/>
                  </a:lnTo>
                  <a:lnTo>
                    <a:pt x="1214709" y="669483"/>
                  </a:lnTo>
                  <a:lnTo>
                    <a:pt x="1215712" y="673989"/>
                  </a:lnTo>
                  <a:lnTo>
                    <a:pt x="1216715" y="677994"/>
                  </a:lnTo>
                  <a:lnTo>
                    <a:pt x="1217718" y="673488"/>
                  </a:lnTo>
                  <a:lnTo>
                    <a:pt x="1219222" y="661473"/>
                  </a:lnTo>
                  <a:lnTo>
                    <a:pt x="1220225" y="668482"/>
                  </a:lnTo>
                  <a:lnTo>
                    <a:pt x="1221228" y="676993"/>
                  </a:lnTo>
                  <a:lnTo>
                    <a:pt x="1222732" y="662975"/>
                  </a:lnTo>
                  <a:lnTo>
                    <a:pt x="1223735" y="677493"/>
                  </a:lnTo>
                  <a:lnTo>
                    <a:pt x="1224738" y="685503"/>
                  </a:lnTo>
                  <a:lnTo>
                    <a:pt x="1226242" y="664477"/>
                  </a:lnTo>
                  <a:lnTo>
                    <a:pt x="1227245" y="672487"/>
                  </a:lnTo>
                  <a:lnTo>
                    <a:pt x="1228248" y="661473"/>
                  </a:lnTo>
                  <a:lnTo>
                    <a:pt x="1229752" y="685003"/>
                  </a:lnTo>
                  <a:lnTo>
                    <a:pt x="1230755" y="672988"/>
                  </a:lnTo>
                  <a:lnTo>
                    <a:pt x="1231758" y="663476"/>
                  </a:lnTo>
                  <a:lnTo>
                    <a:pt x="1232761" y="669984"/>
                  </a:lnTo>
                  <a:lnTo>
                    <a:pt x="1234265" y="691010"/>
                  </a:lnTo>
                  <a:lnTo>
                    <a:pt x="1235268" y="674990"/>
                  </a:lnTo>
                  <a:lnTo>
                    <a:pt x="1236271" y="676993"/>
                  </a:lnTo>
                  <a:lnTo>
                    <a:pt x="1237776" y="672988"/>
                  </a:lnTo>
                  <a:lnTo>
                    <a:pt x="1238778" y="663976"/>
                  </a:lnTo>
                  <a:lnTo>
                    <a:pt x="1239781" y="665478"/>
                  </a:lnTo>
                  <a:lnTo>
                    <a:pt x="1241286" y="674990"/>
                  </a:lnTo>
                  <a:lnTo>
                    <a:pt x="1242289" y="687506"/>
                  </a:lnTo>
                  <a:lnTo>
                    <a:pt x="1243292" y="667481"/>
                  </a:lnTo>
                  <a:lnTo>
                    <a:pt x="1244796" y="666480"/>
                  </a:lnTo>
                  <a:lnTo>
                    <a:pt x="1245799" y="678495"/>
                  </a:lnTo>
                  <a:lnTo>
                    <a:pt x="1246802" y="669984"/>
                  </a:lnTo>
                  <a:lnTo>
                    <a:pt x="1247805" y="669984"/>
                  </a:lnTo>
                  <a:lnTo>
                    <a:pt x="1249309" y="687005"/>
                  </a:lnTo>
                  <a:lnTo>
                    <a:pt x="1250312" y="681498"/>
                  </a:lnTo>
                  <a:lnTo>
                    <a:pt x="1251315" y="693013"/>
                  </a:lnTo>
                  <a:lnTo>
                    <a:pt x="1252819" y="676993"/>
                  </a:lnTo>
                  <a:lnTo>
                    <a:pt x="1253822" y="669984"/>
                  </a:lnTo>
                  <a:lnTo>
                    <a:pt x="1254825" y="677994"/>
                  </a:lnTo>
                  <a:lnTo>
                    <a:pt x="1256329" y="681999"/>
                  </a:lnTo>
                  <a:lnTo>
                    <a:pt x="1257332" y="685503"/>
                  </a:lnTo>
                  <a:lnTo>
                    <a:pt x="1258335" y="675991"/>
                  </a:lnTo>
                  <a:lnTo>
                    <a:pt x="1259839" y="671986"/>
                  </a:lnTo>
                  <a:lnTo>
                    <a:pt x="1260842" y="678495"/>
                  </a:lnTo>
                  <a:lnTo>
                    <a:pt x="1261845" y="685003"/>
                  </a:lnTo>
                  <a:lnTo>
                    <a:pt x="1262848" y="678495"/>
                  </a:lnTo>
                  <a:lnTo>
                    <a:pt x="1264353" y="669984"/>
                  </a:lnTo>
                  <a:lnTo>
                    <a:pt x="1265355" y="673989"/>
                  </a:lnTo>
                  <a:lnTo>
                    <a:pt x="1266358" y="663976"/>
                  </a:lnTo>
                  <a:lnTo>
                    <a:pt x="1267863" y="681498"/>
                  </a:lnTo>
                  <a:lnTo>
                    <a:pt x="1268866" y="689508"/>
                  </a:lnTo>
                  <a:lnTo>
                    <a:pt x="1269868" y="673989"/>
                  </a:lnTo>
                  <a:lnTo>
                    <a:pt x="1271373" y="673989"/>
                  </a:lnTo>
                  <a:lnTo>
                    <a:pt x="1272376" y="683501"/>
                  </a:lnTo>
                  <a:lnTo>
                    <a:pt x="1273379" y="673989"/>
                  </a:lnTo>
                  <a:lnTo>
                    <a:pt x="1274903" y="667481"/>
                  </a:lnTo>
                  <a:lnTo>
                    <a:pt x="1275906" y="678995"/>
                  </a:lnTo>
                  <a:lnTo>
                    <a:pt x="1276909" y="650960"/>
                  </a:lnTo>
                  <a:lnTo>
                    <a:pt x="1277912" y="673989"/>
                  </a:lnTo>
                  <a:lnTo>
                    <a:pt x="1279416" y="669984"/>
                  </a:lnTo>
                  <a:lnTo>
                    <a:pt x="1280419" y="670985"/>
                  </a:lnTo>
                  <a:lnTo>
                    <a:pt x="1281422" y="689508"/>
                  </a:lnTo>
                  <a:lnTo>
                    <a:pt x="1282926" y="663476"/>
                  </a:lnTo>
                  <a:lnTo>
                    <a:pt x="1283929" y="683501"/>
                  </a:lnTo>
                  <a:lnTo>
                    <a:pt x="1284932" y="687506"/>
                  </a:lnTo>
                  <a:lnTo>
                    <a:pt x="1286436" y="673989"/>
                  </a:lnTo>
                  <a:lnTo>
                    <a:pt x="1287439" y="697518"/>
                  </a:lnTo>
                  <a:lnTo>
                    <a:pt x="1288442" y="693013"/>
                  </a:lnTo>
                  <a:lnTo>
                    <a:pt x="1289947" y="664477"/>
                  </a:lnTo>
                  <a:lnTo>
                    <a:pt x="1290949" y="683501"/>
                  </a:lnTo>
                  <a:lnTo>
                    <a:pt x="1291952" y="683000"/>
                  </a:lnTo>
                  <a:lnTo>
                    <a:pt x="1293457" y="678495"/>
                  </a:lnTo>
                  <a:lnTo>
                    <a:pt x="1294460" y="678995"/>
                  </a:lnTo>
                  <a:lnTo>
                    <a:pt x="1295463" y="679496"/>
                  </a:lnTo>
                  <a:lnTo>
                    <a:pt x="1296465" y="689008"/>
                  </a:lnTo>
                  <a:lnTo>
                    <a:pt x="1297970" y="676492"/>
                  </a:lnTo>
                  <a:lnTo>
                    <a:pt x="1298973" y="694515"/>
                  </a:lnTo>
                  <a:lnTo>
                    <a:pt x="1299976" y="693513"/>
                  </a:lnTo>
                  <a:lnTo>
                    <a:pt x="1301480" y="670485"/>
                  </a:lnTo>
                  <a:lnTo>
                    <a:pt x="1302483" y="675491"/>
                  </a:lnTo>
                  <a:lnTo>
                    <a:pt x="1303486" y="669483"/>
                  </a:lnTo>
                  <a:lnTo>
                    <a:pt x="1304990" y="672487"/>
                  </a:lnTo>
                  <a:lnTo>
                    <a:pt x="1305993" y="667481"/>
                  </a:lnTo>
                  <a:lnTo>
                    <a:pt x="1306996" y="686505"/>
                  </a:lnTo>
                  <a:lnTo>
                    <a:pt x="1308500" y="681498"/>
                  </a:lnTo>
                  <a:lnTo>
                    <a:pt x="1309503" y="683501"/>
                  </a:lnTo>
                  <a:lnTo>
                    <a:pt x="1310506" y="668482"/>
                  </a:lnTo>
                  <a:lnTo>
                    <a:pt x="1311509" y="691511"/>
                  </a:lnTo>
                  <a:lnTo>
                    <a:pt x="1313013" y="691511"/>
                  </a:lnTo>
                  <a:lnTo>
                    <a:pt x="1314016" y="661473"/>
                  </a:lnTo>
                  <a:lnTo>
                    <a:pt x="1315019" y="676993"/>
                  </a:lnTo>
                  <a:lnTo>
                    <a:pt x="1316524" y="681498"/>
                  </a:lnTo>
                  <a:lnTo>
                    <a:pt x="1317526" y="674490"/>
                  </a:lnTo>
                  <a:lnTo>
                    <a:pt x="1318529" y="669984"/>
                  </a:lnTo>
                  <a:lnTo>
                    <a:pt x="1320034" y="668983"/>
                  </a:lnTo>
                  <a:lnTo>
                    <a:pt x="1321037" y="693013"/>
                  </a:lnTo>
                  <a:lnTo>
                    <a:pt x="1322039" y="683000"/>
                  </a:lnTo>
                  <a:lnTo>
                    <a:pt x="1323544" y="676993"/>
                  </a:lnTo>
                  <a:lnTo>
                    <a:pt x="1324547" y="698520"/>
                  </a:lnTo>
                  <a:lnTo>
                    <a:pt x="1325550" y="698520"/>
                  </a:lnTo>
                  <a:lnTo>
                    <a:pt x="1326553" y="672487"/>
                  </a:lnTo>
                  <a:lnTo>
                    <a:pt x="1328057" y="673989"/>
                  </a:lnTo>
                  <a:lnTo>
                    <a:pt x="1329060" y="677994"/>
                  </a:lnTo>
                  <a:lnTo>
                    <a:pt x="1330063" y="682500"/>
                  </a:lnTo>
                  <a:lnTo>
                    <a:pt x="1331567" y="674490"/>
                  </a:lnTo>
                  <a:lnTo>
                    <a:pt x="1332570" y="675991"/>
                  </a:lnTo>
                  <a:lnTo>
                    <a:pt x="1333573" y="675991"/>
                  </a:lnTo>
                  <a:lnTo>
                    <a:pt x="1335077" y="658970"/>
                  </a:lnTo>
                  <a:lnTo>
                    <a:pt x="1336080" y="688007"/>
                  </a:lnTo>
                  <a:lnTo>
                    <a:pt x="1337083" y="676492"/>
                  </a:lnTo>
                  <a:lnTo>
                    <a:pt x="1338587" y="657969"/>
                  </a:lnTo>
                  <a:lnTo>
                    <a:pt x="1339590" y="685503"/>
                  </a:lnTo>
                  <a:lnTo>
                    <a:pt x="1340593" y="686004"/>
                  </a:lnTo>
                  <a:lnTo>
                    <a:pt x="1341596" y="687506"/>
                  </a:lnTo>
                  <a:lnTo>
                    <a:pt x="1343100" y="674490"/>
                  </a:lnTo>
                  <a:lnTo>
                    <a:pt x="1344103" y="683000"/>
                  </a:lnTo>
                  <a:lnTo>
                    <a:pt x="1345106" y="691010"/>
                  </a:lnTo>
                  <a:lnTo>
                    <a:pt x="1346611" y="666980"/>
                  </a:lnTo>
                  <a:lnTo>
                    <a:pt x="1347614" y="694515"/>
                  </a:lnTo>
                  <a:lnTo>
                    <a:pt x="1348616" y="696017"/>
                  </a:lnTo>
                  <a:lnTo>
                    <a:pt x="1350121" y="673989"/>
                  </a:lnTo>
                  <a:lnTo>
                    <a:pt x="1351124" y="671986"/>
                  </a:lnTo>
                  <a:lnTo>
                    <a:pt x="1352127" y="677493"/>
                  </a:lnTo>
                  <a:lnTo>
                    <a:pt x="1353631" y="693513"/>
                  </a:lnTo>
                  <a:lnTo>
                    <a:pt x="1354634" y="688507"/>
                  </a:lnTo>
                  <a:lnTo>
                    <a:pt x="1355637" y="666480"/>
                  </a:lnTo>
                  <a:lnTo>
                    <a:pt x="1356640" y="679997"/>
                  </a:lnTo>
                  <a:lnTo>
                    <a:pt x="1358144" y="668482"/>
                  </a:lnTo>
                  <a:lnTo>
                    <a:pt x="1359147" y="674990"/>
                  </a:lnTo>
                  <a:lnTo>
                    <a:pt x="1360150" y="676993"/>
                  </a:lnTo>
                  <a:lnTo>
                    <a:pt x="1361654" y="680998"/>
                  </a:lnTo>
                  <a:lnTo>
                    <a:pt x="1362657" y="671486"/>
                  </a:lnTo>
                  <a:lnTo>
                    <a:pt x="1363660" y="672487"/>
                  </a:lnTo>
                  <a:lnTo>
                    <a:pt x="1365164" y="668482"/>
                  </a:lnTo>
                  <a:lnTo>
                    <a:pt x="1366167" y="685003"/>
                  </a:lnTo>
                  <a:lnTo>
                    <a:pt x="1367170" y="682500"/>
                  </a:lnTo>
                  <a:lnTo>
                    <a:pt x="1368674" y="692012"/>
                  </a:lnTo>
                  <a:lnTo>
                    <a:pt x="1369677" y="691010"/>
                  </a:lnTo>
                  <a:lnTo>
                    <a:pt x="1370680" y="667481"/>
                  </a:lnTo>
                  <a:lnTo>
                    <a:pt x="1371683" y="682500"/>
                  </a:lnTo>
                  <a:lnTo>
                    <a:pt x="1373188" y="701023"/>
                  </a:lnTo>
                  <a:lnTo>
                    <a:pt x="1374190" y="697518"/>
                  </a:lnTo>
                  <a:lnTo>
                    <a:pt x="1375193" y="693013"/>
                  </a:lnTo>
                  <a:lnTo>
                    <a:pt x="1376698" y="679496"/>
                  </a:lnTo>
                  <a:lnTo>
                    <a:pt x="1377701" y="679496"/>
                  </a:lnTo>
                  <a:lnTo>
                    <a:pt x="1378703" y="689508"/>
                  </a:lnTo>
                  <a:lnTo>
                    <a:pt x="1380208" y="690510"/>
                  </a:lnTo>
                  <a:lnTo>
                    <a:pt x="1381224" y="677994"/>
                  </a:lnTo>
                  <a:lnTo>
                    <a:pt x="1382227" y="690009"/>
                  </a:lnTo>
                  <a:lnTo>
                    <a:pt x="1383731" y="688007"/>
                  </a:lnTo>
                  <a:lnTo>
                    <a:pt x="1384734" y="679496"/>
                  </a:lnTo>
                  <a:lnTo>
                    <a:pt x="1385737" y="688507"/>
                  </a:lnTo>
                  <a:lnTo>
                    <a:pt x="1386740" y="675491"/>
                  </a:lnTo>
                  <a:lnTo>
                    <a:pt x="1388244" y="685003"/>
                  </a:lnTo>
                  <a:lnTo>
                    <a:pt x="1389247" y="678995"/>
                  </a:lnTo>
                  <a:lnTo>
                    <a:pt x="1390250" y="691511"/>
                  </a:lnTo>
                  <a:lnTo>
                    <a:pt x="1391755" y="679496"/>
                  </a:lnTo>
                  <a:lnTo>
                    <a:pt x="1392758" y="694014"/>
                  </a:lnTo>
                  <a:lnTo>
                    <a:pt x="1393760" y="709033"/>
                  </a:lnTo>
                  <a:lnTo>
                    <a:pt x="1395265" y="683000"/>
                  </a:lnTo>
                  <a:lnTo>
                    <a:pt x="1396268" y="673989"/>
                  </a:lnTo>
                  <a:lnTo>
                    <a:pt x="1397271" y="713538"/>
                  </a:lnTo>
                  <a:lnTo>
                    <a:pt x="1398775" y="682500"/>
                  </a:lnTo>
                  <a:lnTo>
                    <a:pt x="1399778" y="666980"/>
                  </a:lnTo>
                  <a:lnTo>
                    <a:pt x="1400781" y="664978"/>
                  </a:lnTo>
                  <a:lnTo>
                    <a:pt x="1401784" y="681498"/>
                  </a:lnTo>
                  <a:lnTo>
                    <a:pt x="1403288" y="695015"/>
                  </a:lnTo>
                  <a:lnTo>
                    <a:pt x="1404291" y="701523"/>
                  </a:lnTo>
                  <a:lnTo>
                    <a:pt x="1405294" y="705028"/>
                  </a:lnTo>
                  <a:lnTo>
                    <a:pt x="1406798" y="703526"/>
                  </a:lnTo>
                  <a:lnTo>
                    <a:pt x="1407801" y="682500"/>
                  </a:lnTo>
                  <a:lnTo>
                    <a:pt x="1408804" y="695516"/>
                  </a:lnTo>
                  <a:lnTo>
                    <a:pt x="1410308" y="679496"/>
                  </a:lnTo>
                  <a:lnTo>
                    <a:pt x="1411311" y="673488"/>
                  </a:lnTo>
                  <a:lnTo>
                    <a:pt x="1412314" y="683501"/>
                  </a:lnTo>
                  <a:lnTo>
                    <a:pt x="1413818" y="677994"/>
                  </a:lnTo>
                  <a:lnTo>
                    <a:pt x="1414821" y="679496"/>
                  </a:lnTo>
                  <a:lnTo>
                    <a:pt x="1415824" y="683501"/>
                  </a:lnTo>
                  <a:lnTo>
                    <a:pt x="1417329" y="683000"/>
                  </a:lnTo>
                  <a:lnTo>
                    <a:pt x="1418332" y="688007"/>
                  </a:lnTo>
                  <a:lnTo>
                    <a:pt x="1419334" y="680998"/>
                  </a:lnTo>
                  <a:lnTo>
                    <a:pt x="1420337" y="685503"/>
                  </a:lnTo>
                  <a:lnTo>
                    <a:pt x="1421842" y="678495"/>
                  </a:lnTo>
                  <a:lnTo>
                    <a:pt x="1422845" y="677994"/>
                  </a:lnTo>
                  <a:lnTo>
                    <a:pt x="1423847" y="681498"/>
                  </a:lnTo>
                  <a:lnTo>
                    <a:pt x="1425352" y="690510"/>
                  </a:lnTo>
                  <a:lnTo>
                    <a:pt x="1426355" y="680497"/>
                  </a:lnTo>
                  <a:lnTo>
                    <a:pt x="1427358" y="669483"/>
                  </a:lnTo>
                  <a:lnTo>
                    <a:pt x="1428862" y="686004"/>
                  </a:lnTo>
                  <a:lnTo>
                    <a:pt x="1429865" y="681498"/>
                  </a:lnTo>
                  <a:lnTo>
                    <a:pt x="1430868" y="691010"/>
                  </a:lnTo>
                  <a:lnTo>
                    <a:pt x="1432372" y="679496"/>
                  </a:lnTo>
                  <a:lnTo>
                    <a:pt x="1433375" y="680497"/>
                  </a:lnTo>
                  <a:lnTo>
                    <a:pt x="1434378" y="696017"/>
                  </a:lnTo>
                  <a:lnTo>
                    <a:pt x="1435381" y="690009"/>
                  </a:lnTo>
                  <a:lnTo>
                    <a:pt x="1436885" y="687005"/>
                  </a:lnTo>
                  <a:lnTo>
                    <a:pt x="1437888" y="667981"/>
                  </a:lnTo>
                  <a:lnTo>
                    <a:pt x="1438891" y="659971"/>
                  </a:lnTo>
                  <a:lnTo>
                    <a:pt x="1440395" y="679997"/>
                  </a:lnTo>
                  <a:lnTo>
                    <a:pt x="1441398" y="695516"/>
                  </a:lnTo>
                  <a:lnTo>
                    <a:pt x="1442401" y="694014"/>
                  </a:lnTo>
                  <a:lnTo>
                    <a:pt x="1443906" y="695015"/>
                  </a:lnTo>
                  <a:lnTo>
                    <a:pt x="1444908" y="694515"/>
                  </a:lnTo>
                  <a:lnTo>
                    <a:pt x="1445911" y="681498"/>
                  </a:lnTo>
                  <a:lnTo>
                    <a:pt x="1447416" y="691010"/>
                  </a:lnTo>
                  <a:lnTo>
                    <a:pt x="1448419" y="685003"/>
                  </a:lnTo>
                  <a:lnTo>
                    <a:pt x="1449422" y="687005"/>
                  </a:lnTo>
                  <a:lnTo>
                    <a:pt x="1450424" y="687506"/>
                  </a:lnTo>
                  <a:lnTo>
                    <a:pt x="1451929" y="691010"/>
                  </a:lnTo>
                  <a:lnTo>
                    <a:pt x="1452932" y="680497"/>
                  </a:lnTo>
                  <a:lnTo>
                    <a:pt x="1453935" y="685003"/>
                  </a:lnTo>
                  <a:lnTo>
                    <a:pt x="1455439" y="675991"/>
                  </a:lnTo>
                  <a:lnTo>
                    <a:pt x="1456442" y="684502"/>
                  </a:lnTo>
                  <a:lnTo>
                    <a:pt x="1457445" y="695015"/>
                  </a:lnTo>
                  <a:lnTo>
                    <a:pt x="1458949" y="674990"/>
                  </a:lnTo>
                  <a:lnTo>
                    <a:pt x="1459952" y="681999"/>
                  </a:lnTo>
                  <a:lnTo>
                    <a:pt x="1460955" y="681999"/>
                  </a:lnTo>
                  <a:lnTo>
                    <a:pt x="1462459" y="678995"/>
                  </a:lnTo>
                  <a:lnTo>
                    <a:pt x="1463462" y="685503"/>
                  </a:lnTo>
                  <a:lnTo>
                    <a:pt x="1464465" y="692012"/>
                  </a:lnTo>
                  <a:lnTo>
                    <a:pt x="1465468" y="677994"/>
                  </a:lnTo>
                  <a:lnTo>
                    <a:pt x="1466972" y="690009"/>
                  </a:lnTo>
                  <a:lnTo>
                    <a:pt x="1467975" y="694515"/>
                  </a:lnTo>
                  <a:lnTo>
                    <a:pt x="1468978" y="673488"/>
                  </a:lnTo>
                  <a:lnTo>
                    <a:pt x="1470482" y="700522"/>
                  </a:lnTo>
                  <a:lnTo>
                    <a:pt x="1471485" y="676993"/>
                  </a:lnTo>
                  <a:lnTo>
                    <a:pt x="1472488" y="686505"/>
                  </a:lnTo>
                  <a:lnTo>
                    <a:pt x="1473993" y="683000"/>
                  </a:lnTo>
                  <a:lnTo>
                    <a:pt x="1474996" y="666480"/>
                  </a:lnTo>
                  <a:lnTo>
                    <a:pt x="1475998" y="668482"/>
                  </a:lnTo>
                  <a:lnTo>
                    <a:pt x="1477503" y="683501"/>
                  </a:lnTo>
                  <a:lnTo>
                    <a:pt x="1478506" y="671986"/>
                  </a:lnTo>
                  <a:lnTo>
                    <a:pt x="1479509" y="682500"/>
                  </a:lnTo>
                  <a:lnTo>
                    <a:pt x="1480512" y="678995"/>
                  </a:lnTo>
                  <a:lnTo>
                    <a:pt x="1482016" y="689008"/>
                  </a:lnTo>
                  <a:lnTo>
                    <a:pt x="1483019" y="669984"/>
                  </a:lnTo>
                  <a:lnTo>
                    <a:pt x="1484022" y="691511"/>
                  </a:lnTo>
                  <a:lnTo>
                    <a:pt x="1485526" y="664978"/>
                  </a:lnTo>
                  <a:lnTo>
                    <a:pt x="1486549" y="674490"/>
                  </a:lnTo>
                  <a:lnTo>
                    <a:pt x="1487552" y="686505"/>
                  </a:lnTo>
                  <a:lnTo>
                    <a:pt x="1489056" y="685503"/>
                  </a:lnTo>
                  <a:lnTo>
                    <a:pt x="1490059" y="697518"/>
                  </a:lnTo>
                  <a:lnTo>
                    <a:pt x="1491062" y="674990"/>
                  </a:lnTo>
                  <a:lnTo>
                    <a:pt x="1492566" y="684502"/>
                  </a:lnTo>
                  <a:lnTo>
                    <a:pt x="1493569" y="679997"/>
                  </a:lnTo>
                  <a:lnTo>
                    <a:pt x="1494572" y="671986"/>
                  </a:lnTo>
                  <a:lnTo>
                    <a:pt x="1495575" y="672487"/>
                  </a:lnTo>
                  <a:lnTo>
                    <a:pt x="1497079" y="679496"/>
                  </a:lnTo>
                  <a:lnTo>
                    <a:pt x="1498082" y="680998"/>
                  </a:lnTo>
                  <a:lnTo>
                    <a:pt x="1499085" y="681999"/>
                  </a:lnTo>
                  <a:lnTo>
                    <a:pt x="1500590" y="666480"/>
                  </a:lnTo>
                  <a:lnTo>
                    <a:pt x="1501593" y="670985"/>
                  </a:lnTo>
                  <a:lnTo>
                    <a:pt x="1502595" y="669483"/>
                  </a:lnTo>
                  <a:lnTo>
                    <a:pt x="1504100" y="686004"/>
                  </a:lnTo>
                  <a:lnTo>
                    <a:pt x="1505103" y="675991"/>
                  </a:lnTo>
                  <a:lnTo>
                    <a:pt x="1506106" y="667981"/>
                  </a:lnTo>
                  <a:lnTo>
                    <a:pt x="1507610" y="672988"/>
                  </a:lnTo>
                  <a:lnTo>
                    <a:pt x="1508613" y="687005"/>
                  </a:lnTo>
                  <a:lnTo>
                    <a:pt x="1509616" y="677493"/>
                  </a:lnTo>
                  <a:lnTo>
                    <a:pt x="1510619" y="687506"/>
                  </a:lnTo>
                  <a:lnTo>
                    <a:pt x="1512123" y="693513"/>
                  </a:lnTo>
                  <a:lnTo>
                    <a:pt x="1513126" y="673488"/>
                  </a:lnTo>
                  <a:lnTo>
                    <a:pt x="1514129" y="701523"/>
                  </a:lnTo>
                  <a:lnTo>
                    <a:pt x="1515633" y="675991"/>
                  </a:lnTo>
                  <a:lnTo>
                    <a:pt x="1516636" y="673488"/>
                  </a:lnTo>
                  <a:lnTo>
                    <a:pt x="1517639" y="682500"/>
                  </a:lnTo>
                  <a:lnTo>
                    <a:pt x="1519143" y="689508"/>
                  </a:lnTo>
                  <a:lnTo>
                    <a:pt x="1520146" y="693013"/>
                  </a:lnTo>
                  <a:lnTo>
                    <a:pt x="1521149" y="677493"/>
                  </a:lnTo>
                  <a:lnTo>
                    <a:pt x="1522653" y="685003"/>
                  </a:lnTo>
                  <a:lnTo>
                    <a:pt x="1523656" y="687506"/>
                  </a:lnTo>
                  <a:lnTo>
                    <a:pt x="1524659" y="683501"/>
                  </a:lnTo>
                  <a:lnTo>
                    <a:pt x="1525662" y="688507"/>
                  </a:lnTo>
                  <a:lnTo>
                    <a:pt x="1527167" y="677994"/>
                  </a:lnTo>
                  <a:lnTo>
                    <a:pt x="1528169" y="692012"/>
                  </a:lnTo>
                  <a:lnTo>
                    <a:pt x="1529172" y="697018"/>
                  </a:lnTo>
                  <a:lnTo>
                    <a:pt x="1530677" y="680497"/>
                  </a:lnTo>
                  <a:lnTo>
                    <a:pt x="1531680" y="692012"/>
                  </a:lnTo>
                  <a:lnTo>
                    <a:pt x="1532683" y="679997"/>
                  </a:lnTo>
                  <a:lnTo>
                    <a:pt x="1534187" y="677493"/>
                  </a:lnTo>
                  <a:lnTo>
                    <a:pt x="1535190" y="677994"/>
                  </a:lnTo>
                  <a:lnTo>
                    <a:pt x="1536193" y="671986"/>
                  </a:lnTo>
                  <a:lnTo>
                    <a:pt x="1537697" y="666480"/>
                  </a:lnTo>
                  <a:lnTo>
                    <a:pt x="1538700" y="679496"/>
                  </a:lnTo>
                  <a:lnTo>
                    <a:pt x="1539703" y="671986"/>
                  </a:lnTo>
                  <a:lnTo>
                    <a:pt x="1541207" y="680497"/>
                  </a:lnTo>
                  <a:lnTo>
                    <a:pt x="1542210" y="681999"/>
                  </a:lnTo>
                  <a:lnTo>
                    <a:pt x="1543213" y="696517"/>
                  </a:lnTo>
                  <a:lnTo>
                    <a:pt x="1544216" y="665979"/>
                  </a:lnTo>
                  <a:lnTo>
                    <a:pt x="1545720" y="676993"/>
                  </a:lnTo>
                  <a:lnTo>
                    <a:pt x="1546723" y="672988"/>
                  </a:lnTo>
                  <a:lnTo>
                    <a:pt x="1547726" y="686004"/>
                  </a:lnTo>
                  <a:lnTo>
                    <a:pt x="1549230" y="653964"/>
                  </a:lnTo>
                  <a:lnTo>
                    <a:pt x="1550233" y="687005"/>
                  </a:lnTo>
                  <a:lnTo>
                    <a:pt x="1551236" y="687005"/>
                  </a:lnTo>
                  <a:lnTo>
                    <a:pt x="1552741" y="663976"/>
                  </a:lnTo>
                  <a:lnTo>
                    <a:pt x="1553743" y="669483"/>
                  </a:lnTo>
                  <a:lnTo>
                    <a:pt x="1554746" y="662975"/>
                  </a:lnTo>
                  <a:lnTo>
                    <a:pt x="1556251" y="673989"/>
                  </a:lnTo>
                  <a:lnTo>
                    <a:pt x="1557254" y="673989"/>
                  </a:lnTo>
                  <a:lnTo>
                    <a:pt x="1558257" y="673488"/>
                  </a:lnTo>
                  <a:lnTo>
                    <a:pt x="1559259" y="669483"/>
                  </a:lnTo>
                  <a:lnTo>
                    <a:pt x="1560764" y="640934"/>
                  </a:lnTo>
                  <a:lnTo>
                    <a:pt x="1561767" y="669984"/>
                  </a:lnTo>
                  <a:lnTo>
                    <a:pt x="1562770" y="668983"/>
                  </a:lnTo>
                  <a:lnTo>
                    <a:pt x="1564274" y="648457"/>
                  </a:lnTo>
                  <a:lnTo>
                    <a:pt x="1565277" y="663476"/>
                  </a:lnTo>
                  <a:lnTo>
                    <a:pt x="1566280" y="664477"/>
                  </a:lnTo>
                  <a:lnTo>
                    <a:pt x="1567784" y="659471"/>
                  </a:lnTo>
                  <a:lnTo>
                    <a:pt x="1568787" y="671486"/>
                  </a:lnTo>
                  <a:lnTo>
                    <a:pt x="1569790" y="676993"/>
                  </a:lnTo>
                  <a:lnTo>
                    <a:pt x="1571294" y="661473"/>
                  </a:lnTo>
                  <a:lnTo>
                    <a:pt x="1572297" y="670485"/>
                  </a:lnTo>
                  <a:lnTo>
                    <a:pt x="1573300" y="671486"/>
                  </a:lnTo>
                  <a:lnTo>
                    <a:pt x="1574303" y="650460"/>
                  </a:lnTo>
                  <a:lnTo>
                    <a:pt x="1575807" y="649959"/>
                  </a:lnTo>
                  <a:lnTo>
                    <a:pt x="1576810" y="675491"/>
                  </a:lnTo>
                  <a:lnTo>
                    <a:pt x="1577813" y="661473"/>
                  </a:lnTo>
                  <a:lnTo>
                    <a:pt x="1579318" y="678495"/>
                  </a:lnTo>
                  <a:lnTo>
                    <a:pt x="1580320" y="678995"/>
                  </a:lnTo>
                  <a:lnTo>
                    <a:pt x="1581323" y="676993"/>
                  </a:lnTo>
                  <a:lnTo>
                    <a:pt x="1582828" y="666480"/>
                  </a:lnTo>
                  <a:lnTo>
                    <a:pt x="1583831" y="672487"/>
                  </a:lnTo>
                  <a:lnTo>
                    <a:pt x="1584833" y="692012"/>
                  </a:lnTo>
                  <a:lnTo>
                    <a:pt x="1586338" y="673488"/>
                  </a:lnTo>
                  <a:lnTo>
                    <a:pt x="1587341" y="661974"/>
                  </a:lnTo>
                  <a:lnTo>
                    <a:pt x="1588344" y="655466"/>
                  </a:lnTo>
                  <a:lnTo>
                    <a:pt x="1589347" y="663476"/>
                  </a:lnTo>
                  <a:lnTo>
                    <a:pt x="1590851" y="676993"/>
                  </a:lnTo>
                  <a:lnTo>
                    <a:pt x="1591854" y="667481"/>
                  </a:lnTo>
                  <a:lnTo>
                    <a:pt x="1592877" y="682500"/>
                  </a:lnTo>
                  <a:lnTo>
                    <a:pt x="1594381" y="660472"/>
                  </a:lnTo>
                  <a:lnTo>
                    <a:pt x="1595384" y="678995"/>
                  </a:lnTo>
                  <a:lnTo>
                    <a:pt x="1596387" y="680998"/>
                  </a:lnTo>
                  <a:lnTo>
                    <a:pt x="1597891" y="669483"/>
                  </a:lnTo>
                  <a:lnTo>
                    <a:pt x="1598894" y="683000"/>
                  </a:lnTo>
                  <a:lnTo>
                    <a:pt x="1599897" y="710034"/>
                  </a:lnTo>
                  <a:lnTo>
                    <a:pt x="1601401" y="692012"/>
                  </a:lnTo>
                  <a:lnTo>
                    <a:pt x="1602404" y="685003"/>
                  </a:lnTo>
                  <a:lnTo>
                    <a:pt x="1603407" y="682500"/>
                  </a:lnTo>
                  <a:lnTo>
                    <a:pt x="1604410" y="682500"/>
                  </a:lnTo>
                  <a:lnTo>
                    <a:pt x="1605914" y="671486"/>
                  </a:lnTo>
                  <a:lnTo>
                    <a:pt x="1606917" y="679997"/>
                  </a:lnTo>
                  <a:lnTo>
                    <a:pt x="1607920" y="700522"/>
                  </a:lnTo>
                  <a:lnTo>
                    <a:pt x="1609425" y="687005"/>
                  </a:lnTo>
                  <a:lnTo>
                    <a:pt x="1610428" y="680998"/>
                  </a:lnTo>
                  <a:lnTo>
                    <a:pt x="1611430" y="685503"/>
                  </a:lnTo>
                  <a:lnTo>
                    <a:pt x="1612935" y="676993"/>
                  </a:lnTo>
                  <a:lnTo>
                    <a:pt x="1613938" y="683501"/>
                  </a:lnTo>
                  <a:lnTo>
                    <a:pt x="1614941" y="666980"/>
                  </a:lnTo>
                  <a:lnTo>
                    <a:pt x="1616445" y="693013"/>
                  </a:lnTo>
                  <a:lnTo>
                    <a:pt x="1617448" y="672988"/>
                  </a:lnTo>
                  <a:lnTo>
                    <a:pt x="1618451" y="683501"/>
                  </a:lnTo>
                </a:path>
                <a:path w="2200275" h="713739">
                  <a:moveTo>
                    <a:pt x="1618451" y="683501"/>
                  </a:moveTo>
                  <a:lnTo>
                    <a:pt x="1619454" y="680998"/>
                  </a:lnTo>
                  <a:lnTo>
                    <a:pt x="1620958" y="676492"/>
                  </a:lnTo>
                  <a:lnTo>
                    <a:pt x="1621961" y="677994"/>
                  </a:lnTo>
                  <a:lnTo>
                    <a:pt x="1622964" y="688007"/>
                  </a:lnTo>
                  <a:lnTo>
                    <a:pt x="1624468" y="668482"/>
                  </a:lnTo>
                  <a:lnTo>
                    <a:pt x="1625471" y="689008"/>
                  </a:lnTo>
                  <a:lnTo>
                    <a:pt x="1626474" y="683000"/>
                  </a:lnTo>
                  <a:lnTo>
                    <a:pt x="1627978" y="678495"/>
                  </a:lnTo>
                  <a:lnTo>
                    <a:pt x="1628981" y="696517"/>
                  </a:lnTo>
                  <a:lnTo>
                    <a:pt x="1629984" y="685003"/>
                  </a:lnTo>
                  <a:lnTo>
                    <a:pt x="1631489" y="666480"/>
                  </a:lnTo>
                  <a:lnTo>
                    <a:pt x="1632491" y="687506"/>
                  </a:lnTo>
                  <a:lnTo>
                    <a:pt x="1633494" y="703025"/>
                  </a:lnTo>
                  <a:lnTo>
                    <a:pt x="1634497" y="678995"/>
                  </a:lnTo>
                  <a:lnTo>
                    <a:pt x="1636002" y="685503"/>
                  </a:lnTo>
                  <a:lnTo>
                    <a:pt x="1637004" y="664477"/>
                  </a:lnTo>
                  <a:lnTo>
                    <a:pt x="1638007" y="683000"/>
                  </a:lnTo>
                  <a:lnTo>
                    <a:pt x="1639512" y="695015"/>
                  </a:lnTo>
                  <a:lnTo>
                    <a:pt x="1640515" y="673488"/>
                  </a:lnTo>
                  <a:lnTo>
                    <a:pt x="1641518" y="697518"/>
                  </a:lnTo>
                  <a:lnTo>
                    <a:pt x="1643022" y="697018"/>
                  </a:lnTo>
                  <a:lnTo>
                    <a:pt x="1644025" y="679997"/>
                  </a:lnTo>
                  <a:lnTo>
                    <a:pt x="1645028" y="695015"/>
                  </a:lnTo>
                  <a:lnTo>
                    <a:pt x="1646532" y="686505"/>
                  </a:lnTo>
                  <a:lnTo>
                    <a:pt x="1647535" y="682500"/>
                  </a:lnTo>
                  <a:lnTo>
                    <a:pt x="1648538" y="695015"/>
                  </a:lnTo>
                  <a:lnTo>
                    <a:pt x="1650042" y="689008"/>
                  </a:lnTo>
                  <a:lnTo>
                    <a:pt x="1651045" y="687005"/>
                  </a:lnTo>
                  <a:lnTo>
                    <a:pt x="1652048" y="701023"/>
                  </a:lnTo>
                  <a:lnTo>
                    <a:pt x="1653051" y="679997"/>
                  </a:lnTo>
                  <a:lnTo>
                    <a:pt x="1654555" y="691511"/>
                  </a:lnTo>
                  <a:lnTo>
                    <a:pt x="1655558" y="690009"/>
                  </a:lnTo>
                  <a:lnTo>
                    <a:pt x="1656561" y="695516"/>
                  </a:lnTo>
                  <a:lnTo>
                    <a:pt x="1658065" y="702024"/>
                  </a:lnTo>
                  <a:lnTo>
                    <a:pt x="1659068" y="683000"/>
                  </a:lnTo>
                  <a:lnTo>
                    <a:pt x="1660071" y="674990"/>
                  </a:lnTo>
                  <a:lnTo>
                    <a:pt x="1661576" y="682500"/>
                  </a:lnTo>
                  <a:lnTo>
                    <a:pt x="1662579" y="679997"/>
                  </a:lnTo>
                  <a:lnTo>
                    <a:pt x="1663581" y="688007"/>
                  </a:lnTo>
                  <a:lnTo>
                    <a:pt x="1665086" y="704527"/>
                  </a:lnTo>
                  <a:lnTo>
                    <a:pt x="1666089" y="687506"/>
                  </a:lnTo>
                  <a:lnTo>
                    <a:pt x="1667092" y="680998"/>
                  </a:lnTo>
                  <a:lnTo>
                    <a:pt x="1668094" y="674990"/>
                  </a:lnTo>
                  <a:lnTo>
                    <a:pt x="1669599" y="692012"/>
                  </a:lnTo>
                  <a:lnTo>
                    <a:pt x="1670602" y="678495"/>
                  </a:lnTo>
                  <a:lnTo>
                    <a:pt x="1671605" y="680497"/>
                  </a:lnTo>
                  <a:lnTo>
                    <a:pt x="1673109" y="684502"/>
                  </a:lnTo>
                  <a:lnTo>
                    <a:pt x="1674112" y="686505"/>
                  </a:lnTo>
                  <a:lnTo>
                    <a:pt x="1675115" y="662475"/>
                  </a:lnTo>
                  <a:lnTo>
                    <a:pt x="1676619" y="679997"/>
                  </a:lnTo>
                  <a:lnTo>
                    <a:pt x="1677622" y="688007"/>
                  </a:lnTo>
                  <a:lnTo>
                    <a:pt x="1678625" y="688507"/>
                  </a:lnTo>
                  <a:lnTo>
                    <a:pt x="1680129" y="686004"/>
                  </a:lnTo>
                  <a:lnTo>
                    <a:pt x="1681132" y="670985"/>
                  </a:lnTo>
                  <a:lnTo>
                    <a:pt x="1682135" y="690510"/>
                  </a:lnTo>
                  <a:lnTo>
                    <a:pt x="1683138" y="679997"/>
                  </a:lnTo>
                  <a:lnTo>
                    <a:pt x="1684642" y="682500"/>
                  </a:lnTo>
                  <a:lnTo>
                    <a:pt x="1685645" y="673989"/>
                  </a:lnTo>
                  <a:lnTo>
                    <a:pt x="1686648" y="698520"/>
                  </a:lnTo>
                  <a:lnTo>
                    <a:pt x="1688153" y="665478"/>
                  </a:lnTo>
                  <a:lnTo>
                    <a:pt x="1689155" y="683000"/>
                  </a:lnTo>
                  <a:lnTo>
                    <a:pt x="1690158" y="676492"/>
                  </a:lnTo>
                  <a:lnTo>
                    <a:pt x="1691663" y="687005"/>
                  </a:lnTo>
                  <a:lnTo>
                    <a:pt x="1692666" y="674490"/>
                  </a:lnTo>
                  <a:lnTo>
                    <a:pt x="1693668" y="686004"/>
                  </a:lnTo>
                  <a:lnTo>
                    <a:pt x="1695173" y="684502"/>
                  </a:lnTo>
                  <a:lnTo>
                    <a:pt x="1696176" y="665478"/>
                  </a:lnTo>
                  <a:lnTo>
                    <a:pt x="1697179" y="692012"/>
                  </a:lnTo>
                  <a:lnTo>
                    <a:pt x="1698195" y="691511"/>
                  </a:lnTo>
                  <a:lnTo>
                    <a:pt x="1699699" y="686004"/>
                  </a:lnTo>
                  <a:lnTo>
                    <a:pt x="1700702" y="669984"/>
                  </a:lnTo>
                  <a:lnTo>
                    <a:pt x="1701705" y="692012"/>
                  </a:lnTo>
                  <a:lnTo>
                    <a:pt x="1703209" y="700022"/>
                  </a:lnTo>
                  <a:lnTo>
                    <a:pt x="1704212" y="674490"/>
                  </a:lnTo>
                  <a:lnTo>
                    <a:pt x="1705215" y="695516"/>
                  </a:lnTo>
                  <a:lnTo>
                    <a:pt x="1706720" y="686505"/>
                  </a:lnTo>
                  <a:lnTo>
                    <a:pt x="1707723" y="686004"/>
                  </a:lnTo>
                  <a:lnTo>
                    <a:pt x="1708725" y="676993"/>
                  </a:lnTo>
                  <a:lnTo>
                    <a:pt x="1710230" y="671486"/>
                  </a:lnTo>
                  <a:lnTo>
                    <a:pt x="1711233" y="666480"/>
                  </a:lnTo>
                  <a:lnTo>
                    <a:pt x="1712236" y="688007"/>
                  </a:lnTo>
                  <a:lnTo>
                    <a:pt x="1713238" y="680497"/>
                  </a:lnTo>
                  <a:lnTo>
                    <a:pt x="1714743" y="680998"/>
                  </a:lnTo>
                  <a:lnTo>
                    <a:pt x="1715746" y="676993"/>
                  </a:lnTo>
                  <a:lnTo>
                    <a:pt x="1716749" y="676492"/>
                  </a:lnTo>
                  <a:lnTo>
                    <a:pt x="1718253" y="676492"/>
                  </a:lnTo>
                  <a:lnTo>
                    <a:pt x="1719256" y="694515"/>
                  </a:lnTo>
                  <a:lnTo>
                    <a:pt x="1720259" y="695516"/>
                  </a:lnTo>
                  <a:lnTo>
                    <a:pt x="1721763" y="686004"/>
                  </a:lnTo>
                  <a:lnTo>
                    <a:pt x="1722766" y="680998"/>
                  </a:lnTo>
                  <a:lnTo>
                    <a:pt x="1723769" y="668983"/>
                  </a:lnTo>
                  <a:lnTo>
                    <a:pt x="1725273" y="695516"/>
                  </a:lnTo>
                  <a:lnTo>
                    <a:pt x="1726276" y="691010"/>
                  </a:lnTo>
                  <a:lnTo>
                    <a:pt x="1727279" y="667481"/>
                  </a:lnTo>
                  <a:lnTo>
                    <a:pt x="1728282" y="676993"/>
                  </a:lnTo>
                  <a:lnTo>
                    <a:pt x="1729786" y="670985"/>
                  </a:lnTo>
                  <a:lnTo>
                    <a:pt x="1730789" y="683501"/>
                  </a:lnTo>
                  <a:lnTo>
                    <a:pt x="1731792" y="701023"/>
                  </a:lnTo>
                  <a:lnTo>
                    <a:pt x="1733297" y="664978"/>
                  </a:lnTo>
                  <a:lnTo>
                    <a:pt x="1734299" y="672487"/>
                  </a:lnTo>
                  <a:lnTo>
                    <a:pt x="1735302" y="693013"/>
                  </a:lnTo>
                  <a:lnTo>
                    <a:pt x="1736807" y="686004"/>
                  </a:lnTo>
                  <a:lnTo>
                    <a:pt x="1737810" y="695015"/>
                  </a:lnTo>
                  <a:lnTo>
                    <a:pt x="1738812" y="699521"/>
                  </a:lnTo>
                  <a:lnTo>
                    <a:pt x="1740317" y="683501"/>
                  </a:lnTo>
                  <a:lnTo>
                    <a:pt x="1741320" y="692012"/>
                  </a:lnTo>
                  <a:lnTo>
                    <a:pt x="1742323" y="669984"/>
                  </a:lnTo>
                  <a:lnTo>
                    <a:pt x="1743326" y="662975"/>
                  </a:lnTo>
                  <a:lnTo>
                    <a:pt x="1744830" y="674990"/>
                  </a:lnTo>
                  <a:lnTo>
                    <a:pt x="1745833" y="678995"/>
                  </a:lnTo>
                  <a:lnTo>
                    <a:pt x="1746836" y="676492"/>
                  </a:lnTo>
                  <a:lnTo>
                    <a:pt x="1748340" y="678995"/>
                  </a:lnTo>
                  <a:lnTo>
                    <a:pt x="1749343" y="671986"/>
                  </a:lnTo>
                  <a:lnTo>
                    <a:pt x="1750346" y="653964"/>
                  </a:lnTo>
                  <a:lnTo>
                    <a:pt x="1751850" y="672988"/>
                  </a:lnTo>
                  <a:lnTo>
                    <a:pt x="1752853" y="689008"/>
                  </a:lnTo>
                  <a:lnTo>
                    <a:pt x="1753856" y="665979"/>
                  </a:lnTo>
                  <a:lnTo>
                    <a:pt x="1755360" y="669984"/>
                  </a:lnTo>
                  <a:lnTo>
                    <a:pt x="1756363" y="679997"/>
                  </a:lnTo>
                  <a:lnTo>
                    <a:pt x="1757366" y="672988"/>
                  </a:lnTo>
                  <a:lnTo>
                    <a:pt x="1758369" y="670985"/>
                  </a:lnTo>
                  <a:lnTo>
                    <a:pt x="1759873" y="687005"/>
                  </a:lnTo>
                  <a:lnTo>
                    <a:pt x="1760876" y="659971"/>
                  </a:lnTo>
                  <a:lnTo>
                    <a:pt x="1761879" y="680497"/>
                  </a:lnTo>
                  <a:lnTo>
                    <a:pt x="1763384" y="673488"/>
                  </a:lnTo>
                  <a:lnTo>
                    <a:pt x="1764387" y="671486"/>
                  </a:lnTo>
                  <a:lnTo>
                    <a:pt x="1765389" y="671986"/>
                  </a:lnTo>
                  <a:lnTo>
                    <a:pt x="1766894" y="674490"/>
                  </a:lnTo>
                  <a:lnTo>
                    <a:pt x="1767897" y="680998"/>
                  </a:lnTo>
                  <a:lnTo>
                    <a:pt x="1768900" y="683501"/>
                  </a:lnTo>
                  <a:lnTo>
                    <a:pt x="1770404" y="669984"/>
                  </a:lnTo>
                  <a:lnTo>
                    <a:pt x="1771407" y="663476"/>
                  </a:lnTo>
                  <a:lnTo>
                    <a:pt x="1772410" y="689008"/>
                  </a:lnTo>
                  <a:lnTo>
                    <a:pt x="1773914" y="664978"/>
                  </a:lnTo>
                  <a:lnTo>
                    <a:pt x="1774917" y="663976"/>
                  </a:lnTo>
                  <a:lnTo>
                    <a:pt x="1775920" y="673488"/>
                  </a:lnTo>
                  <a:lnTo>
                    <a:pt x="1776923" y="691511"/>
                  </a:lnTo>
                  <a:lnTo>
                    <a:pt x="1778427" y="669984"/>
                  </a:lnTo>
                  <a:lnTo>
                    <a:pt x="1779430" y="661974"/>
                  </a:lnTo>
                  <a:lnTo>
                    <a:pt x="1780433" y="673989"/>
                  </a:lnTo>
                  <a:lnTo>
                    <a:pt x="1781937" y="683501"/>
                  </a:lnTo>
                  <a:lnTo>
                    <a:pt x="1782940" y="667981"/>
                  </a:lnTo>
                  <a:lnTo>
                    <a:pt x="1783943" y="672487"/>
                  </a:lnTo>
                  <a:lnTo>
                    <a:pt x="1785447" y="683000"/>
                  </a:lnTo>
                  <a:lnTo>
                    <a:pt x="1786450" y="676993"/>
                  </a:lnTo>
                  <a:lnTo>
                    <a:pt x="1787453" y="665478"/>
                  </a:lnTo>
                  <a:lnTo>
                    <a:pt x="1788958" y="660973"/>
                  </a:lnTo>
                  <a:lnTo>
                    <a:pt x="1789961" y="684502"/>
                  </a:lnTo>
                  <a:lnTo>
                    <a:pt x="1790963" y="658470"/>
                  </a:lnTo>
                  <a:lnTo>
                    <a:pt x="1791966" y="673488"/>
                  </a:lnTo>
                  <a:lnTo>
                    <a:pt x="1793471" y="672988"/>
                  </a:lnTo>
                  <a:lnTo>
                    <a:pt x="1794474" y="671986"/>
                  </a:lnTo>
                  <a:lnTo>
                    <a:pt x="1795477" y="671986"/>
                  </a:lnTo>
                  <a:lnTo>
                    <a:pt x="1796981" y="670485"/>
                  </a:lnTo>
                  <a:lnTo>
                    <a:pt x="1797984" y="683501"/>
                  </a:lnTo>
                  <a:lnTo>
                    <a:pt x="1798987" y="675991"/>
                  </a:lnTo>
                  <a:lnTo>
                    <a:pt x="1800491" y="659471"/>
                  </a:lnTo>
                  <a:lnTo>
                    <a:pt x="1801494" y="664978"/>
                  </a:lnTo>
                  <a:lnTo>
                    <a:pt x="1802497" y="686505"/>
                  </a:lnTo>
                  <a:lnTo>
                    <a:pt x="1804001" y="663476"/>
                  </a:lnTo>
                  <a:lnTo>
                    <a:pt x="1805017" y="665478"/>
                  </a:lnTo>
                  <a:lnTo>
                    <a:pt x="1806020" y="664978"/>
                  </a:lnTo>
                  <a:lnTo>
                    <a:pt x="1807023" y="663976"/>
                  </a:lnTo>
                  <a:lnTo>
                    <a:pt x="1808528" y="666980"/>
                  </a:lnTo>
                  <a:lnTo>
                    <a:pt x="1809531" y="667981"/>
                  </a:lnTo>
                  <a:lnTo>
                    <a:pt x="1810533" y="675991"/>
                  </a:lnTo>
                  <a:lnTo>
                    <a:pt x="1812038" y="674490"/>
                  </a:lnTo>
                  <a:lnTo>
                    <a:pt x="1813041" y="670485"/>
                  </a:lnTo>
                  <a:lnTo>
                    <a:pt x="1814044" y="672988"/>
                  </a:lnTo>
                  <a:lnTo>
                    <a:pt x="1815548" y="688507"/>
                  </a:lnTo>
                  <a:lnTo>
                    <a:pt x="1816551" y="678995"/>
                  </a:lnTo>
                  <a:lnTo>
                    <a:pt x="1817554" y="686505"/>
                  </a:lnTo>
                  <a:lnTo>
                    <a:pt x="1819058" y="672988"/>
                  </a:lnTo>
                  <a:lnTo>
                    <a:pt x="1820061" y="658970"/>
                  </a:lnTo>
                  <a:lnTo>
                    <a:pt x="1821064" y="666980"/>
                  </a:lnTo>
                  <a:lnTo>
                    <a:pt x="1822067" y="681498"/>
                  </a:lnTo>
                  <a:lnTo>
                    <a:pt x="1823571" y="679496"/>
                  </a:lnTo>
                  <a:lnTo>
                    <a:pt x="1824574" y="674490"/>
                  </a:lnTo>
                  <a:lnTo>
                    <a:pt x="1825577" y="656467"/>
                  </a:lnTo>
                  <a:lnTo>
                    <a:pt x="1827081" y="670485"/>
                  </a:lnTo>
                  <a:lnTo>
                    <a:pt x="1828084" y="672988"/>
                  </a:lnTo>
                  <a:lnTo>
                    <a:pt x="1829087" y="656968"/>
                  </a:lnTo>
                  <a:lnTo>
                    <a:pt x="1830591" y="661974"/>
                  </a:lnTo>
                  <a:lnTo>
                    <a:pt x="1831594" y="669984"/>
                  </a:lnTo>
                  <a:lnTo>
                    <a:pt x="1832597" y="658470"/>
                  </a:lnTo>
                  <a:lnTo>
                    <a:pt x="1834102" y="656968"/>
                  </a:lnTo>
                  <a:lnTo>
                    <a:pt x="1835105" y="657468"/>
                  </a:lnTo>
                  <a:lnTo>
                    <a:pt x="1836107" y="667481"/>
                  </a:lnTo>
                  <a:lnTo>
                    <a:pt x="1837110" y="656968"/>
                  </a:lnTo>
                  <a:lnTo>
                    <a:pt x="1838615" y="668983"/>
                  </a:lnTo>
                  <a:lnTo>
                    <a:pt x="1839618" y="640934"/>
                  </a:lnTo>
                  <a:lnTo>
                    <a:pt x="1840621" y="670485"/>
                  </a:lnTo>
                  <a:lnTo>
                    <a:pt x="1842125" y="663976"/>
                  </a:lnTo>
                  <a:lnTo>
                    <a:pt x="1843128" y="648958"/>
                  </a:lnTo>
                  <a:lnTo>
                    <a:pt x="1844131" y="649458"/>
                  </a:lnTo>
                  <a:lnTo>
                    <a:pt x="1845635" y="653463"/>
                  </a:lnTo>
                  <a:lnTo>
                    <a:pt x="1846638" y="680497"/>
                  </a:lnTo>
                  <a:lnTo>
                    <a:pt x="1847641" y="655466"/>
                  </a:lnTo>
                  <a:lnTo>
                    <a:pt x="1849145" y="633425"/>
                  </a:lnTo>
                  <a:lnTo>
                    <a:pt x="1850148" y="654465"/>
                  </a:lnTo>
                  <a:lnTo>
                    <a:pt x="1851151" y="642937"/>
                  </a:lnTo>
                  <a:lnTo>
                    <a:pt x="1852154" y="638431"/>
                  </a:lnTo>
                  <a:lnTo>
                    <a:pt x="1853658" y="660472"/>
                  </a:lnTo>
                  <a:lnTo>
                    <a:pt x="1854661" y="636929"/>
                  </a:lnTo>
                  <a:lnTo>
                    <a:pt x="1855664" y="630421"/>
                  </a:lnTo>
                  <a:lnTo>
                    <a:pt x="1857168" y="631923"/>
                  </a:lnTo>
                  <a:lnTo>
                    <a:pt x="1858171" y="635928"/>
                  </a:lnTo>
                  <a:lnTo>
                    <a:pt x="1859174" y="627918"/>
                  </a:lnTo>
                  <a:lnTo>
                    <a:pt x="1860679" y="638431"/>
                  </a:lnTo>
                  <a:lnTo>
                    <a:pt x="1861681" y="608894"/>
                  </a:lnTo>
                  <a:lnTo>
                    <a:pt x="1862684" y="606391"/>
                  </a:lnTo>
                  <a:lnTo>
                    <a:pt x="1864189" y="597380"/>
                  </a:lnTo>
                  <a:lnTo>
                    <a:pt x="1865192" y="580359"/>
                  </a:lnTo>
                  <a:lnTo>
                    <a:pt x="1866195" y="583863"/>
                  </a:lnTo>
                  <a:lnTo>
                    <a:pt x="1867197" y="569345"/>
                  </a:lnTo>
                  <a:lnTo>
                    <a:pt x="1868702" y="560814"/>
                  </a:lnTo>
                  <a:lnTo>
                    <a:pt x="1869705" y="563317"/>
                  </a:lnTo>
                  <a:lnTo>
                    <a:pt x="1870708" y="557810"/>
                  </a:lnTo>
                  <a:lnTo>
                    <a:pt x="1872212" y="525770"/>
                  </a:lnTo>
                  <a:lnTo>
                    <a:pt x="1873215" y="528774"/>
                  </a:lnTo>
                  <a:lnTo>
                    <a:pt x="1874218" y="549300"/>
                  </a:lnTo>
                  <a:lnTo>
                    <a:pt x="1875722" y="523768"/>
                  </a:lnTo>
                  <a:lnTo>
                    <a:pt x="1876725" y="523267"/>
                  </a:lnTo>
                  <a:lnTo>
                    <a:pt x="1877728" y="516258"/>
                  </a:lnTo>
                  <a:lnTo>
                    <a:pt x="1879232" y="514256"/>
                  </a:lnTo>
                  <a:lnTo>
                    <a:pt x="1880235" y="501740"/>
                  </a:lnTo>
                  <a:lnTo>
                    <a:pt x="1881238" y="515257"/>
                  </a:lnTo>
                  <a:lnTo>
                    <a:pt x="1882241" y="515758"/>
                  </a:lnTo>
                  <a:lnTo>
                    <a:pt x="1883745" y="505745"/>
                  </a:lnTo>
                  <a:lnTo>
                    <a:pt x="1884748" y="503743"/>
                  </a:lnTo>
                  <a:lnTo>
                    <a:pt x="1885751" y="526271"/>
                  </a:lnTo>
                  <a:lnTo>
                    <a:pt x="1887255" y="516759"/>
                  </a:lnTo>
                  <a:lnTo>
                    <a:pt x="1888258" y="520764"/>
                  </a:lnTo>
                  <a:lnTo>
                    <a:pt x="1889261" y="525270"/>
                  </a:lnTo>
                  <a:lnTo>
                    <a:pt x="1890766" y="537285"/>
                  </a:lnTo>
                  <a:lnTo>
                    <a:pt x="1891769" y="539788"/>
                  </a:lnTo>
                  <a:lnTo>
                    <a:pt x="1892771" y="562817"/>
                  </a:lnTo>
                  <a:lnTo>
                    <a:pt x="1894276" y="551803"/>
                  </a:lnTo>
                  <a:lnTo>
                    <a:pt x="1895279" y="565320"/>
                  </a:lnTo>
                  <a:lnTo>
                    <a:pt x="1896282" y="573850"/>
                  </a:lnTo>
                  <a:lnTo>
                    <a:pt x="1897786" y="580359"/>
                  </a:lnTo>
                  <a:lnTo>
                    <a:pt x="1898789" y="593375"/>
                  </a:lnTo>
                  <a:lnTo>
                    <a:pt x="1899792" y="603888"/>
                  </a:lnTo>
                  <a:lnTo>
                    <a:pt x="1900795" y="603888"/>
                  </a:lnTo>
                  <a:lnTo>
                    <a:pt x="1902299" y="609896"/>
                  </a:lnTo>
                  <a:lnTo>
                    <a:pt x="1903302" y="611898"/>
                  </a:lnTo>
                  <a:lnTo>
                    <a:pt x="1904305" y="604389"/>
                  </a:lnTo>
                  <a:lnTo>
                    <a:pt x="1905809" y="620909"/>
                  </a:lnTo>
                  <a:lnTo>
                    <a:pt x="1906812" y="629921"/>
                  </a:lnTo>
                  <a:lnTo>
                    <a:pt x="1907815" y="637931"/>
                  </a:lnTo>
                  <a:lnTo>
                    <a:pt x="1909319" y="635928"/>
                  </a:lnTo>
                  <a:lnTo>
                    <a:pt x="1910342" y="626416"/>
                  </a:lnTo>
                  <a:lnTo>
                    <a:pt x="1911345" y="656968"/>
                  </a:lnTo>
                  <a:lnTo>
                    <a:pt x="1912850" y="648958"/>
                  </a:lnTo>
                  <a:lnTo>
                    <a:pt x="1913852" y="644939"/>
                  </a:lnTo>
                  <a:lnTo>
                    <a:pt x="1914855" y="647456"/>
                  </a:lnTo>
                  <a:lnTo>
                    <a:pt x="1915858" y="667481"/>
                  </a:lnTo>
                  <a:lnTo>
                    <a:pt x="1917363" y="644439"/>
                  </a:lnTo>
                  <a:lnTo>
                    <a:pt x="1918366" y="648457"/>
                  </a:lnTo>
                  <a:lnTo>
                    <a:pt x="1919368" y="643437"/>
                  </a:lnTo>
                  <a:lnTo>
                    <a:pt x="1920873" y="657969"/>
                  </a:lnTo>
                  <a:lnTo>
                    <a:pt x="1921876" y="658470"/>
                  </a:lnTo>
                  <a:lnTo>
                    <a:pt x="1922879" y="664978"/>
                  </a:lnTo>
                  <a:lnTo>
                    <a:pt x="1924383" y="651461"/>
                  </a:lnTo>
                  <a:lnTo>
                    <a:pt x="1925386" y="656467"/>
                  </a:lnTo>
                  <a:lnTo>
                    <a:pt x="1926389" y="645941"/>
                  </a:lnTo>
                  <a:lnTo>
                    <a:pt x="1927893" y="635928"/>
                  </a:lnTo>
                  <a:lnTo>
                    <a:pt x="1928896" y="644439"/>
                  </a:lnTo>
                  <a:lnTo>
                    <a:pt x="1929899" y="651961"/>
                  </a:lnTo>
                  <a:lnTo>
                    <a:pt x="1930902" y="661974"/>
                  </a:lnTo>
                  <a:lnTo>
                    <a:pt x="1932406" y="651961"/>
                  </a:lnTo>
                  <a:lnTo>
                    <a:pt x="1933409" y="652462"/>
                  </a:lnTo>
                  <a:lnTo>
                    <a:pt x="1934412" y="666480"/>
                  </a:lnTo>
                  <a:lnTo>
                    <a:pt x="1935916" y="648457"/>
                  </a:lnTo>
                  <a:lnTo>
                    <a:pt x="1936919" y="662975"/>
                  </a:lnTo>
                  <a:lnTo>
                    <a:pt x="1937922" y="644939"/>
                  </a:lnTo>
                  <a:lnTo>
                    <a:pt x="1939426" y="651961"/>
                  </a:lnTo>
                  <a:lnTo>
                    <a:pt x="1940429" y="648958"/>
                  </a:lnTo>
                  <a:lnTo>
                    <a:pt x="1941432" y="656467"/>
                  </a:lnTo>
                  <a:lnTo>
                    <a:pt x="1942937" y="650460"/>
                  </a:lnTo>
                  <a:lnTo>
                    <a:pt x="1943940" y="646455"/>
                  </a:lnTo>
                  <a:lnTo>
                    <a:pt x="1944942" y="649959"/>
                  </a:lnTo>
                  <a:lnTo>
                    <a:pt x="1945945" y="661473"/>
                  </a:lnTo>
                  <a:lnTo>
                    <a:pt x="1947450" y="655966"/>
                  </a:lnTo>
                  <a:lnTo>
                    <a:pt x="1948453" y="636929"/>
                  </a:lnTo>
                  <a:lnTo>
                    <a:pt x="1949456" y="644939"/>
                  </a:lnTo>
                  <a:lnTo>
                    <a:pt x="1950960" y="650460"/>
                  </a:lnTo>
                  <a:lnTo>
                    <a:pt x="1951963" y="637931"/>
                  </a:lnTo>
                  <a:lnTo>
                    <a:pt x="1952966" y="646955"/>
                  </a:lnTo>
                  <a:lnTo>
                    <a:pt x="1954470" y="638431"/>
                  </a:lnTo>
                  <a:lnTo>
                    <a:pt x="1955473" y="658970"/>
                  </a:lnTo>
                  <a:lnTo>
                    <a:pt x="1956476" y="662475"/>
                  </a:lnTo>
                  <a:lnTo>
                    <a:pt x="1957980" y="653964"/>
                  </a:lnTo>
                  <a:lnTo>
                    <a:pt x="1958983" y="622411"/>
                  </a:lnTo>
                  <a:lnTo>
                    <a:pt x="1959986" y="641936"/>
                  </a:lnTo>
                  <a:lnTo>
                    <a:pt x="1960989" y="635427"/>
                  </a:lnTo>
                  <a:lnTo>
                    <a:pt x="1962493" y="623913"/>
                  </a:lnTo>
                  <a:lnTo>
                    <a:pt x="1963496" y="612899"/>
                  </a:lnTo>
                  <a:lnTo>
                    <a:pt x="1964499" y="606391"/>
                  </a:lnTo>
                  <a:lnTo>
                    <a:pt x="1966003" y="610396"/>
                  </a:lnTo>
                  <a:lnTo>
                    <a:pt x="1967006" y="602887"/>
                  </a:lnTo>
                  <a:lnTo>
                    <a:pt x="1968009" y="595377"/>
                  </a:lnTo>
                  <a:lnTo>
                    <a:pt x="1969514" y="589370"/>
                  </a:lnTo>
                  <a:lnTo>
                    <a:pt x="1970516" y="586867"/>
                  </a:lnTo>
                  <a:lnTo>
                    <a:pt x="1971519" y="587367"/>
                  </a:lnTo>
                  <a:lnTo>
                    <a:pt x="1973024" y="578356"/>
                  </a:lnTo>
                  <a:lnTo>
                    <a:pt x="1974027" y="572849"/>
                  </a:lnTo>
                  <a:lnTo>
                    <a:pt x="1975030" y="579858"/>
                  </a:lnTo>
                  <a:lnTo>
                    <a:pt x="1976032" y="560814"/>
                  </a:lnTo>
                  <a:lnTo>
                    <a:pt x="1977537" y="564319"/>
                  </a:lnTo>
                  <a:lnTo>
                    <a:pt x="1978540" y="549800"/>
                  </a:lnTo>
                  <a:lnTo>
                    <a:pt x="1979543" y="546296"/>
                  </a:lnTo>
                  <a:lnTo>
                    <a:pt x="1981047" y="548298"/>
                  </a:lnTo>
                  <a:lnTo>
                    <a:pt x="1982050" y="542291"/>
                  </a:lnTo>
                  <a:lnTo>
                    <a:pt x="1983053" y="532779"/>
                  </a:lnTo>
                  <a:lnTo>
                    <a:pt x="1984557" y="545795"/>
                  </a:lnTo>
                  <a:lnTo>
                    <a:pt x="1985560" y="540789"/>
                  </a:lnTo>
                  <a:lnTo>
                    <a:pt x="1986563" y="545295"/>
                  </a:lnTo>
                  <a:lnTo>
                    <a:pt x="1988067" y="547297"/>
                  </a:lnTo>
                  <a:lnTo>
                    <a:pt x="1989070" y="531778"/>
                  </a:lnTo>
                  <a:lnTo>
                    <a:pt x="1990073" y="551302"/>
                  </a:lnTo>
                  <a:lnTo>
                    <a:pt x="1991076" y="530777"/>
                  </a:lnTo>
                  <a:lnTo>
                    <a:pt x="1992580" y="551302"/>
                  </a:lnTo>
                  <a:lnTo>
                    <a:pt x="1993583" y="555808"/>
                  </a:lnTo>
                  <a:lnTo>
                    <a:pt x="1994586" y="547798"/>
                  </a:lnTo>
                  <a:lnTo>
                    <a:pt x="1996090" y="551803"/>
                  </a:lnTo>
                  <a:lnTo>
                    <a:pt x="1997093" y="559813"/>
                  </a:lnTo>
                  <a:lnTo>
                    <a:pt x="1998096" y="571347"/>
                  </a:lnTo>
                  <a:lnTo>
                    <a:pt x="1999601" y="564319"/>
                  </a:lnTo>
                  <a:lnTo>
                    <a:pt x="2000604" y="570847"/>
                  </a:lnTo>
                  <a:lnTo>
                    <a:pt x="2001606" y="584364"/>
                  </a:lnTo>
                  <a:lnTo>
                    <a:pt x="2003111" y="588369"/>
                  </a:lnTo>
                  <a:lnTo>
                    <a:pt x="2004114" y="580359"/>
                  </a:lnTo>
                  <a:lnTo>
                    <a:pt x="2005117" y="573850"/>
                  </a:lnTo>
                  <a:lnTo>
                    <a:pt x="2006120" y="585365"/>
                  </a:lnTo>
                  <a:lnTo>
                    <a:pt x="2007624" y="586867"/>
                  </a:lnTo>
                  <a:lnTo>
                    <a:pt x="2008627" y="588869"/>
                  </a:lnTo>
                  <a:lnTo>
                    <a:pt x="2009630" y="604389"/>
                  </a:lnTo>
                  <a:lnTo>
                    <a:pt x="2011134" y="607392"/>
                  </a:lnTo>
                  <a:lnTo>
                    <a:pt x="2012137" y="615402"/>
                  </a:lnTo>
                  <a:lnTo>
                    <a:pt x="2013140" y="624414"/>
                  </a:lnTo>
                  <a:lnTo>
                    <a:pt x="2014644" y="610897"/>
                  </a:lnTo>
                  <a:lnTo>
                    <a:pt x="2015647" y="603888"/>
                  </a:lnTo>
                  <a:lnTo>
                    <a:pt x="2016663" y="628419"/>
                  </a:lnTo>
                  <a:lnTo>
                    <a:pt x="2018168" y="621911"/>
                  </a:lnTo>
                  <a:lnTo>
                    <a:pt x="2019171" y="616404"/>
                  </a:lnTo>
                  <a:lnTo>
                    <a:pt x="2020174" y="625916"/>
                  </a:lnTo>
                  <a:lnTo>
                    <a:pt x="2021678" y="623913"/>
                  </a:lnTo>
                  <a:lnTo>
                    <a:pt x="2022681" y="646955"/>
                  </a:lnTo>
                  <a:lnTo>
                    <a:pt x="2023684" y="620909"/>
                  </a:lnTo>
                  <a:lnTo>
                    <a:pt x="2024687" y="643938"/>
                  </a:lnTo>
                  <a:lnTo>
                    <a:pt x="2026191" y="617906"/>
                  </a:lnTo>
                  <a:lnTo>
                    <a:pt x="2027194" y="636429"/>
                  </a:lnTo>
                  <a:lnTo>
                    <a:pt x="2028197" y="627417"/>
                  </a:lnTo>
                  <a:lnTo>
                    <a:pt x="2029701" y="641435"/>
                  </a:lnTo>
                  <a:lnTo>
                    <a:pt x="2030704" y="640434"/>
                  </a:lnTo>
                  <a:lnTo>
                    <a:pt x="2031707" y="619908"/>
                  </a:lnTo>
                  <a:lnTo>
                    <a:pt x="2033211" y="636929"/>
                  </a:lnTo>
                  <a:lnTo>
                    <a:pt x="2034214" y="645941"/>
                  </a:lnTo>
                  <a:lnTo>
                    <a:pt x="2035217" y="633926"/>
                  </a:lnTo>
                  <a:lnTo>
                    <a:pt x="2036721" y="668983"/>
                  </a:lnTo>
                  <a:lnTo>
                    <a:pt x="2037724" y="666480"/>
                  </a:lnTo>
                  <a:lnTo>
                    <a:pt x="2038727" y="656467"/>
                  </a:lnTo>
                  <a:lnTo>
                    <a:pt x="2039730" y="656467"/>
                  </a:lnTo>
                  <a:lnTo>
                    <a:pt x="2041235" y="643938"/>
                  </a:lnTo>
                  <a:lnTo>
                    <a:pt x="2042237" y="649959"/>
                  </a:lnTo>
                  <a:lnTo>
                    <a:pt x="2043240" y="659471"/>
                  </a:lnTo>
                  <a:lnTo>
                    <a:pt x="2044745" y="652462"/>
                  </a:lnTo>
                  <a:lnTo>
                    <a:pt x="2045748" y="660973"/>
                  </a:lnTo>
                  <a:lnTo>
                    <a:pt x="2046750" y="639432"/>
                  </a:lnTo>
                  <a:lnTo>
                    <a:pt x="2048255" y="666480"/>
                  </a:lnTo>
                  <a:lnTo>
                    <a:pt x="2049258" y="662475"/>
                  </a:lnTo>
                  <a:lnTo>
                    <a:pt x="2050261" y="673488"/>
                  </a:lnTo>
                  <a:lnTo>
                    <a:pt x="2051765" y="663476"/>
                  </a:lnTo>
                  <a:lnTo>
                    <a:pt x="2052768" y="664477"/>
                  </a:lnTo>
                  <a:lnTo>
                    <a:pt x="2053771" y="659971"/>
                  </a:lnTo>
                  <a:lnTo>
                    <a:pt x="2054774" y="652963"/>
                  </a:lnTo>
                  <a:lnTo>
                    <a:pt x="2056278" y="647456"/>
                  </a:lnTo>
                  <a:lnTo>
                    <a:pt x="2057281" y="659971"/>
                  </a:lnTo>
                  <a:lnTo>
                    <a:pt x="2058284" y="659971"/>
                  </a:lnTo>
                  <a:lnTo>
                    <a:pt x="2059788" y="656467"/>
                  </a:lnTo>
                  <a:lnTo>
                    <a:pt x="2060791" y="675991"/>
                  </a:lnTo>
                  <a:lnTo>
                    <a:pt x="2061794" y="682500"/>
                  </a:lnTo>
                  <a:lnTo>
                    <a:pt x="2063298" y="656467"/>
                  </a:lnTo>
                  <a:lnTo>
                    <a:pt x="2064301" y="652963"/>
                  </a:lnTo>
                  <a:lnTo>
                    <a:pt x="2065304" y="668482"/>
                  </a:lnTo>
                  <a:lnTo>
                    <a:pt x="2066809" y="667481"/>
                  </a:lnTo>
                  <a:lnTo>
                    <a:pt x="2067811" y="656968"/>
                  </a:lnTo>
                  <a:lnTo>
                    <a:pt x="2068814" y="643437"/>
                  </a:lnTo>
                  <a:lnTo>
                    <a:pt x="2069817" y="658970"/>
                  </a:lnTo>
                  <a:lnTo>
                    <a:pt x="2071322" y="677493"/>
                  </a:lnTo>
                  <a:lnTo>
                    <a:pt x="2072325" y="674990"/>
                  </a:lnTo>
                  <a:lnTo>
                    <a:pt x="2073327" y="661473"/>
                  </a:lnTo>
                  <a:lnTo>
                    <a:pt x="2074832" y="643938"/>
                  </a:lnTo>
                  <a:lnTo>
                    <a:pt x="2075835" y="661974"/>
                  </a:lnTo>
                  <a:lnTo>
                    <a:pt x="2076838" y="661473"/>
                  </a:lnTo>
                  <a:lnTo>
                    <a:pt x="2078342" y="663976"/>
                  </a:lnTo>
                  <a:lnTo>
                    <a:pt x="2079345" y="656467"/>
                  </a:lnTo>
                  <a:lnTo>
                    <a:pt x="2080348" y="660472"/>
                  </a:lnTo>
                  <a:lnTo>
                    <a:pt x="2081852" y="653463"/>
                  </a:lnTo>
                  <a:lnTo>
                    <a:pt x="2082855" y="653964"/>
                  </a:lnTo>
                  <a:lnTo>
                    <a:pt x="2083858" y="651961"/>
                  </a:lnTo>
                  <a:lnTo>
                    <a:pt x="2084861" y="673488"/>
                  </a:lnTo>
                  <a:lnTo>
                    <a:pt x="2086365" y="658470"/>
                  </a:lnTo>
                  <a:lnTo>
                    <a:pt x="2087368" y="647956"/>
                  </a:lnTo>
                  <a:lnTo>
                    <a:pt x="2088371" y="675491"/>
                  </a:lnTo>
                  <a:lnTo>
                    <a:pt x="2089875" y="642937"/>
                  </a:lnTo>
                  <a:lnTo>
                    <a:pt x="2090878" y="669984"/>
                  </a:lnTo>
                  <a:lnTo>
                    <a:pt x="2091881" y="659471"/>
                  </a:lnTo>
                  <a:lnTo>
                    <a:pt x="2093385" y="647456"/>
                  </a:lnTo>
                  <a:lnTo>
                    <a:pt x="2094388" y="661974"/>
                  </a:lnTo>
                  <a:lnTo>
                    <a:pt x="2095391" y="672988"/>
                  </a:lnTo>
                  <a:lnTo>
                    <a:pt x="2096896" y="648958"/>
                  </a:lnTo>
                  <a:lnTo>
                    <a:pt x="2097899" y="670985"/>
                  </a:lnTo>
                  <a:lnTo>
                    <a:pt x="2098901" y="659971"/>
                  </a:lnTo>
                  <a:lnTo>
                    <a:pt x="2099904" y="667481"/>
                  </a:lnTo>
                  <a:lnTo>
                    <a:pt x="2101409" y="661473"/>
                  </a:lnTo>
                  <a:lnTo>
                    <a:pt x="2102412" y="645440"/>
                  </a:lnTo>
                  <a:lnTo>
                    <a:pt x="2103414" y="662475"/>
                  </a:lnTo>
                  <a:lnTo>
                    <a:pt x="2104919" y="668983"/>
                  </a:lnTo>
                  <a:lnTo>
                    <a:pt x="2105922" y="655966"/>
                  </a:lnTo>
                  <a:lnTo>
                    <a:pt x="2106925" y="642436"/>
                  </a:lnTo>
                  <a:lnTo>
                    <a:pt x="2108429" y="661974"/>
                  </a:lnTo>
                  <a:lnTo>
                    <a:pt x="2109432" y="657468"/>
                  </a:lnTo>
                  <a:lnTo>
                    <a:pt x="2110435" y="664978"/>
                  </a:lnTo>
                  <a:lnTo>
                    <a:pt x="2111939" y="651461"/>
                  </a:lnTo>
                  <a:lnTo>
                    <a:pt x="2112942" y="656968"/>
                  </a:lnTo>
                  <a:lnTo>
                    <a:pt x="2113945" y="658470"/>
                  </a:lnTo>
                  <a:lnTo>
                    <a:pt x="2114948" y="668983"/>
                  </a:lnTo>
                  <a:lnTo>
                    <a:pt x="2116452" y="643938"/>
                  </a:lnTo>
                  <a:lnTo>
                    <a:pt x="2117455" y="661974"/>
                  </a:lnTo>
                  <a:lnTo>
                    <a:pt x="2118458" y="657468"/>
                  </a:lnTo>
                  <a:lnTo>
                    <a:pt x="2119962" y="653463"/>
                  </a:lnTo>
                  <a:lnTo>
                    <a:pt x="2120965" y="651461"/>
                  </a:lnTo>
                  <a:lnTo>
                    <a:pt x="2121968" y="651461"/>
                  </a:lnTo>
                  <a:lnTo>
                    <a:pt x="2123493" y="653964"/>
                  </a:lnTo>
                  <a:lnTo>
                    <a:pt x="2124496" y="652462"/>
                  </a:lnTo>
                  <a:lnTo>
                    <a:pt x="2125498" y="672988"/>
                  </a:lnTo>
                  <a:lnTo>
                    <a:pt x="2127003" y="657969"/>
                  </a:lnTo>
                  <a:lnTo>
                    <a:pt x="2128006" y="663476"/>
                  </a:lnTo>
                  <a:lnTo>
                    <a:pt x="2129009" y="653463"/>
                  </a:lnTo>
                  <a:lnTo>
                    <a:pt x="2130011" y="642436"/>
                  </a:lnTo>
                  <a:lnTo>
                    <a:pt x="2131516" y="645440"/>
                  </a:lnTo>
                  <a:lnTo>
                    <a:pt x="2132519" y="659971"/>
                  </a:lnTo>
                  <a:lnTo>
                    <a:pt x="2133522" y="662475"/>
                  </a:lnTo>
                  <a:lnTo>
                    <a:pt x="2135026" y="652963"/>
                  </a:lnTo>
                  <a:lnTo>
                    <a:pt x="2136029" y="660973"/>
                  </a:lnTo>
                  <a:lnTo>
                    <a:pt x="2137032" y="653964"/>
                  </a:lnTo>
                  <a:lnTo>
                    <a:pt x="2138536" y="661974"/>
                  </a:lnTo>
                  <a:lnTo>
                    <a:pt x="2139539" y="676492"/>
                  </a:lnTo>
                  <a:lnTo>
                    <a:pt x="2140542" y="665478"/>
                  </a:lnTo>
                  <a:lnTo>
                    <a:pt x="2142046" y="671986"/>
                  </a:lnTo>
                  <a:lnTo>
                    <a:pt x="2143049" y="656467"/>
                  </a:lnTo>
                  <a:lnTo>
                    <a:pt x="2144052" y="651961"/>
                  </a:lnTo>
                  <a:lnTo>
                    <a:pt x="2145556" y="659471"/>
                  </a:lnTo>
                  <a:lnTo>
                    <a:pt x="2146559" y="651461"/>
                  </a:lnTo>
                  <a:lnTo>
                    <a:pt x="2147562" y="657468"/>
                  </a:lnTo>
                  <a:lnTo>
                    <a:pt x="2148565" y="670485"/>
                  </a:lnTo>
                  <a:lnTo>
                    <a:pt x="2150070" y="669984"/>
                  </a:lnTo>
                  <a:lnTo>
                    <a:pt x="2151072" y="672487"/>
                  </a:lnTo>
                  <a:lnTo>
                    <a:pt x="2152075" y="648457"/>
                  </a:lnTo>
                  <a:lnTo>
                    <a:pt x="2153580" y="643938"/>
                  </a:lnTo>
                  <a:lnTo>
                    <a:pt x="2154583" y="657969"/>
                  </a:lnTo>
                  <a:lnTo>
                    <a:pt x="2155586" y="661473"/>
                  </a:lnTo>
                  <a:lnTo>
                    <a:pt x="2157090" y="661974"/>
                  </a:lnTo>
                  <a:lnTo>
                    <a:pt x="2158093" y="649959"/>
                  </a:lnTo>
                  <a:lnTo>
                    <a:pt x="2159096" y="648958"/>
                  </a:lnTo>
                  <a:lnTo>
                    <a:pt x="2160600" y="665979"/>
                  </a:lnTo>
                  <a:lnTo>
                    <a:pt x="2161603" y="662475"/>
                  </a:lnTo>
                  <a:lnTo>
                    <a:pt x="2162606" y="661473"/>
                  </a:lnTo>
                  <a:lnTo>
                    <a:pt x="2163609" y="658470"/>
                  </a:lnTo>
                  <a:lnTo>
                    <a:pt x="2165113" y="681999"/>
                  </a:lnTo>
                  <a:lnTo>
                    <a:pt x="2166116" y="660973"/>
                  </a:lnTo>
                  <a:lnTo>
                    <a:pt x="2167119" y="660472"/>
                  </a:lnTo>
                  <a:lnTo>
                    <a:pt x="2168623" y="656467"/>
                  </a:lnTo>
                  <a:lnTo>
                    <a:pt x="2169626" y="662475"/>
                  </a:lnTo>
                  <a:lnTo>
                    <a:pt x="2170629" y="669984"/>
                  </a:lnTo>
                  <a:lnTo>
                    <a:pt x="2172133" y="655466"/>
                  </a:lnTo>
                  <a:lnTo>
                    <a:pt x="2173136" y="663476"/>
                  </a:lnTo>
                  <a:lnTo>
                    <a:pt x="2174139" y="656968"/>
                  </a:lnTo>
                  <a:lnTo>
                    <a:pt x="2175644" y="642937"/>
                  </a:lnTo>
                  <a:lnTo>
                    <a:pt x="2176646" y="644439"/>
                  </a:lnTo>
                  <a:lnTo>
                    <a:pt x="2177649" y="650960"/>
                  </a:lnTo>
                  <a:lnTo>
                    <a:pt x="2178652" y="653964"/>
                  </a:lnTo>
                  <a:lnTo>
                    <a:pt x="2180157" y="661974"/>
                  </a:lnTo>
                  <a:lnTo>
                    <a:pt x="2181160" y="660973"/>
                  </a:lnTo>
                  <a:lnTo>
                    <a:pt x="2182162" y="672988"/>
                  </a:lnTo>
                  <a:lnTo>
                    <a:pt x="2183667" y="657468"/>
                  </a:lnTo>
                  <a:lnTo>
                    <a:pt x="2184670" y="645440"/>
                  </a:lnTo>
                  <a:lnTo>
                    <a:pt x="2185673" y="655966"/>
                  </a:lnTo>
                  <a:lnTo>
                    <a:pt x="2187177" y="649959"/>
                  </a:lnTo>
                  <a:lnTo>
                    <a:pt x="2188180" y="656467"/>
                  </a:lnTo>
                  <a:lnTo>
                    <a:pt x="2189183" y="656968"/>
                  </a:lnTo>
                  <a:lnTo>
                    <a:pt x="2190687" y="666480"/>
                  </a:lnTo>
                  <a:lnTo>
                    <a:pt x="2191690" y="666980"/>
                  </a:lnTo>
                  <a:lnTo>
                    <a:pt x="2192693" y="658970"/>
                  </a:lnTo>
                  <a:lnTo>
                    <a:pt x="2193696" y="652462"/>
                  </a:lnTo>
                  <a:lnTo>
                    <a:pt x="2195200" y="648958"/>
                  </a:lnTo>
                  <a:lnTo>
                    <a:pt x="2196203" y="652963"/>
                  </a:lnTo>
                  <a:lnTo>
                    <a:pt x="2197206" y="646455"/>
                  </a:lnTo>
                  <a:lnTo>
                    <a:pt x="2198710" y="647956"/>
                  </a:lnTo>
                  <a:lnTo>
                    <a:pt x="2199713" y="654965"/>
                  </a:lnTo>
                </a:path>
              </a:pathLst>
            </a:custGeom>
            <a:ln w="3175">
              <a:solidFill>
                <a:srgbClr val="62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5862065" y="2331808"/>
            <a:ext cx="291465" cy="13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>
                <a:latin typeface="Symbol"/>
                <a:cs typeface="Symbol"/>
              </a:rPr>
              <a:t></a:t>
            </a:r>
            <a:r>
              <a:rPr dirty="0" sz="700" spc="35">
                <a:latin typeface="Times New Roman"/>
                <a:cs typeface="Times New Roman"/>
              </a:rPr>
              <a:t> </a:t>
            </a:r>
            <a:r>
              <a:rPr dirty="0" sz="700">
                <a:latin typeface="Arial MT"/>
                <a:cs typeface="Arial MT"/>
              </a:rPr>
              <a:t>=</a:t>
            </a:r>
            <a:r>
              <a:rPr dirty="0" sz="700" spc="20">
                <a:latin typeface="Arial MT"/>
                <a:cs typeface="Arial MT"/>
              </a:rPr>
              <a:t> </a:t>
            </a:r>
            <a:r>
              <a:rPr dirty="0" sz="700" spc="-35">
                <a:latin typeface="Arial MT"/>
                <a:cs typeface="Arial MT"/>
              </a:rPr>
              <a:t>20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443497" y="2088439"/>
            <a:ext cx="247650" cy="217170"/>
          </a:xfrm>
          <a:prstGeom prst="rect">
            <a:avLst/>
          </a:prstGeom>
        </p:spPr>
        <p:txBody>
          <a:bodyPr wrap="square" lIns="0" tIns="6985" rIns="0" bIns="0" rtlCol="0" vert="vert270">
            <a:spAutoFit/>
          </a:bodyPr>
          <a:lstStyle/>
          <a:p>
            <a:pPr marL="50165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Arial MT"/>
                <a:cs typeface="Arial MT"/>
              </a:rPr>
              <a:t>331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latin typeface="Arial MT"/>
                <a:cs typeface="Arial MT"/>
              </a:rPr>
              <a:t>420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138574" y="2221139"/>
            <a:ext cx="128905" cy="179070"/>
          </a:xfrm>
          <a:prstGeom prst="rect">
            <a:avLst/>
          </a:prstGeom>
        </p:spPr>
        <p:txBody>
          <a:bodyPr wrap="square" lIns="0" tIns="698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Arial MT"/>
                <a:cs typeface="Arial MT"/>
              </a:rPr>
              <a:t>400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631025" y="2021836"/>
            <a:ext cx="217804" cy="222885"/>
          </a:xfrm>
          <a:prstGeom prst="rect">
            <a:avLst/>
          </a:prstGeom>
        </p:spPr>
        <p:txBody>
          <a:bodyPr wrap="square" lIns="0" tIns="6985" rIns="0" bIns="0" rtlCol="0" vert="vert270">
            <a:spAutoFit/>
          </a:bodyPr>
          <a:lstStyle/>
          <a:p>
            <a:pPr marL="56515">
              <a:lnSpc>
                <a:spcPts val="770"/>
              </a:lnSpc>
              <a:spcBef>
                <a:spcPts val="55"/>
              </a:spcBef>
            </a:pPr>
            <a:r>
              <a:rPr dirty="0" sz="700" spc="-25">
                <a:latin typeface="Arial MT"/>
                <a:cs typeface="Arial MT"/>
              </a:rPr>
              <a:t>311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ts val="770"/>
              </a:lnSpc>
            </a:pPr>
            <a:r>
              <a:rPr dirty="0" sz="700" spc="-25">
                <a:latin typeface="Arial MT"/>
                <a:cs typeface="Arial MT"/>
              </a:rPr>
              <a:t>222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4307034" y="1936216"/>
            <a:ext cx="128905" cy="179070"/>
          </a:xfrm>
          <a:prstGeom prst="rect">
            <a:avLst/>
          </a:prstGeom>
        </p:spPr>
        <p:txBody>
          <a:bodyPr wrap="square" lIns="0" tIns="698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Arial MT"/>
                <a:cs typeface="Arial MT"/>
              </a:rPr>
              <a:t>220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3688651" y="1581706"/>
            <a:ext cx="128905" cy="179070"/>
          </a:xfrm>
          <a:prstGeom prst="rect">
            <a:avLst/>
          </a:prstGeom>
        </p:spPr>
        <p:txBody>
          <a:bodyPr wrap="square" lIns="0" tIns="698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Arial MT"/>
                <a:cs typeface="Arial MT"/>
              </a:rPr>
              <a:t>111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127440" y="2058329"/>
            <a:ext cx="128905" cy="368300"/>
          </a:xfrm>
          <a:prstGeom prst="rect">
            <a:avLst/>
          </a:prstGeom>
        </p:spPr>
        <p:txBody>
          <a:bodyPr wrap="square" lIns="0" tIns="698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latin typeface="Arial MT"/>
                <a:cs typeface="Arial MT"/>
              </a:rPr>
              <a:t>Intensity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623782" y="3171746"/>
            <a:ext cx="174625" cy="30734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600" spc="-25">
                <a:latin typeface="Arial MT"/>
                <a:cs typeface="Arial MT"/>
              </a:rPr>
              <a:t>80</a:t>
            </a:r>
            <a:endParaRPr sz="600">
              <a:latin typeface="Arial MT"/>
              <a:cs typeface="Arial MT"/>
            </a:endParaRPr>
          </a:p>
          <a:p>
            <a:pPr marL="62230">
              <a:lnSpc>
                <a:spcPct val="100000"/>
              </a:lnSpc>
              <a:spcBef>
                <a:spcPts val="375"/>
              </a:spcBef>
            </a:pPr>
            <a:r>
              <a:rPr dirty="0" sz="700" spc="-25">
                <a:latin typeface="Arial MT"/>
                <a:cs typeface="Arial MT"/>
              </a:rPr>
              <a:t>2</a:t>
            </a:r>
            <a:r>
              <a:rPr dirty="0" sz="700" spc="-25">
                <a:latin typeface="Symbol"/>
                <a:cs typeface="Symbol"/>
              </a:rPr>
              <a:t></a:t>
            </a:r>
            <a:endParaRPr sz="700">
              <a:latin typeface="Symbol"/>
              <a:cs typeface="Symbo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834085" y="1794505"/>
            <a:ext cx="128905" cy="179070"/>
          </a:xfrm>
          <a:prstGeom prst="rect">
            <a:avLst/>
          </a:prstGeom>
        </p:spPr>
        <p:txBody>
          <a:bodyPr wrap="square" lIns="0" tIns="698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Arial MT"/>
                <a:cs typeface="Arial MT"/>
              </a:rPr>
              <a:t>200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872596" y="2846565"/>
            <a:ext cx="316865" cy="13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>
                <a:latin typeface="Symbol"/>
                <a:cs typeface="Symbol"/>
              </a:rPr>
              <a:t></a:t>
            </a:r>
            <a:r>
              <a:rPr dirty="0" sz="700" spc="35">
                <a:latin typeface="Times New Roman"/>
                <a:cs typeface="Times New Roman"/>
              </a:rPr>
              <a:t> </a:t>
            </a:r>
            <a:r>
              <a:rPr dirty="0" sz="700">
                <a:latin typeface="Arial MT"/>
                <a:cs typeface="Arial MT"/>
              </a:rPr>
              <a:t>=</a:t>
            </a:r>
            <a:r>
              <a:rPr dirty="0" sz="700" spc="20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0.5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5968544" y="2484710"/>
            <a:ext cx="0" cy="359410"/>
          </a:xfrm>
          <a:custGeom>
            <a:avLst/>
            <a:gdLst/>
            <a:ahLst/>
            <a:cxnLst/>
            <a:rect l="l" t="t" r="r" b="b"/>
            <a:pathLst>
              <a:path w="0" h="359410">
                <a:moveTo>
                  <a:pt x="0" y="35901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7" name="object 47" descr=""/>
          <p:cNvGrpSpPr/>
          <p:nvPr/>
        </p:nvGrpSpPr>
        <p:grpSpPr>
          <a:xfrm>
            <a:off x="5956760" y="2483457"/>
            <a:ext cx="24130" cy="45720"/>
            <a:chOff x="5956760" y="2483457"/>
            <a:chExt cx="24130" cy="45720"/>
          </a:xfrm>
        </p:grpSpPr>
        <p:sp>
          <p:nvSpPr>
            <p:cNvPr id="48" name="object 48" descr=""/>
            <p:cNvSpPr/>
            <p:nvPr/>
          </p:nvSpPr>
          <p:spPr>
            <a:xfrm>
              <a:off x="5958013" y="2484710"/>
              <a:ext cx="21590" cy="43180"/>
            </a:xfrm>
            <a:custGeom>
              <a:avLst/>
              <a:gdLst/>
              <a:ahLst/>
              <a:cxnLst/>
              <a:rect l="l" t="t" r="r" b="b"/>
              <a:pathLst>
                <a:path w="21589" h="43180">
                  <a:moveTo>
                    <a:pt x="10530" y="0"/>
                  </a:moveTo>
                  <a:lnTo>
                    <a:pt x="0" y="43053"/>
                  </a:lnTo>
                  <a:lnTo>
                    <a:pt x="21074" y="43053"/>
                  </a:lnTo>
                  <a:lnTo>
                    <a:pt x="10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958013" y="2484710"/>
              <a:ext cx="21590" cy="43180"/>
            </a:xfrm>
            <a:custGeom>
              <a:avLst/>
              <a:gdLst/>
              <a:ahLst/>
              <a:cxnLst/>
              <a:rect l="l" t="t" r="r" b="b"/>
              <a:pathLst>
                <a:path w="21589" h="43180">
                  <a:moveTo>
                    <a:pt x="10530" y="0"/>
                  </a:moveTo>
                  <a:lnTo>
                    <a:pt x="21074" y="43053"/>
                  </a:lnTo>
                  <a:lnTo>
                    <a:pt x="10530" y="43053"/>
                  </a:lnTo>
                  <a:lnTo>
                    <a:pt x="0" y="43053"/>
                  </a:lnTo>
                  <a:lnTo>
                    <a:pt x="1053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4375150" y="1407667"/>
            <a:ext cx="1483995" cy="347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GIXRD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scan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Au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alloy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film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>
                <a:latin typeface="Symbol"/>
                <a:cs typeface="Symbol"/>
              </a:rPr>
              <a:t>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Calibri"/>
                <a:cs typeface="Calibri"/>
              </a:rPr>
              <a:t>=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grazing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incident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angle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219456" y="3462528"/>
            <a:ext cx="1623060" cy="393700"/>
          </a:xfrm>
          <a:custGeom>
            <a:avLst/>
            <a:gdLst/>
            <a:ahLst/>
            <a:cxnLst/>
            <a:rect l="l" t="t" r="r" b="b"/>
            <a:pathLst>
              <a:path w="1623060" h="393700">
                <a:moveTo>
                  <a:pt x="1557527" y="0"/>
                </a:moveTo>
                <a:lnTo>
                  <a:pt x="65532" y="0"/>
                </a:lnTo>
                <a:lnTo>
                  <a:pt x="40022" y="5149"/>
                </a:lnTo>
                <a:lnTo>
                  <a:pt x="19192" y="19192"/>
                </a:lnTo>
                <a:lnTo>
                  <a:pt x="5149" y="40022"/>
                </a:lnTo>
                <a:lnTo>
                  <a:pt x="0" y="65532"/>
                </a:lnTo>
                <a:lnTo>
                  <a:pt x="0" y="327660"/>
                </a:lnTo>
                <a:lnTo>
                  <a:pt x="5149" y="353169"/>
                </a:lnTo>
                <a:lnTo>
                  <a:pt x="19192" y="373999"/>
                </a:lnTo>
                <a:lnTo>
                  <a:pt x="40022" y="388042"/>
                </a:lnTo>
                <a:lnTo>
                  <a:pt x="65532" y="393192"/>
                </a:lnTo>
                <a:lnTo>
                  <a:pt x="1557527" y="393192"/>
                </a:lnTo>
                <a:lnTo>
                  <a:pt x="1583037" y="388042"/>
                </a:lnTo>
                <a:lnTo>
                  <a:pt x="1603867" y="373999"/>
                </a:lnTo>
                <a:lnTo>
                  <a:pt x="1617910" y="353169"/>
                </a:lnTo>
                <a:lnTo>
                  <a:pt x="1623060" y="327660"/>
                </a:lnTo>
                <a:lnTo>
                  <a:pt x="1623060" y="65532"/>
                </a:lnTo>
                <a:lnTo>
                  <a:pt x="1617910" y="40022"/>
                </a:lnTo>
                <a:lnTo>
                  <a:pt x="1603867" y="19192"/>
                </a:lnTo>
                <a:lnTo>
                  <a:pt x="1583037" y="5149"/>
                </a:lnTo>
                <a:lnTo>
                  <a:pt x="1557527" y="0"/>
                </a:lnTo>
                <a:close/>
              </a:path>
            </a:pathLst>
          </a:custGeom>
          <a:solidFill>
            <a:srgbClr val="212A3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" name="object 52" descr=""/>
          <p:cNvGrpSpPr/>
          <p:nvPr/>
        </p:nvGrpSpPr>
        <p:grpSpPr>
          <a:xfrm>
            <a:off x="454927" y="4190889"/>
            <a:ext cx="746760" cy="1739900"/>
            <a:chOff x="454927" y="4190889"/>
            <a:chExt cx="746760" cy="1739900"/>
          </a:xfrm>
        </p:grpSpPr>
        <p:pic>
          <p:nvPicPr>
            <p:cNvPr id="53" name="object 5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232" y="4215723"/>
              <a:ext cx="533733" cy="1645985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458102" y="4194064"/>
              <a:ext cx="740410" cy="1733550"/>
            </a:xfrm>
            <a:custGeom>
              <a:avLst/>
              <a:gdLst/>
              <a:ahLst/>
              <a:cxnLst/>
              <a:rect l="l" t="t" r="r" b="b"/>
              <a:pathLst>
                <a:path w="740410" h="1733550">
                  <a:moveTo>
                    <a:pt x="31511" y="1702070"/>
                  </a:moveTo>
                  <a:lnTo>
                    <a:pt x="740108" y="1702070"/>
                  </a:lnTo>
                </a:path>
                <a:path w="740410" h="1733550">
                  <a:moveTo>
                    <a:pt x="31511" y="1702070"/>
                  </a:moveTo>
                  <a:lnTo>
                    <a:pt x="31511" y="1717591"/>
                  </a:lnTo>
                </a:path>
                <a:path w="740410" h="1733550">
                  <a:moveTo>
                    <a:pt x="173048" y="1702070"/>
                  </a:moveTo>
                  <a:lnTo>
                    <a:pt x="173048" y="1717591"/>
                  </a:lnTo>
                </a:path>
                <a:path w="740410" h="1733550">
                  <a:moveTo>
                    <a:pt x="315035" y="1702070"/>
                  </a:moveTo>
                  <a:lnTo>
                    <a:pt x="315035" y="1717591"/>
                  </a:lnTo>
                </a:path>
                <a:path w="740410" h="1733550">
                  <a:moveTo>
                    <a:pt x="456584" y="1702070"/>
                  </a:moveTo>
                  <a:lnTo>
                    <a:pt x="456584" y="1717591"/>
                  </a:lnTo>
                </a:path>
                <a:path w="740410" h="1733550">
                  <a:moveTo>
                    <a:pt x="598572" y="1702070"/>
                  </a:moveTo>
                  <a:lnTo>
                    <a:pt x="598572" y="1717591"/>
                  </a:lnTo>
                </a:path>
                <a:path w="740410" h="1733550">
                  <a:moveTo>
                    <a:pt x="740108" y="1702070"/>
                  </a:moveTo>
                  <a:lnTo>
                    <a:pt x="740108" y="1717591"/>
                  </a:lnTo>
                </a:path>
                <a:path w="740410" h="1733550">
                  <a:moveTo>
                    <a:pt x="102270" y="1702070"/>
                  </a:moveTo>
                  <a:lnTo>
                    <a:pt x="102270" y="1733551"/>
                  </a:lnTo>
                </a:path>
                <a:path w="740410" h="1733550">
                  <a:moveTo>
                    <a:pt x="244276" y="1702070"/>
                  </a:moveTo>
                  <a:lnTo>
                    <a:pt x="244276" y="1733551"/>
                  </a:lnTo>
                </a:path>
                <a:path w="740410" h="1733550">
                  <a:moveTo>
                    <a:pt x="385813" y="1702070"/>
                  </a:moveTo>
                  <a:lnTo>
                    <a:pt x="385813" y="1733551"/>
                  </a:lnTo>
                </a:path>
                <a:path w="740410" h="1733550">
                  <a:moveTo>
                    <a:pt x="527344" y="1702070"/>
                  </a:moveTo>
                  <a:lnTo>
                    <a:pt x="527344" y="1733551"/>
                  </a:lnTo>
                </a:path>
                <a:path w="740410" h="1733550">
                  <a:moveTo>
                    <a:pt x="669349" y="1702070"/>
                  </a:moveTo>
                  <a:lnTo>
                    <a:pt x="669349" y="1733551"/>
                  </a:lnTo>
                </a:path>
                <a:path w="740410" h="1733550">
                  <a:moveTo>
                    <a:pt x="31511" y="1702070"/>
                  </a:moveTo>
                  <a:lnTo>
                    <a:pt x="31511" y="0"/>
                  </a:lnTo>
                </a:path>
                <a:path w="740410" h="1733550">
                  <a:moveTo>
                    <a:pt x="31511" y="1616789"/>
                  </a:moveTo>
                  <a:lnTo>
                    <a:pt x="15977" y="1616789"/>
                  </a:lnTo>
                </a:path>
                <a:path w="740410" h="1733550">
                  <a:moveTo>
                    <a:pt x="31511" y="1446677"/>
                  </a:moveTo>
                  <a:lnTo>
                    <a:pt x="15977" y="1446677"/>
                  </a:lnTo>
                </a:path>
                <a:path w="740410" h="1733550">
                  <a:moveTo>
                    <a:pt x="31511" y="1276566"/>
                  </a:moveTo>
                  <a:lnTo>
                    <a:pt x="15977" y="1276566"/>
                  </a:lnTo>
                </a:path>
                <a:path w="740410" h="1733550">
                  <a:moveTo>
                    <a:pt x="31511" y="1106436"/>
                  </a:moveTo>
                  <a:lnTo>
                    <a:pt x="15977" y="1106436"/>
                  </a:lnTo>
                </a:path>
                <a:path w="740410" h="1733550">
                  <a:moveTo>
                    <a:pt x="31511" y="936324"/>
                  </a:moveTo>
                  <a:lnTo>
                    <a:pt x="15977" y="936324"/>
                  </a:lnTo>
                </a:path>
                <a:path w="740410" h="1733550">
                  <a:moveTo>
                    <a:pt x="31511" y="765757"/>
                  </a:moveTo>
                  <a:lnTo>
                    <a:pt x="15977" y="765757"/>
                  </a:lnTo>
                </a:path>
                <a:path w="740410" h="1733550">
                  <a:moveTo>
                    <a:pt x="31511" y="595633"/>
                  </a:moveTo>
                  <a:lnTo>
                    <a:pt x="15977" y="595633"/>
                  </a:lnTo>
                </a:path>
                <a:path w="740410" h="1733550">
                  <a:moveTo>
                    <a:pt x="31511" y="425522"/>
                  </a:moveTo>
                  <a:lnTo>
                    <a:pt x="15977" y="425522"/>
                  </a:lnTo>
                </a:path>
                <a:path w="740410" h="1733550">
                  <a:moveTo>
                    <a:pt x="31511" y="255410"/>
                  </a:moveTo>
                  <a:lnTo>
                    <a:pt x="15977" y="255410"/>
                  </a:lnTo>
                </a:path>
                <a:path w="740410" h="1733550">
                  <a:moveTo>
                    <a:pt x="31511" y="85280"/>
                  </a:moveTo>
                  <a:lnTo>
                    <a:pt x="15977" y="85280"/>
                  </a:lnTo>
                </a:path>
                <a:path w="740410" h="1733550">
                  <a:moveTo>
                    <a:pt x="31511" y="1702070"/>
                  </a:moveTo>
                  <a:lnTo>
                    <a:pt x="0" y="1702070"/>
                  </a:lnTo>
                </a:path>
                <a:path w="740410" h="1733550">
                  <a:moveTo>
                    <a:pt x="31511" y="1531958"/>
                  </a:moveTo>
                  <a:lnTo>
                    <a:pt x="0" y="1531958"/>
                  </a:lnTo>
                </a:path>
                <a:path w="740410" h="1733550">
                  <a:moveTo>
                    <a:pt x="31511" y="1361847"/>
                  </a:moveTo>
                  <a:lnTo>
                    <a:pt x="0" y="1361847"/>
                  </a:lnTo>
                </a:path>
                <a:path w="740410" h="1733550">
                  <a:moveTo>
                    <a:pt x="31511" y="1191267"/>
                  </a:moveTo>
                  <a:lnTo>
                    <a:pt x="0" y="1191267"/>
                  </a:lnTo>
                </a:path>
                <a:path w="740410" h="1733550">
                  <a:moveTo>
                    <a:pt x="31511" y="1021155"/>
                  </a:moveTo>
                  <a:lnTo>
                    <a:pt x="0" y="1021155"/>
                  </a:lnTo>
                </a:path>
                <a:path w="740410" h="1733550">
                  <a:moveTo>
                    <a:pt x="31511" y="851044"/>
                  </a:moveTo>
                  <a:lnTo>
                    <a:pt x="0" y="851044"/>
                  </a:lnTo>
                </a:path>
                <a:path w="740410" h="1733550">
                  <a:moveTo>
                    <a:pt x="31511" y="680914"/>
                  </a:moveTo>
                  <a:lnTo>
                    <a:pt x="0" y="680914"/>
                  </a:lnTo>
                </a:path>
                <a:path w="740410" h="1733550">
                  <a:moveTo>
                    <a:pt x="31511" y="510802"/>
                  </a:moveTo>
                  <a:lnTo>
                    <a:pt x="0" y="510802"/>
                  </a:lnTo>
                </a:path>
                <a:path w="740410" h="1733550">
                  <a:moveTo>
                    <a:pt x="31511" y="340235"/>
                  </a:moveTo>
                  <a:lnTo>
                    <a:pt x="0" y="340235"/>
                  </a:lnTo>
                </a:path>
                <a:path w="740410" h="1733550">
                  <a:moveTo>
                    <a:pt x="31511" y="170111"/>
                  </a:moveTo>
                  <a:lnTo>
                    <a:pt x="0" y="170111"/>
                  </a:lnTo>
                </a:path>
                <a:path w="740410" h="1733550">
                  <a:moveTo>
                    <a:pt x="31511" y="0"/>
                  </a:moveTo>
                  <a:lnTo>
                    <a:pt x="0" y="0"/>
                  </a:lnTo>
                </a:path>
              </a:pathLst>
            </a:custGeom>
            <a:ln w="59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1360303" y="4191556"/>
            <a:ext cx="743585" cy="1736725"/>
            <a:chOff x="1360303" y="4191556"/>
            <a:chExt cx="743585" cy="1736725"/>
          </a:xfrm>
        </p:grpSpPr>
        <p:pic>
          <p:nvPicPr>
            <p:cNvPr id="56" name="object 5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1433" y="4206148"/>
              <a:ext cx="533740" cy="1644616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1360303" y="4194520"/>
              <a:ext cx="740410" cy="1733550"/>
            </a:xfrm>
            <a:custGeom>
              <a:avLst/>
              <a:gdLst/>
              <a:ahLst/>
              <a:cxnLst/>
              <a:rect l="l" t="t" r="r" b="b"/>
              <a:pathLst>
                <a:path w="740410" h="1733550">
                  <a:moveTo>
                    <a:pt x="31499" y="1702070"/>
                  </a:moveTo>
                  <a:lnTo>
                    <a:pt x="740108" y="1702070"/>
                  </a:lnTo>
                </a:path>
                <a:path w="740410" h="1733550">
                  <a:moveTo>
                    <a:pt x="31499" y="1702070"/>
                  </a:moveTo>
                  <a:lnTo>
                    <a:pt x="31499" y="1717591"/>
                  </a:lnTo>
                </a:path>
                <a:path w="740410" h="1733550">
                  <a:moveTo>
                    <a:pt x="173048" y="1702070"/>
                  </a:moveTo>
                  <a:lnTo>
                    <a:pt x="173048" y="1717591"/>
                  </a:lnTo>
                </a:path>
                <a:path w="740410" h="1733550">
                  <a:moveTo>
                    <a:pt x="315035" y="1702070"/>
                  </a:moveTo>
                  <a:lnTo>
                    <a:pt x="315035" y="1717591"/>
                  </a:lnTo>
                </a:path>
                <a:path w="740410" h="1733550">
                  <a:moveTo>
                    <a:pt x="456572" y="1702070"/>
                  </a:moveTo>
                  <a:lnTo>
                    <a:pt x="456572" y="1717591"/>
                  </a:lnTo>
                </a:path>
                <a:path w="740410" h="1733550">
                  <a:moveTo>
                    <a:pt x="598578" y="1702070"/>
                  </a:moveTo>
                  <a:lnTo>
                    <a:pt x="598578" y="1717591"/>
                  </a:lnTo>
                </a:path>
                <a:path w="740410" h="1733550">
                  <a:moveTo>
                    <a:pt x="740108" y="1702070"/>
                  </a:moveTo>
                  <a:lnTo>
                    <a:pt x="740108" y="1717591"/>
                  </a:lnTo>
                </a:path>
                <a:path w="740410" h="1733550">
                  <a:moveTo>
                    <a:pt x="102270" y="1702070"/>
                  </a:moveTo>
                  <a:lnTo>
                    <a:pt x="102270" y="1733551"/>
                  </a:lnTo>
                </a:path>
                <a:path w="740410" h="1733550">
                  <a:moveTo>
                    <a:pt x="244264" y="1702070"/>
                  </a:moveTo>
                  <a:lnTo>
                    <a:pt x="244264" y="1733551"/>
                  </a:lnTo>
                </a:path>
                <a:path w="740410" h="1733550">
                  <a:moveTo>
                    <a:pt x="385813" y="1702070"/>
                  </a:moveTo>
                  <a:lnTo>
                    <a:pt x="385813" y="1733551"/>
                  </a:lnTo>
                </a:path>
                <a:path w="740410" h="1733550">
                  <a:moveTo>
                    <a:pt x="527344" y="1702070"/>
                  </a:moveTo>
                  <a:lnTo>
                    <a:pt x="527344" y="1733551"/>
                  </a:lnTo>
                </a:path>
                <a:path w="740410" h="1733550">
                  <a:moveTo>
                    <a:pt x="669337" y="1702070"/>
                  </a:moveTo>
                  <a:lnTo>
                    <a:pt x="669337" y="1733551"/>
                  </a:lnTo>
                </a:path>
                <a:path w="740410" h="1733550">
                  <a:moveTo>
                    <a:pt x="31499" y="1702070"/>
                  </a:moveTo>
                  <a:lnTo>
                    <a:pt x="31499" y="0"/>
                  </a:lnTo>
                </a:path>
                <a:path w="740410" h="1733550">
                  <a:moveTo>
                    <a:pt x="31499" y="1616789"/>
                  </a:moveTo>
                  <a:lnTo>
                    <a:pt x="15977" y="1616789"/>
                  </a:lnTo>
                </a:path>
                <a:path w="740410" h="1733550">
                  <a:moveTo>
                    <a:pt x="31499" y="1446677"/>
                  </a:moveTo>
                  <a:lnTo>
                    <a:pt x="15977" y="1446677"/>
                  </a:lnTo>
                </a:path>
                <a:path w="740410" h="1733550">
                  <a:moveTo>
                    <a:pt x="31499" y="1276566"/>
                  </a:moveTo>
                  <a:lnTo>
                    <a:pt x="15977" y="1276566"/>
                  </a:lnTo>
                </a:path>
                <a:path w="740410" h="1733550">
                  <a:moveTo>
                    <a:pt x="31499" y="1106436"/>
                  </a:moveTo>
                  <a:lnTo>
                    <a:pt x="15977" y="1106436"/>
                  </a:lnTo>
                </a:path>
                <a:path w="740410" h="1733550">
                  <a:moveTo>
                    <a:pt x="31499" y="936324"/>
                  </a:moveTo>
                  <a:lnTo>
                    <a:pt x="15977" y="936324"/>
                  </a:lnTo>
                </a:path>
                <a:path w="740410" h="1733550">
                  <a:moveTo>
                    <a:pt x="31499" y="765757"/>
                  </a:moveTo>
                  <a:lnTo>
                    <a:pt x="15977" y="765757"/>
                  </a:lnTo>
                </a:path>
                <a:path w="740410" h="1733550">
                  <a:moveTo>
                    <a:pt x="31499" y="595633"/>
                  </a:moveTo>
                  <a:lnTo>
                    <a:pt x="15977" y="595633"/>
                  </a:lnTo>
                </a:path>
                <a:path w="740410" h="1733550">
                  <a:moveTo>
                    <a:pt x="31499" y="425522"/>
                  </a:moveTo>
                  <a:lnTo>
                    <a:pt x="15977" y="425522"/>
                  </a:lnTo>
                </a:path>
                <a:path w="740410" h="1733550">
                  <a:moveTo>
                    <a:pt x="31499" y="255410"/>
                  </a:moveTo>
                  <a:lnTo>
                    <a:pt x="15977" y="255410"/>
                  </a:lnTo>
                </a:path>
                <a:path w="740410" h="1733550">
                  <a:moveTo>
                    <a:pt x="31499" y="85280"/>
                  </a:moveTo>
                  <a:lnTo>
                    <a:pt x="15977" y="85280"/>
                  </a:lnTo>
                </a:path>
                <a:path w="740410" h="1733550">
                  <a:moveTo>
                    <a:pt x="31499" y="1702070"/>
                  </a:moveTo>
                  <a:lnTo>
                    <a:pt x="0" y="1702070"/>
                  </a:lnTo>
                </a:path>
                <a:path w="740410" h="1733550">
                  <a:moveTo>
                    <a:pt x="31499" y="1531958"/>
                  </a:moveTo>
                  <a:lnTo>
                    <a:pt x="0" y="1531958"/>
                  </a:lnTo>
                </a:path>
                <a:path w="740410" h="1733550">
                  <a:moveTo>
                    <a:pt x="31499" y="1361847"/>
                  </a:moveTo>
                  <a:lnTo>
                    <a:pt x="0" y="1361847"/>
                  </a:lnTo>
                </a:path>
                <a:path w="740410" h="1733550">
                  <a:moveTo>
                    <a:pt x="31499" y="1191267"/>
                  </a:moveTo>
                  <a:lnTo>
                    <a:pt x="0" y="1191267"/>
                  </a:lnTo>
                </a:path>
                <a:path w="740410" h="1733550">
                  <a:moveTo>
                    <a:pt x="31499" y="1021155"/>
                  </a:moveTo>
                  <a:lnTo>
                    <a:pt x="0" y="1021155"/>
                  </a:lnTo>
                </a:path>
                <a:path w="740410" h="1733550">
                  <a:moveTo>
                    <a:pt x="31499" y="851044"/>
                  </a:moveTo>
                  <a:lnTo>
                    <a:pt x="0" y="851044"/>
                  </a:lnTo>
                </a:path>
                <a:path w="740410" h="1733550">
                  <a:moveTo>
                    <a:pt x="31499" y="680914"/>
                  </a:moveTo>
                  <a:lnTo>
                    <a:pt x="0" y="680914"/>
                  </a:lnTo>
                </a:path>
                <a:path w="740410" h="1733550">
                  <a:moveTo>
                    <a:pt x="31499" y="510802"/>
                  </a:moveTo>
                  <a:lnTo>
                    <a:pt x="0" y="510802"/>
                  </a:lnTo>
                </a:path>
                <a:path w="740410" h="1733550">
                  <a:moveTo>
                    <a:pt x="31499" y="340235"/>
                  </a:moveTo>
                  <a:lnTo>
                    <a:pt x="0" y="340235"/>
                  </a:lnTo>
                </a:path>
                <a:path w="740410" h="1733550">
                  <a:moveTo>
                    <a:pt x="31499" y="170111"/>
                  </a:moveTo>
                  <a:lnTo>
                    <a:pt x="0" y="170111"/>
                  </a:lnTo>
                </a:path>
                <a:path w="740410" h="1733550">
                  <a:moveTo>
                    <a:pt x="31499" y="0"/>
                  </a:moveTo>
                  <a:lnTo>
                    <a:pt x="0" y="0"/>
                  </a:lnTo>
                </a:path>
              </a:pathLst>
            </a:custGeom>
            <a:ln w="59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 descr=""/>
          <p:cNvGrpSpPr/>
          <p:nvPr/>
        </p:nvGrpSpPr>
        <p:grpSpPr>
          <a:xfrm>
            <a:off x="2311813" y="4193836"/>
            <a:ext cx="743585" cy="1736725"/>
            <a:chOff x="2311813" y="4193836"/>
            <a:chExt cx="743585" cy="1736725"/>
          </a:xfrm>
        </p:grpSpPr>
        <p:pic>
          <p:nvPicPr>
            <p:cNvPr id="59" name="object 5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12943" y="4229871"/>
              <a:ext cx="533740" cy="1635941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2311813" y="4196800"/>
              <a:ext cx="740410" cy="1733550"/>
            </a:xfrm>
            <a:custGeom>
              <a:avLst/>
              <a:gdLst/>
              <a:ahLst/>
              <a:cxnLst/>
              <a:rect l="l" t="t" r="r" b="b"/>
              <a:pathLst>
                <a:path w="740410" h="1733550">
                  <a:moveTo>
                    <a:pt x="31499" y="1702070"/>
                  </a:moveTo>
                  <a:lnTo>
                    <a:pt x="740108" y="1702070"/>
                  </a:lnTo>
                </a:path>
                <a:path w="740410" h="1733550">
                  <a:moveTo>
                    <a:pt x="31499" y="1702070"/>
                  </a:moveTo>
                  <a:lnTo>
                    <a:pt x="31499" y="1717591"/>
                  </a:lnTo>
                </a:path>
                <a:path w="740410" h="1733550">
                  <a:moveTo>
                    <a:pt x="173042" y="1702070"/>
                  </a:moveTo>
                  <a:lnTo>
                    <a:pt x="173042" y="1717591"/>
                  </a:lnTo>
                </a:path>
                <a:path w="740410" h="1733550">
                  <a:moveTo>
                    <a:pt x="315035" y="1702070"/>
                  </a:moveTo>
                  <a:lnTo>
                    <a:pt x="315035" y="1717591"/>
                  </a:lnTo>
                </a:path>
                <a:path w="740410" h="1733550">
                  <a:moveTo>
                    <a:pt x="456584" y="1702070"/>
                  </a:moveTo>
                  <a:lnTo>
                    <a:pt x="456584" y="1717591"/>
                  </a:lnTo>
                </a:path>
                <a:path w="740410" h="1733550">
                  <a:moveTo>
                    <a:pt x="598578" y="1702070"/>
                  </a:moveTo>
                  <a:lnTo>
                    <a:pt x="598578" y="1717591"/>
                  </a:lnTo>
                </a:path>
                <a:path w="740410" h="1733550">
                  <a:moveTo>
                    <a:pt x="740108" y="1702070"/>
                  </a:moveTo>
                  <a:lnTo>
                    <a:pt x="740108" y="1717591"/>
                  </a:lnTo>
                </a:path>
                <a:path w="740410" h="1733550">
                  <a:moveTo>
                    <a:pt x="102270" y="1702070"/>
                  </a:moveTo>
                  <a:lnTo>
                    <a:pt x="102270" y="1733551"/>
                  </a:lnTo>
                </a:path>
                <a:path w="740410" h="1733550">
                  <a:moveTo>
                    <a:pt x="244258" y="1702070"/>
                  </a:moveTo>
                  <a:lnTo>
                    <a:pt x="244258" y="1733551"/>
                  </a:lnTo>
                </a:path>
                <a:path w="740410" h="1733550">
                  <a:moveTo>
                    <a:pt x="385807" y="1702070"/>
                  </a:moveTo>
                  <a:lnTo>
                    <a:pt x="385807" y="1733551"/>
                  </a:lnTo>
                </a:path>
                <a:path w="740410" h="1733550">
                  <a:moveTo>
                    <a:pt x="527344" y="1702070"/>
                  </a:moveTo>
                  <a:lnTo>
                    <a:pt x="527344" y="1733551"/>
                  </a:lnTo>
                </a:path>
                <a:path w="740410" h="1733550">
                  <a:moveTo>
                    <a:pt x="669349" y="1702070"/>
                  </a:moveTo>
                  <a:lnTo>
                    <a:pt x="669349" y="1733551"/>
                  </a:lnTo>
                </a:path>
                <a:path w="740410" h="1733550">
                  <a:moveTo>
                    <a:pt x="31499" y="1702070"/>
                  </a:moveTo>
                  <a:lnTo>
                    <a:pt x="31499" y="0"/>
                  </a:lnTo>
                </a:path>
                <a:path w="740410" h="1733550">
                  <a:moveTo>
                    <a:pt x="31499" y="1616789"/>
                  </a:moveTo>
                  <a:lnTo>
                    <a:pt x="15977" y="1616789"/>
                  </a:lnTo>
                </a:path>
                <a:path w="740410" h="1733550">
                  <a:moveTo>
                    <a:pt x="31499" y="1446677"/>
                  </a:moveTo>
                  <a:lnTo>
                    <a:pt x="15977" y="1446677"/>
                  </a:lnTo>
                </a:path>
                <a:path w="740410" h="1733550">
                  <a:moveTo>
                    <a:pt x="31499" y="1276566"/>
                  </a:moveTo>
                  <a:lnTo>
                    <a:pt x="15977" y="1276566"/>
                  </a:lnTo>
                </a:path>
                <a:path w="740410" h="1733550">
                  <a:moveTo>
                    <a:pt x="31499" y="1106436"/>
                  </a:moveTo>
                  <a:lnTo>
                    <a:pt x="15977" y="1106436"/>
                  </a:lnTo>
                </a:path>
                <a:path w="740410" h="1733550">
                  <a:moveTo>
                    <a:pt x="31499" y="936324"/>
                  </a:moveTo>
                  <a:lnTo>
                    <a:pt x="15977" y="936324"/>
                  </a:lnTo>
                </a:path>
                <a:path w="740410" h="1733550">
                  <a:moveTo>
                    <a:pt x="31499" y="765757"/>
                  </a:moveTo>
                  <a:lnTo>
                    <a:pt x="15977" y="765757"/>
                  </a:lnTo>
                </a:path>
                <a:path w="740410" h="1733550">
                  <a:moveTo>
                    <a:pt x="31499" y="595633"/>
                  </a:moveTo>
                  <a:lnTo>
                    <a:pt x="15977" y="595633"/>
                  </a:lnTo>
                </a:path>
                <a:path w="740410" h="1733550">
                  <a:moveTo>
                    <a:pt x="31499" y="425522"/>
                  </a:moveTo>
                  <a:lnTo>
                    <a:pt x="15977" y="425522"/>
                  </a:lnTo>
                </a:path>
                <a:path w="740410" h="1733550">
                  <a:moveTo>
                    <a:pt x="31499" y="255410"/>
                  </a:moveTo>
                  <a:lnTo>
                    <a:pt x="15977" y="255410"/>
                  </a:lnTo>
                </a:path>
                <a:path w="740410" h="1733550">
                  <a:moveTo>
                    <a:pt x="31499" y="85280"/>
                  </a:moveTo>
                  <a:lnTo>
                    <a:pt x="15977" y="85280"/>
                  </a:lnTo>
                </a:path>
                <a:path w="740410" h="1733550">
                  <a:moveTo>
                    <a:pt x="31499" y="1702070"/>
                  </a:moveTo>
                  <a:lnTo>
                    <a:pt x="0" y="1702070"/>
                  </a:lnTo>
                </a:path>
                <a:path w="740410" h="1733550">
                  <a:moveTo>
                    <a:pt x="31499" y="1531958"/>
                  </a:moveTo>
                  <a:lnTo>
                    <a:pt x="0" y="1531958"/>
                  </a:lnTo>
                </a:path>
                <a:path w="740410" h="1733550">
                  <a:moveTo>
                    <a:pt x="31499" y="1361847"/>
                  </a:moveTo>
                  <a:lnTo>
                    <a:pt x="0" y="1361847"/>
                  </a:lnTo>
                </a:path>
                <a:path w="740410" h="1733550">
                  <a:moveTo>
                    <a:pt x="31499" y="1191267"/>
                  </a:moveTo>
                  <a:lnTo>
                    <a:pt x="0" y="1191267"/>
                  </a:lnTo>
                </a:path>
                <a:path w="740410" h="1733550">
                  <a:moveTo>
                    <a:pt x="31499" y="1021155"/>
                  </a:moveTo>
                  <a:lnTo>
                    <a:pt x="0" y="1021155"/>
                  </a:lnTo>
                </a:path>
                <a:path w="740410" h="1733550">
                  <a:moveTo>
                    <a:pt x="31499" y="851044"/>
                  </a:moveTo>
                  <a:lnTo>
                    <a:pt x="0" y="851044"/>
                  </a:lnTo>
                </a:path>
                <a:path w="740410" h="1733550">
                  <a:moveTo>
                    <a:pt x="31499" y="680914"/>
                  </a:moveTo>
                  <a:lnTo>
                    <a:pt x="0" y="680914"/>
                  </a:lnTo>
                </a:path>
                <a:path w="740410" h="1733550">
                  <a:moveTo>
                    <a:pt x="31499" y="510802"/>
                  </a:moveTo>
                  <a:lnTo>
                    <a:pt x="0" y="510802"/>
                  </a:lnTo>
                </a:path>
                <a:path w="740410" h="1733550">
                  <a:moveTo>
                    <a:pt x="31499" y="340235"/>
                  </a:moveTo>
                  <a:lnTo>
                    <a:pt x="0" y="340235"/>
                  </a:lnTo>
                </a:path>
                <a:path w="740410" h="1733550">
                  <a:moveTo>
                    <a:pt x="31499" y="170111"/>
                  </a:moveTo>
                  <a:lnTo>
                    <a:pt x="0" y="170111"/>
                  </a:lnTo>
                </a:path>
                <a:path w="740410" h="1733550">
                  <a:moveTo>
                    <a:pt x="31499" y="0"/>
                  </a:moveTo>
                  <a:lnTo>
                    <a:pt x="0" y="0"/>
                  </a:lnTo>
                </a:path>
              </a:pathLst>
            </a:custGeom>
            <a:ln w="59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385599" y="5835562"/>
            <a:ext cx="63500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5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309800" y="5665432"/>
            <a:ext cx="139065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5">
                <a:latin typeface="Arial MT"/>
                <a:cs typeface="Arial MT"/>
              </a:rPr>
              <a:t>200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309800" y="5495321"/>
            <a:ext cx="139065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5">
                <a:latin typeface="Arial MT"/>
                <a:cs typeface="Arial MT"/>
              </a:rPr>
              <a:t>400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309800" y="5324754"/>
            <a:ext cx="139065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5">
                <a:latin typeface="Arial MT"/>
                <a:cs typeface="Arial MT"/>
              </a:rPr>
              <a:t>600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309800" y="5154630"/>
            <a:ext cx="139065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5">
                <a:latin typeface="Arial MT"/>
                <a:cs typeface="Arial MT"/>
              </a:rPr>
              <a:t>800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271909" y="4984518"/>
            <a:ext cx="177165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0">
                <a:latin typeface="Arial MT"/>
                <a:cs typeface="Arial MT"/>
              </a:rPr>
              <a:t>1000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271909" y="4814406"/>
            <a:ext cx="177165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0">
                <a:latin typeface="Arial MT"/>
                <a:cs typeface="Arial MT"/>
              </a:rPr>
              <a:t>1200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271909" y="4644277"/>
            <a:ext cx="177165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0">
                <a:latin typeface="Arial MT"/>
                <a:cs typeface="Arial MT"/>
              </a:rPr>
              <a:t>1400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271909" y="4473709"/>
            <a:ext cx="177165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0">
                <a:latin typeface="Arial MT"/>
                <a:cs typeface="Arial MT"/>
              </a:rPr>
              <a:t>1600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271909" y="4303598"/>
            <a:ext cx="177165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0">
                <a:latin typeface="Arial MT"/>
                <a:cs typeface="Arial MT"/>
              </a:rPr>
              <a:t>1800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271909" y="4133474"/>
            <a:ext cx="177165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0">
                <a:latin typeface="Arial MT"/>
                <a:cs typeface="Arial MT"/>
              </a:rPr>
              <a:t>2000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147164" y="5176541"/>
            <a:ext cx="1606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latin typeface="Arial MT"/>
                <a:cs typeface="Arial MT"/>
              </a:rPr>
              <a:t>+</a:t>
            </a:r>
            <a:r>
              <a:rPr dirty="0" sz="700" spc="-25">
                <a:latin typeface="Symbol"/>
                <a:cs typeface="Symbol"/>
              </a:rPr>
              <a:t></a:t>
            </a:r>
            <a:endParaRPr sz="700">
              <a:latin typeface="Symbol"/>
              <a:cs typeface="Symbol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491065" y="5888657"/>
            <a:ext cx="706755" cy="2819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500">
                <a:latin typeface="Arial MT"/>
                <a:cs typeface="Arial MT"/>
              </a:rPr>
              <a:t>112</a:t>
            </a:r>
            <a:r>
              <a:rPr dirty="0" sz="500" spc="135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114</a:t>
            </a:r>
            <a:r>
              <a:rPr dirty="0" sz="500" spc="140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116</a:t>
            </a:r>
            <a:r>
              <a:rPr dirty="0" sz="500" spc="140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118</a:t>
            </a:r>
            <a:r>
              <a:rPr dirty="0" sz="500" spc="140">
                <a:latin typeface="Arial MT"/>
                <a:cs typeface="Arial MT"/>
              </a:rPr>
              <a:t> </a:t>
            </a:r>
            <a:r>
              <a:rPr dirty="0" sz="500" spc="-25">
                <a:latin typeface="Arial MT"/>
                <a:cs typeface="Arial MT"/>
              </a:rPr>
              <a:t>120</a:t>
            </a:r>
            <a:endParaRPr sz="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650" spc="-25">
                <a:latin typeface="Arial MT"/>
                <a:cs typeface="Arial MT"/>
              </a:rPr>
              <a:t>2</a:t>
            </a:r>
            <a:r>
              <a:rPr dirty="0" sz="650" spc="-25">
                <a:latin typeface="Symbol"/>
                <a:cs typeface="Symbol"/>
              </a:rPr>
              <a:t></a:t>
            </a:r>
            <a:endParaRPr sz="650">
              <a:latin typeface="Symbol"/>
              <a:cs typeface="Symbol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1182005" y="4660851"/>
            <a:ext cx="22225" cy="495934"/>
            <a:chOff x="1182005" y="4660851"/>
            <a:chExt cx="22225" cy="495934"/>
          </a:xfrm>
        </p:grpSpPr>
        <p:sp>
          <p:nvSpPr>
            <p:cNvPr id="75" name="object 75" descr=""/>
            <p:cNvSpPr/>
            <p:nvPr/>
          </p:nvSpPr>
          <p:spPr>
            <a:xfrm>
              <a:off x="1192733" y="4661993"/>
              <a:ext cx="635" cy="494030"/>
            </a:xfrm>
            <a:custGeom>
              <a:avLst/>
              <a:gdLst/>
              <a:ahLst/>
              <a:cxnLst/>
              <a:rect l="l" t="t" r="r" b="b"/>
              <a:pathLst>
                <a:path w="634" h="494029">
                  <a:moveTo>
                    <a:pt x="456" y="49347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183602" y="5116254"/>
              <a:ext cx="19685" cy="39370"/>
            </a:xfrm>
            <a:custGeom>
              <a:avLst/>
              <a:gdLst/>
              <a:ahLst/>
              <a:cxnLst/>
              <a:rect l="l" t="t" r="r" b="b"/>
              <a:pathLst>
                <a:path w="19684" h="39370">
                  <a:moveTo>
                    <a:pt x="19173" y="0"/>
                  </a:moveTo>
                  <a:lnTo>
                    <a:pt x="0" y="0"/>
                  </a:lnTo>
                  <a:lnTo>
                    <a:pt x="9586" y="39214"/>
                  </a:lnTo>
                  <a:lnTo>
                    <a:pt x="19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183602" y="5116254"/>
              <a:ext cx="19685" cy="39370"/>
            </a:xfrm>
            <a:custGeom>
              <a:avLst/>
              <a:gdLst/>
              <a:ahLst/>
              <a:cxnLst/>
              <a:rect l="l" t="t" r="r" b="b"/>
              <a:pathLst>
                <a:path w="19684" h="39370">
                  <a:moveTo>
                    <a:pt x="9586" y="39214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19173" y="0"/>
                  </a:lnTo>
                  <a:lnTo>
                    <a:pt x="9586" y="392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183146" y="4661993"/>
              <a:ext cx="19685" cy="39370"/>
            </a:xfrm>
            <a:custGeom>
              <a:avLst/>
              <a:gdLst/>
              <a:ahLst/>
              <a:cxnLst/>
              <a:rect l="l" t="t" r="r" b="b"/>
              <a:pathLst>
                <a:path w="19684" h="39370">
                  <a:moveTo>
                    <a:pt x="9586" y="0"/>
                  </a:moveTo>
                  <a:lnTo>
                    <a:pt x="0" y="39226"/>
                  </a:lnTo>
                  <a:lnTo>
                    <a:pt x="19173" y="39226"/>
                  </a:lnTo>
                  <a:lnTo>
                    <a:pt x="95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183146" y="4661993"/>
              <a:ext cx="19685" cy="39370"/>
            </a:xfrm>
            <a:custGeom>
              <a:avLst/>
              <a:gdLst/>
              <a:ahLst/>
              <a:cxnLst/>
              <a:rect l="l" t="t" r="r" b="b"/>
              <a:pathLst>
                <a:path w="19684" h="39370">
                  <a:moveTo>
                    <a:pt x="9586" y="0"/>
                  </a:moveTo>
                  <a:lnTo>
                    <a:pt x="19173" y="39226"/>
                  </a:lnTo>
                  <a:lnTo>
                    <a:pt x="9586" y="39226"/>
                  </a:lnTo>
                  <a:lnTo>
                    <a:pt x="0" y="39226"/>
                  </a:lnTo>
                  <a:lnTo>
                    <a:pt x="95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1138946" y="4518881"/>
            <a:ext cx="1390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Arial MT"/>
                <a:cs typeface="Arial MT"/>
              </a:rPr>
              <a:t>-</a:t>
            </a:r>
            <a:r>
              <a:rPr dirty="0" sz="700" spc="-50">
                <a:latin typeface="Symbol"/>
                <a:cs typeface="Symbol"/>
              </a:rPr>
              <a:t></a:t>
            </a:r>
            <a:endParaRPr sz="700">
              <a:latin typeface="Symbol"/>
              <a:cs typeface="Symbol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393254" y="5889113"/>
            <a:ext cx="706755" cy="2819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500">
                <a:latin typeface="Arial MT"/>
                <a:cs typeface="Arial MT"/>
              </a:rPr>
              <a:t>112</a:t>
            </a:r>
            <a:r>
              <a:rPr dirty="0" sz="500" spc="135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114</a:t>
            </a:r>
            <a:r>
              <a:rPr dirty="0" sz="500" spc="140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116</a:t>
            </a:r>
            <a:r>
              <a:rPr dirty="0" sz="500" spc="140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118</a:t>
            </a:r>
            <a:r>
              <a:rPr dirty="0" sz="500" spc="140">
                <a:latin typeface="Arial MT"/>
                <a:cs typeface="Arial MT"/>
              </a:rPr>
              <a:t> </a:t>
            </a:r>
            <a:r>
              <a:rPr dirty="0" sz="500" spc="-25">
                <a:latin typeface="Arial MT"/>
                <a:cs typeface="Arial MT"/>
              </a:rPr>
              <a:t>120</a:t>
            </a:r>
            <a:endParaRPr sz="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650" spc="-25">
                <a:latin typeface="Arial MT"/>
                <a:cs typeface="Arial MT"/>
              </a:rPr>
              <a:t>2</a:t>
            </a:r>
            <a:r>
              <a:rPr dirty="0" sz="650" spc="-25">
                <a:latin typeface="Symbol"/>
                <a:cs typeface="Symbol"/>
              </a:rPr>
              <a:t></a:t>
            </a:r>
            <a:endParaRPr sz="650">
              <a:latin typeface="Symbol"/>
              <a:cs typeface="Symbol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2344776" y="5891393"/>
            <a:ext cx="706755" cy="2819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500">
                <a:latin typeface="Arial MT"/>
                <a:cs typeface="Arial MT"/>
              </a:rPr>
              <a:t>112</a:t>
            </a:r>
            <a:r>
              <a:rPr dirty="0" sz="500" spc="135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114</a:t>
            </a:r>
            <a:r>
              <a:rPr dirty="0" sz="500" spc="140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116</a:t>
            </a:r>
            <a:r>
              <a:rPr dirty="0" sz="500" spc="140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118</a:t>
            </a:r>
            <a:r>
              <a:rPr dirty="0" sz="500" spc="140">
                <a:latin typeface="Arial MT"/>
                <a:cs typeface="Arial MT"/>
              </a:rPr>
              <a:t> </a:t>
            </a:r>
            <a:r>
              <a:rPr dirty="0" sz="500" spc="-25">
                <a:latin typeface="Arial MT"/>
                <a:cs typeface="Arial MT"/>
              </a:rPr>
              <a:t>120</a:t>
            </a:r>
            <a:endParaRPr sz="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650" spc="-25">
                <a:latin typeface="Arial MT"/>
                <a:cs typeface="Arial MT"/>
              </a:rPr>
              <a:t>2</a:t>
            </a:r>
            <a:r>
              <a:rPr dirty="0" sz="650" spc="-25">
                <a:latin typeface="Symbol"/>
                <a:cs typeface="Symbol"/>
              </a:rPr>
              <a:t></a:t>
            </a:r>
            <a:endParaRPr sz="650">
              <a:latin typeface="Symbol"/>
              <a:cs typeface="Symbol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917747" y="4081048"/>
            <a:ext cx="21158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4400" algn="l"/>
                <a:tab pos="1866264" algn="l"/>
              </a:tabLst>
            </a:pPr>
            <a:r>
              <a:rPr dirty="0" sz="700" spc="-10">
                <a:latin typeface="Symbol"/>
                <a:cs typeface="Symbol"/>
              </a:rPr>
              <a:t></a:t>
            </a:r>
            <a:r>
              <a:rPr dirty="0" sz="650" spc="-10">
                <a:latin typeface="Arial MT"/>
                <a:cs typeface="Arial MT"/>
              </a:rPr>
              <a:t>=</a:t>
            </a:r>
            <a:r>
              <a:rPr dirty="0" sz="650" spc="-30">
                <a:latin typeface="Arial MT"/>
                <a:cs typeface="Arial MT"/>
              </a:rPr>
              <a:t> </a:t>
            </a:r>
            <a:r>
              <a:rPr dirty="0" sz="650" spc="-50">
                <a:latin typeface="Arial MT"/>
                <a:cs typeface="Arial MT"/>
              </a:rPr>
              <a:t>0</a:t>
            </a:r>
            <a:r>
              <a:rPr dirty="0" sz="650">
                <a:latin typeface="Arial MT"/>
                <a:cs typeface="Arial MT"/>
              </a:rPr>
              <a:t>	</a:t>
            </a:r>
            <a:r>
              <a:rPr dirty="0" sz="700" spc="-30">
                <a:latin typeface="Symbol"/>
                <a:cs typeface="Symbol"/>
              </a:rPr>
              <a:t></a:t>
            </a:r>
            <a:r>
              <a:rPr dirty="0" sz="650" spc="-30">
                <a:latin typeface="Arial MT"/>
                <a:cs typeface="Arial MT"/>
              </a:rPr>
              <a:t>=</a:t>
            </a:r>
            <a:r>
              <a:rPr dirty="0" sz="650" spc="-1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45</a:t>
            </a:r>
            <a:r>
              <a:rPr dirty="0" sz="650">
                <a:latin typeface="Arial MT"/>
                <a:cs typeface="Arial MT"/>
              </a:rPr>
              <a:t>	</a:t>
            </a:r>
            <a:r>
              <a:rPr dirty="0" sz="700" spc="-30">
                <a:latin typeface="Symbol"/>
                <a:cs typeface="Symbol"/>
              </a:rPr>
              <a:t></a:t>
            </a:r>
            <a:r>
              <a:rPr dirty="0" sz="650" spc="-30">
                <a:latin typeface="Arial MT"/>
                <a:cs typeface="Arial MT"/>
              </a:rPr>
              <a:t>=</a:t>
            </a:r>
            <a:r>
              <a:rPr dirty="0" sz="650" spc="-1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90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304901" y="3494658"/>
            <a:ext cx="2628265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Residual</a:t>
            </a:r>
            <a:r>
              <a:rPr dirty="0" sz="1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Stress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100">
                <a:latin typeface="Calibri"/>
                <a:cs typeface="Calibri"/>
              </a:rPr>
              <a:t>Triaxial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residual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stress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analysis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 alloy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film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5" name="object 8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97755" y="4252917"/>
            <a:ext cx="1627897" cy="1720275"/>
          </a:xfrm>
          <a:prstGeom prst="rect">
            <a:avLst/>
          </a:prstGeom>
        </p:spPr>
      </p:pic>
      <p:sp>
        <p:nvSpPr>
          <p:cNvPr id="86" name="object 86" descr=""/>
          <p:cNvSpPr txBox="1"/>
          <p:nvPr/>
        </p:nvSpPr>
        <p:spPr>
          <a:xfrm>
            <a:off x="4470108" y="4178556"/>
            <a:ext cx="83820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 spc="-50">
                <a:latin typeface="Arial MT"/>
                <a:cs typeface="Arial MT"/>
              </a:rPr>
              <a:t>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5097269" y="4425678"/>
            <a:ext cx="142240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 spc="-25">
                <a:latin typeface="Arial MT"/>
                <a:cs typeface="Arial MT"/>
              </a:rPr>
              <a:t>45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5344998" y="5080354"/>
            <a:ext cx="142240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 spc="-25">
                <a:latin typeface="Arial MT"/>
                <a:cs typeface="Arial MT"/>
              </a:rPr>
              <a:t>90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5097270" y="5734590"/>
            <a:ext cx="200660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 spc="-25">
                <a:latin typeface="Arial MT"/>
                <a:cs typeface="Arial MT"/>
              </a:rPr>
              <a:t>135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4411883" y="5981724"/>
            <a:ext cx="200660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 spc="-25">
                <a:latin typeface="Arial MT"/>
                <a:cs typeface="Arial MT"/>
              </a:rPr>
              <a:t>180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3726483" y="5734590"/>
            <a:ext cx="200660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 spc="-25">
                <a:latin typeface="Arial MT"/>
                <a:cs typeface="Arial MT"/>
              </a:rPr>
              <a:t>225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3478755" y="5080354"/>
            <a:ext cx="200660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 spc="-25">
                <a:latin typeface="Arial MT"/>
                <a:cs typeface="Arial MT"/>
              </a:rPr>
              <a:t>270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3726483" y="4425678"/>
            <a:ext cx="200660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 spc="-25">
                <a:latin typeface="Arial MT"/>
                <a:cs typeface="Arial MT"/>
              </a:rPr>
              <a:t>315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4" name="object 94" descr=""/>
          <p:cNvGrpSpPr/>
          <p:nvPr/>
        </p:nvGrpSpPr>
        <p:grpSpPr>
          <a:xfrm>
            <a:off x="5516712" y="4231470"/>
            <a:ext cx="64135" cy="852805"/>
            <a:chOff x="5516712" y="4231470"/>
            <a:chExt cx="64135" cy="852805"/>
          </a:xfrm>
        </p:grpSpPr>
        <p:sp>
          <p:nvSpPr>
            <p:cNvPr id="95" name="object 95" descr=""/>
            <p:cNvSpPr/>
            <p:nvPr/>
          </p:nvSpPr>
          <p:spPr>
            <a:xfrm>
              <a:off x="5516702" y="5002809"/>
              <a:ext cx="64135" cy="81915"/>
            </a:xfrm>
            <a:custGeom>
              <a:avLst/>
              <a:gdLst/>
              <a:ahLst/>
              <a:cxnLst/>
              <a:rect l="l" t="t" r="r" b="b"/>
              <a:pathLst>
                <a:path w="64135" h="81914">
                  <a:moveTo>
                    <a:pt x="64071" y="0"/>
                  </a:moveTo>
                  <a:lnTo>
                    <a:pt x="0" y="0"/>
                  </a:lnTo>
                  <a:lnTo>
                    <a:pt x="0" y="40652"/>
                  </a:lnTo>
                  <a:lnTo>
                    <a:pt x="0" y="81318"/>
                  </a:lnTo>
                  <a:lnTo>
                    <a:pt x="64071" y="81318"/>
                  </a:lnTo>
                  <a:lnTo>
                    <a:pt x="64071" y="40652"/>
                  </a:lnTo>
                  <a:lnTo>
                    <a:pt x="6407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516712" y="4962124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72"/>
                  </a:lnTo>
                  <a:lnTo>
                    <a:pt x="64066" y="40672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003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516712" y="4921910"/>
              <a:ext cx="64135" cy="40640"/>
            </a:xfrm>
            <a:custGeom>
              <a:avLst/>
              <a:gdLst/>
              <a:ahLst/>
              <a:cxnLst/>
              <a:rect l="l" t="t" r="r" b="b"/>
              <a:pathLst>
                <a:path w="64135" h="40639">
                  <a:moveTo>
                    <a:pt x="64066" y="0"/>
                  </a:moveTo>
                  <a:lnTo>
                    <a:pt x="0" y="0"/>
                  </a:lnTo>
                  <a:lnTo>
                    <a:pt x="0" y="40210"/>
                  </a:lnTo>
                  <a:lnTo>
                    <a:pt x="64066" y="40210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516712" y="4881238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72"/>
                  </a:lnTo>
                  <a:lnTo>
                    <a:pt x="64066" y="40672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516712" y="4840562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72"/>
                  </a:lnTo>
                  <a:lnTo>
                    <a:pt x="64066" y="40672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5516712" y="4799907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57"/>
                  </a:lnTo>
                  <a:lnTo>
                    <a:pt x="64066" y="40657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5516712" y="4759235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72"/>
                  </a:lnTo>
                  <a:lnTo>
                    <a:pt x="64066" y="40672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00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5516712" y="4718574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57"/>
                  </a:lnTo>
                  <a:lnTo>
                    <a:pt x="64066" y="40657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00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5516712" y="4677901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72"/>
                  </a:lnTo>
                  <a:lnTo>
                    <a:pt x="64066" y="40672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00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5516712" y="4637693"/>
              <a:ext cx="64135" cy="40640"/>
            </a:xfrm>
            <a:custGeom>
              <a:avLst/>
              <a:gdLst/>
              <a:ahLst/>
              <a:cxnLst/>
              <a:rect l="l" t="t" r="r" b="b"/>
              <a:pathLst>
                <a:path w="64135" h="40639">
                  <a:moveTo>
                    <a:pt x="64066" y="0"/>
                  </a:moveTo>
                  <a:lnTo>
                    <a:pt x="0" y="0"/>
                  </a:lnTo>
                  <a:lnTo>
                    <a:pt x="0" y="40210"/>
                  </a:lnTo>
                  <a:lnTo>
                    <a:pt x="64066" y="40210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00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5516712" y="4597021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72"/>
                  </a:lnTo>
                  <a:lnTo>
                    <a:pt x="64066" y="40672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5516712" y="4556360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57"/>
                  </a:lnTo>
                  <a:lnTo>
                    <a:pt x="64066" y="40657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4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5516712" y="4515687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72"/>
                  </a:lnTo>
                  <a:lnTo>
                    <a:pt x="64066" y="40672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8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5516712" y="4475017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72"/>
                  </a:lnTo>
                  <a:lnTo>
                    <a:pt x="64066" y="40672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BE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5516712" y="4434357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57"/>
                  </a:lnTo>
                  <a:lnTo>
                    <a:pt x="64066" y="40657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5516712" y="4393684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72"/>
                  </a:lnTo>
                  <a:lnTo>
                    <a:pt x="64066" y="40672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5516712" y="4353029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57"/>
                  </a:lnTo>
                  <a:lnTo>
                    <a:pt x="64066" y="40657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5516712" y="4312803"/>
              <a:ext cx="64135" cy="40640"/>
            </a:xfrm>
            <a:custGeom>
              <a:avLst/>
              <a:gdLst/>
              <a:ahLst/>
              <a:cxnLst/>
              <a:rect l="l" t="t" r="r" b="b"/>
              <a:pathLst>
                <a:path w="64135" h="40639">
                  <a:moveTo>
                    <a:pt x="64066" y="0"/>
                  </a:moveTo>
                  <a:lnTo>
                    <a:pt x="0" y="0"/>
                  </a:lnTo>
                  <a:lnTo>
                    <a:pt x="0" y="40225"/>
                  </a:lnTo>
                  <a:lnTo>
                    <a:pt x="64066" y="40225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5516712" y="4272143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57"/>
                  </a:lnTo>
                  <a:lnTo>
                    <a:pt x="64066" y="40657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516712" y="4231470"/>
              <a:ext cx="64135" cy="41275"/>
            </a:xfrm>
            <a:custGeom>
              <a:avLst/>
              <a:gdLst/>
              <a:ahLst/>
              <a:cxnLst/>
              <a:rect l="l" t="t" r="r" b="b"/>
              <a:pathLst>
                <a:path w="64135" h="41275">
                  <a:moveTo>
                    <a:pt x="64066" y="0"/>
                  </a:moveTo>
                  <a:lnTo>
                    <a:pt x="0" y="0"/>
                  </a:lnTo>
                  <a:lnTo>
                    <a:pt x="0" y="40672"/>
                  </a:lnTo>
                  <a:lnTo>
                    <a:pt x="64066" y="40672"/>
                  </a:lnTo>
                  <a:lnTo>
                    <a:pt x="6406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 descr=""/>
          <p:cNvSpPr txBox="1"/>
          <p:nvPr/>
        </p:nvSpPr>
        <p:spPr>
          <a:xfrm>
            <a:off x="5606610" y="4967305"/>
            <a:ext cx="16002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 MT"/>
                <a:cs typeface="Arial MT"/>
              </a:rPr>
              <a:t>0.0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16" name="object 116" descr=""/>
          <p:cNvSpPr txBox="1"/>
          <p:nvPr/>
        </p:nvSpPr>
        <p:spPr>
          <a:xfrm>
            <a:off x="5606610" y="4764415"/>
            <a:ext cx="16002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 MT"/>
                <a:cs typeface="Arial MT"/>
              </a:rPr>
              <a:t>8.8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17" name="object 117" descr=""/>
          <p:cNvSpPr txBox="1"/>
          <p:nvPr/>
        </p:nvSpPr>
        <p:spPr>
          <a:xfrm>
            <a:off x="5606610" y="4561531"/>
            <a:ext cx="13335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 MT"/>
                <a:cs typeface="Arial MT"/>
              </a:rPr>
              <a:t>18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5606610" y="4358195"/>
            <a:ext cx="13335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 MT"/>
                <a:cs typeface="Arial MT"/>
              </a:rPr>
              <a:t>27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5606610" y="4155311"/>
            <a:ext cx="13335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 MT"/>
                <a:cs typeface="Arial MT"/>
              </a:rPr>
              <a:t>35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20" name="object 120" descr=""/>
          <p:cNvSpPr txBox="1"/>
          <p:nvPr/>
        </p:nvSpPr>
        <p:spPr>
          <a:xfrm>
            <a:off x="3913733" y="4162906"/>
            <a:ext cx="4400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Symbol"/>
                <a:cs typeface="Symbol"/>
              </a:rPr>
              <a:t></a:t>
            </a:r>
            <a:r>
              <a:rPr dirty="0" sz="1050">
                <a:latin typeface="Times New Roman"/>
                <a:cs typeface="Times New Roman"/>
              </a:rPr>
              <a:t>=0-</a:t>
            </a:r>
            <a:r>
              <a:rPr dirty="0" sz="1050" spc="-25">
                <a:latin typeface="Times New Roman"/>
                <a:cs typeface="Times New Roman"/>
              </a:rPr>
              <a:t>90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1" name="object 121" descr=""/>
          <p:cNvSpPr txBox="1"/>
          <p:nvPr/>
        </p:nvSpPr>
        <p:spPr>
          <a:xfrm>
            <a:off x="4328108" y="4150843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50">
                <a:latin typeface="Times New Roman"/>
                <a:cs typeface="Times New Roman"/>
              </a:rPr>
              <a:t>o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2" name="object 122" descr=""/>
          <p:cNvSpPr txBox="1"/>
          <p:nvPr/>
        </p:nvSpPr>
        <p:spPr>
          <a:xfrm>
            <a:off x="4806538" y="4102578"/>
            <a:ext cx="958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Symbol"/>
                <a:cs typeface="Symbol"/>
              </a:rPr>
              <a:t></a:t>
            </a:r>
            <a:endParaRPr sz="1050">
              <a:latin typeface="Symbol"/>
              <a:cs typeface="Symbol"/>
            </a:endParaRPr>
          </a:p>
        </p:txBody>
      </p:sp>
      <p:sp>
        <p:nvSpPr>
          <p:cNvPr id="123" name="object 123" descr=""/>
          <p:cNvSpPr/>
          <p:nvPr/>
        </p:nvSpPr>
        <p:spPr>
          <a:xfrm>
            <a:off x="3432047" y="3462528"/>
            <a:ext cx="1035050" cy="401320"/>
          </a:xfrm>
          <a:custGeom>
            <a:avLst/>
            <a:gdLst/>
            <a:ahLst/>
            <a:cxnLst/>
            <a:rect l="l" t="t" r="r" b="b"/>
            <a:pathLst>
              <a:path w="1035050" h="401320">
                <a:moveTo>
                  <a:pt x="967993" y="0"/>
                </a:moveTo>
                <a:lnTo>
                  <a:pt x="66801" y="0"/>
                </a:lnTo>
                <a:lnTo>
                  <a:pt x="40826" y="5258"/>
                </a:lnTo>
                <a:lnTo>
                  <a:pt x="19589" y="19589"/>
                </a:lnTo>
                <a:lnTo>
                  <a:pt x="5258" y="40826"/>
                </a:lnTo>
                <a:lnTo>
                  <a:pt x="0" y="66801"/>
                </a:lnTo>
                <a:lnTo>
                  <a:pt x="0" y="334010"/>
                </a:lnTo>
                <a:lnTo>
                  <a:pt x="5258" y="359985"/>
                </a:lnTo>
                <a:lnTo>
                  <a:pt x="19589" y="381222"/>
                </a:lnTo>
                <a:lnTo>
                  <a:pt x="40826" y="395553"/>
                </a:lnTo>
                <a:lnTo>
                  <a:pt x="66801" y="400812"/>
                </a:lnTo>
                <a:lnTo>
                  <a:pt x="967993" y="400812"/>
                </a:lnTo>
                <a:lnTo>
                  <a:pt x="993969" y="395553"/>
                </a:lnTo>
                <a:lnTo>
                  <a:pt x="1015206" y="381222"/>
                </a:lnTo>
                <a:lnTo>
                  <a:pt x="1029537" y="359985"/>
                </a:lnTo>
                <a:lnTo>
                  <a:pt x="1034796" y="334010"/>
                </a:lnTo>
                <a:lnTo>
                  <a:pt x="1034796" y="66801"/>
                </a:lnTo>
                <a:lnTo>
                  <a:pt x="1029537" y="40826"/>
                </a:lnTo>
                <a:lnTo>
                  <a:pt x="1015206" y="19589"/>
                </a:lnTo>
                <a:lnTo>
                  <a:pt x="993969" y="5258"/>
                </a:lnTo>
                <a:lnTo>
                  <a:pt x="967993" y="0"/>
                </a:lnTo>
                <a:close/>
              </a:path>
            </a:pathLst>
          </a:custGeom>
          <a:solidFill>
            <a:srgbClr val="212A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 descr=""/>
          <p:cNvSpPr txBox="1"/>
          <p:nvPr/>
        </p:nvSpPr>
        <p:spPr>
          <a:xfrm>
            <a:off x="3511422" y="3498595"/>
            <a:ext cx="1130300" cy="585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Texture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>
                <a:latin typeface="Calibri"/>
                <a:cs typeface="Calibri"/>
              </a:rPr>
              <a:t>(111)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Cu</a:t>
            </a:r>
            <a:r>
              <a:rPr dirty="0" sz="1100" spc="-20">
                <a:latin typeface="Calibri"/>
                <a:cs typeface="Calibri"/>
              </a:rPr>
              <a:t> foil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5" name="object 1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78757" y="4125953"/>
            <a:ext cx="1890521" cy="1814615"/>
          </a:xfrm>
          <a:prstGeom prst="rect">
            <a:avLst/>
          </a:prstGeom>
        </p:spPr>
      </p:pic>
      <p:sp>
        <p:nvSpPr>
          <p:cNvPr id="126" name="object 126" descr=""/>
          <p:cNvSpPr txBox="1"/>
          <p:nvPr/>
        </p:nvSpPr>
        <p:spPr>
          <a:xfrm>
            <a:off x="6315358" y="5684104"/>
            <a:ext cx="153035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>
                <a:latin typeface="Arial MT"/>
                <a:cs typeface="Arial MT"/>
              </a:rPr>
              <a:t>3.2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7" name="object 127" descr=""/>
          <p:cNvSpPr txBox="1"/>
          <p:nvPr/>
        </p:nvSpPr>
        <p:spPr>
          <a:xfrm>
            <a:off x="6315358" y="5393166"/>
            <a:ext cx="153035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>
                <a:latin typeface="Arial MT"/>
                <a:cs typeface="Arial MT"/>
              </a:rPr>
              <a:t>3.4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8" name="object 128" descr=""/>
          <p:cNvSpPr txBox="1"/>
          <p:nvPr/>
        </p:nvSpPr>
        <p:spPr>
          <a:xfrm>
            <a:off x="6315358" y="5102240"/>
            <a:ext cx="153035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>
                <a:latin typeface="Arial MT"/>
                <a:cs typeface="Arial MT"/>
              </a:rPr>
              <a:t>3.6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9" name="object 129" descr=""/>
          <p:cNvSpPr txBox="1"/>
          <p:nvPr/>
        </p:nvSpPr>
        <p:spPr>
          <a:xfrm>
            <a:off x="6315358" y="4810805"/>
            <a:ext cx="153035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>
                <a:latin typeface="Arial MT"/>
                <a:cs typeface="Arial MT"/>
              </a:rPr>
              <a:t>3.8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0" name="object 130" descr=""/>
          <p:cNvSpPr txBox="1"/>
          <p:nvPr/>
        </p:nvSpPr>
        <p:spPr>
          <a:xfrm>
            <a:off x="6315358" y="4519865"/>
            <a:ext cx="153035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>
                <a:latin typeface="Arial MT"/>
                <a:cs typeface="Arial MT"/>
              </a:rPr>
              <a:t>4.0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1" name="object 131" descr=""/>
          <p:cNvSpPr txBox="1"/>
          <p:nvPr/>
        </p:nvSpPr>
        <p:spPr>
          <a:xfrm>
            <a:off x="6315358" y="4228946"/>
            <a:ext cx="153035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>
                <a:latin typeface="Arial MT"/>
                <a:cs typeface="Arial MT"/>
              </a:rPr>
              <a:t>4.2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2" name="object 132" descr=""/>
          <p:cNvSpPr txBox="1"/>
          <p:nvPr/>
        </p:nvSpPr>
        <p:spPr>
          <a:xfrm>
            <a:off x="7267329" y="5654302"/>
            <a:ext cx="345440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>
                <a:latin typeface="Arial MT"/>
                <a:cs typeface="Arial MT"/>
              </a:rPr>
              <a:t>204</a:t>
            </a:r>
            <a:r>
              <a:rPr dirty="0" sz="700" spc="30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film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3" name="object 133" descr=""/>
          <p:cNvSpPr txBox="1"/>
          <p:nvPr/>
        </p:nvSpPr>
        <p:spPr>
          <a:xfrm>
            <a:off x="6437215" y="5902355"/>
            <a:ext cx="1974850" cy="34099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700">
                <a:latin typeface="Arial MT"/>
                <a:cs typeface="Arial MT"/>
              </a:rPr>
              <a:t>1.4</a:t>
            </a:r>
            <a:r>
              <a:rPr dirty="0" sz="700" spc="210">
                <a:latin typeface="Arial MT"/>
                <a:cs typeface="Arial MT"/>
              </a:rPr>
              <a:t>  </a:t>
            </a:r>
            <a:r>
              <a:rPr dirty="0" sz="700">
                <a:latin typeface="Arial MT"/>
                <a:cs typeface="Arial MT"/>
              </a:rPr>
              <a:t>1.5</a:t>
            </a:r>
            <a:r>
              <a:rPr dirty="0" sz="700" spc="215">
                <a:latin typeface="Arial MT"/>
                <a:cs typeface="Arial MT"/>
              </a:rPr>
              <a:t>  </a:t>
            </a:r>
            <a:r>
              <a:rPr dirty="0" sz="700">
                <a:latin typeface="Arial MT"/>
                <a:cs typeface="Arial MT"/>
              </a:rPr>
              <a:t>1.6</a:t>
            </a:r>
            <a:r>
              <a:rPr dirty="0" sz="700" spc="215">
                <a:latin typeface="Arial MT"/>
                <a:cs typeface="Arial MT"/>
              </a:rPr>
              <a:t>  </a:t>
            </a:r>
            <a:r>
              <a:rPr dirty="0" sz="700">
                <a:latin typeface="Arial MT"/>
                <a:cs typeface="Arial MT"/>
              </a:rPr>
              <a:t>1.7</a:t>
            </a:r>
            <a:r>
              <a:rPr dirty="0" sz="700" spc="215">
                <a:latin typeface="Arial MT"/>
                <a:cs typeface="Arial MT"/>
              </a:rPr>
              <a:t>  </a:t>
            </a:r>
            <a:r>
              <a:rPr dirty="0" sz="700">
                <a:latin typeface="Arial MT"/>
                <a:cs typeface="Arial MT"/>
              </a:rPr>
              <a:t>1.8</a:t>
            </a:r>
            <a:r>
              <a:rPr dirty="0" sz="700" spc="215">
                <a:latin typeface="Arial MT"/>
                <a:cs typeface="Arial MT"/>
              </a:rPr>
              <a:t>  </a:t>
            </a:r>
            <a:r>
              <a:rPr dirty="0" sz="700">
                <a:latin typeface="Arial MT"/>
                <a:cs typeface="Arial MT"/>
              </a:rPr>
              <a:t>1.9</a:t>
            </a:r>
            <a:r>
              <a:rPr dirty="0" sz="700" spc="215">
                <a:latin typeface="Arial MT"/>
                <a:cs typeface="Arial MT"/>
              </a:rPr>
              <a:t>  </a:t>
            </a:r>
            <a:r>
              <a:rPr dirty="0" sz="700">
                <a:latin typeface="Arial MT"/>
                <a:cs typeface="Arial MT"/>
              </a:rPr>
              <a:t>2.0</a:t>
            </a:r>
            <a:r>
              <a:rPr dirty="0" sz="700" spc="215">
                <a:latin typeface="Arial MT"/>
                <a:cs typeface="Arial MT"/>
              </a:rPr>
              <a:t>  </a:t>
            </a:r>
            <a:r>
              <a:rPr dirty="0" sz="700">
                <a:latin typeface="Arial MT"/>
                <a:cs typeface="Arial MT"/>
              </a:rPr>
              <a:t>2.1</a:t>
            </a:r>
            <a:r>
              <a:rPr dirty="0" sz="700" spc="215">
                <a:latin typeface="Arial MT"/>
                <a:cs typeface="Arial MT"/>
              </a:rPr>
              <a:t>  </a:t>
            </a:r>
            <a:r>
              <a:rPr dirty="0" sz="700" spc="-25">
                <a:latin typeface="Arial MT"/>
                <a:cs typeface="Arial MT"/>
              </a:rPr>
              <a:t>2.2</a:t>
            </a:r>
            <a:endParaRPr sz="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dirty="0" sz="900" spc="-50">
                <a:latin typeface="Arial MT"/>
                <a:cs typeface="Arial MT"/>
              </a:rPr>
              <a:t>h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4" name="object 134" descr=""/>
          <p:cNvSpPr txBox="1"/>
          <p:nvPr/>
        </p:nvSpPr>
        <p:spPr>
          <a:xfrm>
            <a:off x="6180099" y="5052199"/>
            <a:ext cx="154940" cy="51435"/>
          </a:xfrm>
          <a:prstGeom prst="rect">
            <a:avLst/>
          </a:prstGeom>
        </p:spPr>
        <p:txBody>
          <a:bodyPr wrap="square" lIns="0" tIns="31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900" spc="-50">
                <a:latin typeface="Arial MT"/>
                <a:cs typeface="Arial MT"/>
              </a:rPr>
              <a:t>l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35" name="object 135" descr=""/>
          <p:cNvGrpSpPr/>
          <p:nvPr/>
        </p:nvGrpSpPr>
        <p:grpSpPr>
          <a:xfrm>
            <a:off x="8417515" y="4198442"/>
            <a:ext cx="113030" cy="1702435"/>
            <a:chOff x="8417515" y="4198442"/>
            <a:chExt cx="113030" cy="1702435"/>
          </a:xfrm>
        </p:grpSpPr>
        <p:sp>
          <p:nvSpPr>
            <p:cNvPr id="136" name="object 136" descr=""/>
            <p:cNvSpPr/>
            <p:nvPr/>
          </p:nvSpPr>
          <p:spPr>
            <a:xfrm>
              <a:off x="8417516" y="5883963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8417516" y="5866590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8417516" y="5849217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8417516" y="5832324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93"/>
                  </a:lnTo>
                  <a:lnTo>
                    <a:pt x="112408" y="16893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8417516" y="5814954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417516" y="5798077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8417516" y="5780704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8417516" y="5763315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8417516" y="5746435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8417516" y="5729062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8417516" y="5711689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8417516" y="5694813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8417516" y="5677423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8417516" y="5660053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8417516" y="5643177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8417516" y="5625804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8417516" y="5608927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8417516" y="5591538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8417516" y="5574161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8417516" y="5557285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8417516" y="5539912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8417516" y="5522522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8417516" y="5505649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8417516" y="5488276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8417516" y="5470903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8417516" y="5454027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8417516" y="5436637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8417516" y="5419757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8417516" y="5402384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8417515" y="5385012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8417515" y="5368135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8417515" y="5350745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8417515" y="5333376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8417515" y="5316499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8417515" y="5299126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8417515" y="5281737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8417515" y="5264857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8417515" y="5247484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8417515" y="5230607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8417515" y="5213234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8417515" y="5195845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8417515" y="5178972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8417515" y="5161599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8417515" y="5144226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8417515" y="5127349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8417515" y="5109960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8417515" y="5092583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8417515" y="5075707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8417515" y="5058334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8417515" y="5041441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93"/>
                  </a:lnTo>
                  <a:lnTo>
                    <a:pt x="112408" y="16893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000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8417515" y="5024071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40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8417515" y="5006698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80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8417515" y="4989822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0D0D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8417515" y="4972449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131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8417515" y="4955059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171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8417515" y="4938186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1E1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8417515" y="4920813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212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8417515" y="4903440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282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8417515" y="4886563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2C2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8417515" y="4869174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313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8417515" y="4851798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383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8417515" y="4834921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3B3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8417515" y="4817548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424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8417515" y="4800655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93"/>
                  </a:lnTo>
                  <a:lnTo>
                    <a:pt x="112408" y="16893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464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8417515" y="4783279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4B4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8417515" y="4765906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505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8417515" y="4749029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555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8417515" y="4731656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5C5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8417515" y="4714267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5F5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8417515" y="4697394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66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8417515" y="4680021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6A6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8417515" y="4662648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6F6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8417515" y="4645771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747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8417515" y="4628382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797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8417515" y="4611502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808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8417515" y="4594129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848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8417515" y="4576756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898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8417515" y="4559863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93"/>
                  </a:lnTo>
                  <a:lnTo>
                    <a:pt x="112408" y="16893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8E8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8417515" y="4542493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939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8417515" y="4525120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979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8417515" y="4508243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9E9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8417515" y="4490871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A3A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8417515" y="4473481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A8A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8417515" y="4456601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ADAD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8417515" y="4439228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B1B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8417515" y="4422352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B8B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8417515" y="4404979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BDBD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8417515" y="4387589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89"/>
                  </a:lnTo>
                  <a:lnTo>
                    <a:pt x="112408" y="17389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C2C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8417515" y="4370716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C7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8417515" y="4353343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8417515" y="4335970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D2D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8417515" y="4319077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93"/>
                  </a:lnTo>
                  <a:lnTo>
                    <a:pt x="112408" y="16893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8417515" y="4301701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DCD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8417515" y="4284328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E1E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8417515" y="4267451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76"/>
                  </a:lnTo>
                  <a:lnTo>
                    <a:pt x="112408" y="16876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E6E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8417515" y="4250078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EBE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8417515" y="4233185"/>
              <a:ext cx="113030" cy="17145"/>
            </a:xfrm>
            <a:custGeom>
              <a:avLst/>
              <a:gdLst/>
              <a:ahLst/>
              <a:cxnLst/>
              <a:rect l="l" t="t" r="r" b="b"/>
              <a:pathLst>
                <a:path w="113029" h="17145">
                  <a:moveTo>
                    <a:pt x="112408" y="0"/>
                  </a:moveTo>
                  <a:lnTo>
                    <a:pt x="0" y="0"/>
                  </a:lnTo>
                  <a:lnTo>
                    <a:pt x="0" y="16893"/>
                  </a:lnTo>
                  <a:lnTo>
                    <a:pt x="112408" y="16893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EFE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8417515" y="4215815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F6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8417515" y="4198442"/>
              <a:ext cx="113030" cy="17780"/>
            </a:xfrm>
            <a:custGeom>
              <a:avLst/>
              <a:gdLst/>
              <a:ahLst/>
              <a:cxnLst/>
              <a:rect l="l" t="t" r="r" b="b"/>
              <a:pathLst>
                <a:path w="113029" h="17779">
                  <a:moveTo>
                    <a:pt x="112408" y="0"/>
                  </a:moveTo>
                  <a:lnTo>
                    <a:pt x="0" y="0"/>
                  </a:lnTo>
                  <a:lnTo>
                    <a:pt x="0" y="17372"/>
                  </a:lnTo>
                  <a:lnTo>
                    <a:pt x="112408" y="17372"/>
                  </a:lnTo>
                  <a:lnTo>
                    <a:pt x="112408" y="0"/>
                  </a:lnTo>
                  <a:close/>
                </a:path>
              </a:pathLst>
            </a:custGeom>
            <a:solidFill>
              <a:srgbClr val="F9F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5" name="object 235" descr=""/>
          <p:cNvSpPr txBox="1"/>
          <p:nvPr/>
        </p:nvSpPr>
        <p:spPr>
          <a:xfrm>
            <a:off x="8551053" y="5832552"/>
            <a:ext cx="321945" cy="1270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50">
                <a:latin typeface="Arial MT"/>
                <a:cs typeface="Arial MT"/>
              </a:rPr>
              <a:t>1.0E-</a:t>
            </a:r>
            <a:r>
              <a:rPr dirty="0" sz="650" spc="-25">
                <a:latin typeface="Arial MT"/>
                <a:cs typeface="Arial MT"/>
              </a:rPr>
              <a:t>05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36" name="object 236" descr=""/>
          <p:cNvSpPr txBox="1"/>
          <p:nvPr/>
        </p:nvSpPr>
        <p:spPr>
          <a:xfrm>
            <a:off x="8551053" y="5488978"/>
            <a:ext cx="321945" cy="1270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50">
                <a:latin typeface="Arial MT"/>
                <a:cs typeface="Arial MT"/>
              </a:rPr>
              <a:t>1.0E-</a:t>
            </a:r>
            <a:r>
              <a:rPr dirty="0" sz="650" spc="-25">
                <a:latin typeface="Arial MT"/>
                <a:cs typeface="Arial MT"/>
              </a:rPr>
              <a:t>03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37" name="object 237" descr=""/>
          <p:cNvSpPr txBox="1"/>
          <p:nvPr/>
        </p:nvSpPr>
        <p:spPr>
          <a:xfrm>
            <a:off x="8551053" y="5144928"/>
            <a:ext cx="321945" cy="1270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50">
                <a:latin typeface="Arial MT"/>
                <a:cs typeface="Arial MT"/>
              </a:rPr>
              <a:t>1.1E-</a:t>
            </a:r>
            <a:r>
              <a:rPr dirty="0" sz="650" spc="-25">
                <a:latin typeface="Arial MT"/>
                <a:cs typeface="Arial MT"/>
              </a:rPr>
              <a:t>01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38" name="object 238" descr=""/>
          <p:cNvSpPr txBox="1"/>
          <p:nvPr/>
        </p:nvSpPr>
        <p:spPr>
          <a:xfrm>
            <a:off x="8551053" y="4800877"/>
            <a:ext cx="342900" cy="1270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50" spc="-10">
                <a:latin typeface="Arial MT"/>
                <a:cs typeface="Arial MT"/>
              </a:rPr>
              <a:t>1.1E+01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39" name="object 239" descr=""/>
          <p:cNvSpPr txBox="1"/>
          <p:nvPr/>
        </p:nvSpPr>
        <p:spPr>
          <a:xfrm>
            <a:off x="8551053" y="4456814"/>
            <a:ext cx="342900" cy="1270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50" spc="-10">
                <a:latin typeface="Arial MT"/>
                <a:cs typeface="Arial MT"/>
              </a:rPr>
              <a:t>1.1E+03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40" name="object 240" descr=""/>
          <p:cNvSpPr txBox="1"/>
          <p:nvPr/>
        </p:nvSpPr>
        <p:spPr>
          <a:xfrm>
            <a:off x="8551053" y="4113259"/>
            <a:ext cx="342900" cy="1270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50" spc="-10">
                <a:latin typeface="Arial MT"/>
                <a:cs typeface="Arial MT"/>
              </a:rPr>
              <a:t>1.2E+05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41" name="object 241" descr=""/>
          <p:cNvSpPr txBox="1"/>
          <p:nvPr/>
        </p:nvSpPr>
        <p:spPr>
          <a:xfrm>
            <a:off x="7296669" y="4373403"/>
            <a:ext cx="579120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>
                <a:latin typeface="Arial MT"/>
                <a:cs typeface="Arial MT"/>
              </a:rPr>
              <a:t>204</a:t>
            </a:r>
            <a:r>
              <a:rPr dirty="0" sz="700" spc="3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substrate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42" name="object 242" descr=""/>
          <p:cNvSpPr/>
          <p:nvPr/>
        </p:nvSpPr>
        <p:spPr>
          <a:xfrm>
            <a:off x="6257544" y="3477767"/>
            <a:ext cx="2257425" cy="386080"/>
          </a:xfrm>
          <a:custGeom>
            <a:avLst/>
            <a:gdLst/>
            <a:ahLst/>
            <a:cxnLst/>
            <a:rect l="l" t="t" r="r" b="b"/>
            <a:pathLst>
              <a:path w="2257425" h="386079">
                <a:moveTo>
                  <a:pt x="2192781" y="0"/>
                </a:moveTo>
                <a:lnTo>
                  <a:pt x="64261" y="0"/>
                </a:lnTo>
                <a:lnTo>
                  <a:pt x="39272" y="5058"/>
                </a:lnTo>
                <a:lnTo>
                  <a:pt x="18843" y="18843"/>
                </a:lnTo>
                <a:lnTo>
                  <a:pt x="5058" y="39272"/>
                </a:lnTo>
                <a:lnTo>
                  <a:pt x="0" y="64262"/>
                </a:lnTo>
                <a:lnTo>
                  <a:pt x="0" y="321310"/>
                </a:lnTo>
                <a:lnTo>
                  <a:pt x="5058" y="346299"/>
                </a:lnTo>
                <a:lnTo>
                  <a:pt x="18843" y="366728"/>
                </a:lnTo>
                <a:lnTo>
                  <a:pt x="39272" y="380513"/>
                </a:lnTo>
                <a:lnTo>
                  <a:pt x="64261" y="385572"/>
                </a:lnTo>
                <a:lnTo>
                  <a:pt x="2192781" y="385572"/>
                </a:lnTo>
                <a:lnTo>
                  <a:pt x="2217771" y="380513"/>
                </a:lnTo>
                <a:lnTo>
                  <a:pt x="2238200" y="366728"/>
                </a:lnTo>
                <a:lnTo>
                  <a:pt x="2251985" y="346299"/>
                </a:lnTo>
                <a:lnTo>
                  <a:pt x="2257044" y="321310"/>
                </a:lnTo>
                <a:lnTo>
                  <a:pt x="2257044" y="64262"/>
                </a:lnTo>
                <a:lnTo>
                  <a:pt x="2251985" y="39272"/>
                </a:lnTo>
                <a:lnTo>
                  <a:pt x="2238200" y="18843"/>
                </a:lnTo>
                <a:lnTo>
                  <a:pt x="2217771" y="5058"/>
                </a:lnTo>
                <a:lnTo>
                  <a:pt x="2192781" y="0"/>
                </a:lnTo>
                <a:close/>
              </a:path>
            </a:pathLst>
          </a:custGeom>
          <a:solidFill>
            <a:srgbClr val="212A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 descr=""/>
          <p:cNvSpPr txBox="1"/>
          <p:nvPr/>
        </p:nvSpPr>
        <p:spPr>
          <a:xfrm>
            <a:off x="6336919" y="3347444"/>
            <a:ext cx="2585085" cy="72453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35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High-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Resolution</a:t>
            </a:r>
            <a:r>
              <a:rPr dirty="0" sz="18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XRD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100">
                <a:latin typeface="Calibri"/>
                <a:cs typeface="Calibri"/>
              </a:rPr>
              <a:t>Reciprocal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epitaxial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film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6" name="object 24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247" name="object 24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248" name="object 24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244" name="object 244" descr=""/>
          <p:cNvSpPr txBox="1"/>
          <p:nvPr/>
        </p:nvSpPr>
        <p:spPr>
          <a:xfrm>
            <a:off x="6464553" y="2630170"/>
            <a:ext cx="120015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Calibri"/>
                <a:cs typeface="Calibri"/>
              </a:rPr>
              <a:t>Precession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image of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 spc="-50">
                <a:latin typeface="Calibri"/>
                <a:cs typeface="Calibri"/>
              </a:rPr>
              <a:t>a</a:t>
            </a:r>
            <a:r>
              <a:rPr dirty="0" sz="1050">
                <a:latin typeface="Calibri"/>
                <a:cs typeface="Calibri"/>
              </a:rPr>
              <a:t> diffraction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pattern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5" name="object 245" descr=""/>
          <p:cNvSpPr txBox="1"/>
          <p:nvPr/>
        </p:nvSpPr>
        <p:spPr>
          <a:xfrm>
            <a:off x="7847203" y="2647568"/>
            <a:ext cx="110744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7973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Calibri"/>
                <a:cs typeface="Calibri"/>
              </a:rPr>
              <a:t>Solved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crystal structure: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000">
                <a:latin typeface="Calibri"/>
                <a:cs typeface="Calibri"/>
              </a:rPr>
              <a:t>C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(black),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Al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(blue),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Ti</a:t>
            </a:r>
            <a:r>
              <a:rPr dirty="0" sz="1000">
                <a:latin typeface="Calibri"/>
                <a:cs typeface="Calibri"/>
              </a:rPr>
              <a:t> (grey)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(green)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38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X-</a:t>
            </a:r>
            <a:r>
              <a:rPr dirty="0"/>
              <a:t>ray</a:t>
            </a:r>
            <a:r>
              <a:rPr dirty="0" spc="-140"/>
              <a:t> </a:t>
            </a:r>
            <a:r>
              <a:rPr dirty="0" spc="-20"/>
              <a:t>Scattering</a:t>
            </a:r>
            <a:r>
              <a:rPr dirty="0" spc="-130"/>
              <a:t> </a:t>
            </a:r>
            <a:r>
              <a:rPr dirty="0"/>
              <a:t>Analysis</a:t>
            </a:r>
            <a:r>
              <a:rPr dirty="0" spc="-125"/>
              <a:t> </a:t>
            </a:r>
            <a:r>
              <a:rPr dirty="0" spc="-10"/>
              <a:t>@FACTS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79" y="1455419"/>
            <a:ext cx="2397252" cy="222808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13944" y="1037843"/>
            <a:ext cx="7498080" cy="370840"/>
          </a:xfrm>
          <a:custGeom>
            <a:avLst/>
            <a:gdLst/>
            <a:ahLst/>
            <a:cxnLst/>
            <a:rect l="l" t="t" r="r" b="b"/>
            <a:pathLst>
              <a:path w="7498080" h="370840">
                <a:moveTo>
                  <a:pt x="829056" y="61722"/>
                </a:moveTo>
                <a:lnTo>
                  <a:pt x="824204" y="37719"/>
                </a:lnTo>
                <a:lnTo>
                  <a:pt x="810971" y="18097"/>
                </a:lnTo>
                <a:lnTo>
                  <a:pt x="791349" y="4864"/>
                </a:lnTo>
                <a:lnTo>
                  <a:pt x="767334" y="0"/>
                </a:lnTo>
                <a:lnTo>
                  <a:pt x="61722" y="0"/>
                </a:lnTo>
                <a:lnTo>
                  <a:pt x="37693" y="4864"/>
                </a:lnTo>
                <a:lnTo>
                  <a:pt x="18072" y="18110"/>
                </a:lnTo>
                <a:lnTo>
                  <a:pt x="4838" y="37719"/>
                </a:lnTo>
                <a:lnTo>
                  <a:pt x="0" y="61722"/>
                </a:lnTo>
                <a:lnTo>
                  <a:pt x="0" y="308610"/>
                </a:lnTo>
                <a:lnTo>
                  <a:pt x="4838" y="332613"/>
                </a:lnTo>
                <a:lnTo>
                  <a:pt x="18072" y="352234"/>
                </a:lnTo>
                <a:lnTo>
                  <a:pt x="37693" y="365480"/>
                </a:lnTo>
                <a:lnTo>
                  <a:pt x="61722" y="370332"/>
                </a:lnTo>
                <a:lnTo>
                  <a:pt x="767334" y="370332"/>
                </a:lnTo>
                <a:lnTo>
                  <a:pt x="791349" y="365480"/>
                </a:lnTo>
                <a:lnTo>
                  <a:pt x="810971" y="352234"/>
                </a:lnTo>
                <a:lnTo>
                  <a:pt x="824204" y="332613"/>
                </a:lnTo>
                <a:lnTo>
                  <a:pt x="829056" y="308610"/>
                </a:lnTo>
                <a:lnTo>
                  <a:pt x="829056" y="61722"/>
                </a:lnTo>
                <a:close/>
              </a:path>
              <a:path w="7498080" h="370840">
                <a:moveTo>
                  <a:pt x="7498080" y="123698"/>
                </a:moveTo>
                <a:lnTo>
                  <a:pt x="7494346" y="105194"/>
                </a:lnTo>
                <a:lnTo>
                  <a:pt x="7484186" y="90093"/>
                </a:lnTo>
                <a:lnTo>
                  <a:pt x="7469086" y="79933"/>
                </a:lnTo>
                <a:lnTo>
                  <a:pt x="7450582" y="76200"/>
                </a:lnTo>
                <a:lnTo>
                  <a:pt x="5701538" y="76200"/>
                </a:lnTo>
                <a:lnTo>
                  <a:pt x="5683021" y="79933"/>
                </a:lnTo>
                <a:lnTo>
                  <a:pt x="5667921" y="90093"/>
                </a:lnTo>
                <a:lnTo>
                  <a:pt x="5657761" y="105194"/>
                </a:lnTo>
                <a:lnTo>
                  <a:pt x="5654040" y="123698"/>
                </a:lnTo>
                <a:lnTo>
                  <a:pt x="5654040" y="313690"/>
                </a:lnTo>
                <a:lnTo>
                  <a:pt x="5657761" y="332206"/>
                </a:lnTo>
                <a:lnTo>
                  <a:pt x="5667921" y="347306"/>
                </a:lnTo>
                <a:lnTo>
                  <a:pt x="5683021" y="357466"/>
                </a:lnTo>
                <a:lnTo>
                  <a:pt x="5701538" y="361188"/>
                </a:lnTo>
                <a:lnTo>
                  <a:pt x="7450582" y="361188"/>
                </a:lnTo>
                <a:lnTo>
                  <a:pt x="7469086" y="357466"/>
                </a:lnTo>
                <a:lnTo>
                  <a:pt x="7484186" y="347306"/>
                </a:lnTo>
                <a:lnTo>
                  <a:pt x="7494346" y="332206"/>
                </a:lnTo>
                <a:lnTo>
                  <a:pt x="7498080" y="313690"/>
                </a:lnTo>
                <a:lnTo>
                  <a:pt x="7498080" y="123698"/>
                </a:lnTo>
                <a:close/>
              </a:path>
            </a:pathLst>
          </a:custGeom>
          <a:solidFill>
            <a:srgbClr val="212A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638300" y="1504188"/>
            <a:ext cx="1111250" cy="431800"/>
          </a:xfrm>
          <a:prstGeom prst="rect">
            <a:avLst/>
          </a:prstGeom>
          <a:solidFill>
            <a:srgbClr val="E7E6E6"/>
          </a:solidFill>
        </p:spPr>
        <p:txBody>
          <a:bodyPr wrap="square" lIns="0" tIns="37465" rIns="0" bIns="0" rtlCol="0" vert="horz">
            <a:spAutoFit/>
          </a:bodyPr>
          <a:lstStyle/>
          <a:p>
            <a:pPr marL="90805" marR="212725">
              <a:lnSpc>
                <a:spcPct val="100000"/>
              </a:lnSpc>
              <a:spcBef>
                <a:spcPts val="295"/>
              </a:spcBef>
            </a:pPr>
            <a:r>
              <a:rPr dirty="0" sz="1100" b="1" i="1">
                <a:solidFill>
                  <a:srgbClr val="1F3863"/>
                </a:solidFill>
                <a:latin typeface="Calibri"/>
                <a:cs typeface="Calibri"/>
              </a:rPr>
              <a:t>Nano-</a:t>
            </a:r>
            <a:r>
              <a:rPr dirty="0" sz="1100" spc="-10" b="1" i="1">
                <a:solidFill>
                  <a:srgbClr val="1F3863"/>
                </a:solidFill>
                <a:latin typeface="Calibri"/>
                <a:cs typeface="Calibri"/>
              </a:rPr>
              <a:t>particle </a:t>
            </a:r>
            <a:r>
              <a:rPr dirty="0" sz="1100" b="1" i="1">
                <a:solidFill>
                  <a:srgbClr val="1F3863"/>
                </a:solidFill>
                <a:latin typeface="Calibri"/>
                <a:cs typeface="Calibri"/>
              </a:rPr>
              <a:t>size</a:t>
            </a:r>
            <a:r>
              <a:rPr dirty="0" sz="1100" spc="-35" b="1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1F3863"/>
                </a:solidFill>
                <a:latin typeface="Calibri"/>
                <a:cs typeface="Calibri"/>
              </a:rPr>
              <a:t>analysis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283" y="2406395"/>
            <a:ext cx="1039966" cy="98450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50569" y="3223811"/>
            <a:ext cx="54610" cy="87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" spc="-50"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8844" y="3180963"/>
            <a:ext cx="158115" cy="77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0" spc="-10">
                <a:latin typeface="Arial MT"/>
                <a:cs typeface="Arial MT"/>
              </a:rPr>
              <a:t>0.0000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08844" y="3004968"/>
            <a:ext cx="158115" cy="77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0" spc="-10">
                <a:latin typeface="Arial MT"/>
                <a:cs typeface="Arial MT"/>
              </a:rPr>
              <a:t>0.0001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08844" y="2828979"/>
            <a:ext cx="158115" cy="77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0" spc="-10">
                <a:latin typeface="Arial MT"/>
                <a:cs typeface="Arial MT"/>
              </a:rPr>
              <a:t>0.0002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08844" y="2652784"/>
            <a:ext cx="158115" cy="77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0" spc="-10">
                <a:latin typeface="Arial MT"/>
                <a:cs typeface="Arial MT"/>
              </a:rPr>
              <a:t>0.0003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2219" y="2794519"/>
            <a:ext cx="94615" cy="154940"/>
          </a:xfrm>
          <a:prstGeom prst="rect">
            <a:avLst/>
          </a:prstGeom>
        </p:spPr>
        <p:txBody>
          <a:bodyPr wrap="square" lIns="0" tIns="1079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450" spc="-20">
                <a:latin typeface="Arial MT"/>
                <a:cs typeface="Arial MT"/>
              </a:rPr>
              <a:t>N(R)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69544" y="3207861"/>
            <a:ext cx="506730" cy="19621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  <a:tabLst>
                <a:tab pos="217170" algn="l"/>
                <a:tab pos="436245" algn="l"/>
              </a:tabLst>
            </a:pPr>
            <a:r>
              <a:rPr dirty="0" sz="400" spc="-50">
                <a:latin typeface="Arial MT"/>
                <a:cs typeface="Arial MT"/>
              </a:rPr>
              <a:t>5</a:t>
            </a:r>
            <a:r>
              <a:rPr dirty="0" sz="400">
                <a:latin typeface="Arial MT"/>
                <a:cs typeface="Arial MT"/>
              </a:rPr>
              <a:t>	</a:t>
            </a:r>
            <a:r>
              <a:rPr dirty="0" sz="400" spc="-25">
                <a:latin typeface="Arial MT"/>
                <a:cs typeface="Arial MT"/>
              </a:rPr>
              <a:t>10</a:t>
            </a:r>
            <a:r>
              <a:rPr dirty="0" sz="400">
                <a:latin typeface="Arial MT"/>
                <a:cs typeface="Arial MT"/>
              </a:rPr>
              <a:t>	</a:t>
            </a:r>
            <a:r>
              <a:rPr dirty="0" sz="400" spc="-25">
                <a:latin typeface="Arial MT"/>
                <a:cs typeface="Arial MT"/>
              </a:rPr>
              <a:t>15</a:t>
            </a:r>
            <a:endParaRPr sz="400">
              <a:latin typeface="Arial MT"/>
              <a:cs typeface="Arial MT"/>
            </a:endParaRPr>
          </a:p>
          <a:p>
            <a:pPr marL="163830">
              <a:lnSpc>
                <a:spcPct val="100000"/>
              </a:lnSpc>
              <a:spcBef>
                <a:spcPts val="185"/>
              </a:spcBef>
            </a:pPr>
            <a:r>
              <a:rPr dirty="0" sz="450">
                <a:latin typeface="Arial MT"/>
                <a:cs typeface="Arial MT"/>
              </a:rPr>
              <a:t>r</a:t>
            </a:r>
            <a:r>
              <a:rPr dirty="0" sz="450" spc="15">
                <a:latin typeface="Arial MT"/>
                <a:cs typeface="Arial MT"/>
              </a:rPr>
              <a:t> </a:t>
            </a:r>
            <a:r>
              <a:rPr dirty="0" sz="450" spc="-20">
                <a:latin typeface="Arial MT"/>
                <a:cs typeface="Arial MT"/>
              </a:rPr>
              <a:t>(nm)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83506" y="2420986"/>
            <a:ext cx="671195" cy="990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>
                <a:latin typeface="Arial MT"/>
                <a:cs typeface="Arial MT"/>
              </a:rPr>
              <a:t>Particle</a:t>
            </a:r>
            <a:r>
              <a:rPr dirty="0" sz="450" spc="60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size</a:t>
            </a:r>
            <a:r>
              <a:rPr dirty="0" sz="450" spc="60">
                <a:latin typeface="Arial MT"/>
                <a:cs typeface="Arial MT"/>
              </a:rPr>
              <a:t> </a:t>
            </a:r>
            <a:r>
              <a:rPr dirty="0" sz="450" spc="-10">
                <a:latin typeface="Arial MT"/>
                <a:cs typeface="Arial MT"/>
              </a:rPr>
              <a:t>distribution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85906" y="2542371"/>
            <a:ext cx="46355" cy="69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" spc="-50">
                <a:latin typeface="Arial MT"/>
                <a:cs typeface="Arial MT"/>
              </a:rPr>
              <a:t>2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3444" y="2496323"/>
            <a:ext cx="610235" cy="990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47619" sz="525">
                <a:latin typeface="Arial MT"/>
                <a:cs typeface="Arial MT"/>
              </a:rPr>
              <a:t>0.0004</a:t>
            </a:r>
            <a:r>
              <a:rPr dirty="0" baseline="47619" sz="525" spc="337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SiO</a:t>
            </a:r>
            <a:r>
              <a:rPr dirty="0" sz="450" spc="165">
                <a:latin typeface="Arial MT"/>
                <a:cs typeface="Arial MT"/>
              </a:rPr>
              <a:t> </a:t>
            </a:r>
            <a:r>
              <a:rPr dirty="0" sz="450" spc="-10">
                <a:latin typeface="Arial MT"/>
                <a:cs typeface="Arial MT"/>
              </a:rPr>
              <a:t>spheres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077458" y="1091946"/>
            <a:ext cx="162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X-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Ray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Reflectivity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6134765" y="1423503"/>
            <a:ext cx="2421255" cy="1953895"/>
          </a:xfrm>
          <a:custGeom>
            <a:avLst/>
            <a:gdLst/>
            <a:ahLst/>
            <a:cxnLst/>
            <a:rect l="l" t="t" r="r" b="b"/>
            <a:pathLst>
              <a:path w="2421254" h="1953895">
                <a:moveTo>
                  <a:pt x="37676" y="1916107"/>
                </a:moveTo>
                <a:lnTo>
                  <a:pt x="2421146" y="1916107"/>
                </a:lnTo>
              </a:path>
              <a:path w="2421254" h="1953895">
                <a:moveTo>
                  <a:pt x="435090" y="1916107"/>
                </a:moveTo>
                <a:lnTo>
                  <a:pt x="435090" y="1934649"/>
                </a:lnTo>
              </a:path>
              <a:path w="2421254" h="1953895">
                <a:moveTo>
                  <a:pt x="1229400" y="1916107"/>
                </a:moveTo>
                <a:lnTo>
                  <a:pt x="1229400" y="1934649"/>
                </a:lnTo>
              </a:path>
              <a:path w="2421254" h="1953895">
                <a:moveTo>
                  <a:pt x="2023703" y="1916107"/>
                </a:moveTo>
                <a:lnTo>
                  <a:pt x="2023703" y="1934649"/>
                </a:lnTo>
              </a:path>
              <a:path w="2421254" h="1953895">
                <a:moveTo>
                  <a:pt x="37676" y="1916107"/>
                </a:moveTo>
                <a:lnTo>
                  <a:pt x="37676" y="1953713"/>
                </a:lnTo>
              </a:path>
              <a:path w="2421254" h="1953895">
                <a:moveTo>
                  <a:pt x="831987" y="1916107"/>
                </a:moveTo>
                <a:lnTo>
                  <a:pt x="831987" y="1953713"/>
                </a:lnTo>
              </a:path>
              <a:path w="2421254" h="1953895">
                <a:moveTo>
                  <a:pt x="1626835" y="1916107"/>
                </a:moveTo>
                <a:lnTo>
                  <a:pt x="1626835" y="1953713"/>
                </a:lnTo>
              </a:path>
              <a:path w="2421254" h="1953895">
                <a:moveTo>
                  <a:pt x="2421146" y="1916107"/>
                </a:moveTo>
                <a:lnTo>
                  <a:pt x="2421146" y="1953713"/>
                </a:lnTo>
              </a:path>
              <a:path w="2421254" h="1953895">
                <a:moveTo>
                  <a:pt x="37676" y="0"/>
                </a:moveTo>
                <a:lnTo>
                  <a:pt x="2421145" y="0"/>
                </a:lnTo>
              </a:path>
              <a:path w="2421254" h="1953895">
                <a:moveTo>
                  <a:pt x="37676" y="1916107"/>
                </a:moveTo>
                <a:lnTo>
                  <a:pt x="37676" y="0"/>
                </a:lnTo>
              </a:path>
              <a:path w="2421254" h="1953895">
                <a:moveTo>
                  <a:pt x="37676" y="1833842"/>
                </a:moveTo>
                <a:lnTo>
                  <a:pt x="19104" y="1833842"/>
                </a:lnTo>
              </a:path>
              <a:path w="2421254" h="1953895">
                <a:moveTo>
                  <a:pt x="37676" y="1785363"/>
                </a:moveTo>
                <a:lnTo>
                  <a:pt x="19104" y="1785363"/>
                </a:lnTo>
              </a:path>
              <a:path w="2421254" h="1953895">
                <a:moveTo>
                  <a:pt x="37676" y="1751569"/>
                </a:moveTo>
                <a:lnTo>
                  <a:pt x="19104" y="1751569"/>
                </a:lnTo>
              </a:path>
              <a:path w="2421254" h="1953895">
                <a:moveTo>
                  <a:pt x="37676" y="1724879"/>
                </a:moveTo>
                <a:lnTo>
                  <a:pt x="19104" y="1724879"/>
                </a:lnTo>
              </a:path>
              <a:path w="2421254" h="1953895">
                <a:moveTo>
                  <a:pt x="37676" y="1703091"/>
                </a:moveTo>
                <a:lnTo>
                  <a:pt x="19104" y="1703091"/>
                </a:lnTo>
              </a:path>
              <a:path w="2421254" h="1953895">
                <a:moveTo>
                  <a:pt x="37676" y="1684571"/>
                </a:moveTo>
                <a:lnTo>
                  <a:pt x="19104" y="1684571"/>
                </a:lnTo>
              </a:path>
              <a:path w="2421254" h="1953895">
                <a:moveTo>
                  <a:pt x="37676" y="1668774"/>
                </a:moveTo>
                <a:lnTo>
                  <a:pt x="19104" y="1668774"/>
                </a:lnTo>
              </a:path>
              <a:path w="2421254" h="1953895">
                <a:moveTo>
                  <a:pt x="37676" y="1655142"/>
                </a:moveTo>
                <a:lnTo>
                  <a:pt x="19104" y="1655142"/>
                </a:lnTo>
              </a:path>
              <a:path w="2421254" h="1953895">
                <a:moveTo>
                  <a:pt x="37676" y="1559797"/>
                </a:moveTo>
                <a:lnTo>
                  <a:pt x="19104" y="1559797"/>
                </a:lnTo>
              </a:path>
              <a:path w="2421254" h="1953895">
                <a:moveTo>
                  <a:pt x="37676" y="1511863"/>
                </a:moveTo>
                <a:lnTo>
                  <a:pt x="19104" y="1511863"/>
                </a:lnTo>
              </a:path>
              <a:path w="2421254" h="1953895">
                <a:moveTo>
                  <a:pt x="37676" y="1477532"/>
                </a:moveTo>
                <a:lnTo>
                  <a:pt x="19104" y="1477532"/>
                </a:lnTo>
              </a:path>
              <a:path w="2421254" h="1953895">
                <a:moveTo>
                  <a:pt x="37676" y="1450841"/>
                </a:moveTo>
                <a:lnTo>
                  <a:pt x="19104" y="1450841"/>
                </a:lnTo>
              </a:path>
              <a:path w="2421254" h="1953895">
                <a:moveTo>
                  <a:pt x="37676" y="1429597"/>
                </a:moveTo>
                <a:lnTo>
                  <a:pt x="19104" y="1429597"/>
                </a:lnTo>
              </a:path>
              <a:path w="2421254" h="1953895">
                <a:moveTo>
                  <a:pt x="37676" y="1411077"/>
                </a:moveTo>
                <a:lnTo>
                  <a:pt x="19104" y="1411077"/>
                </a:lnTo>
              </a:path>
              <a:path w="2421254" h="1953895">
                <a:moveTo>
                  <a:pt x="37676" y="1395259"/>
                </a:moveTo>
                <a:lnTo>
                  <a:pt x="19104" y="1395259"/>
                </a:lnTo>
              </a:path>
              <a:path w="2421254" h="1953895">
                <a:moveTo>
                  <a:pt x="37676" y="1381097"/>
                </a:moveTo>
                <a:lnTo>
                  <a:pt x="19104" y="1381097"/>
                </a:lnTo>
              </a:path>
              <a:path w="2421254" h="1953895">
                <a:moveTo>
                  <a:pt x="37676" y="1286304"/>
                </a:moveTo>
                <a:lnTo>
                  <a:pt x="19104" y="1286304"/>
                </a:lnTo>
              </a:path>
              <a:path w="2421254" h="1953895">
                <a:moveTo>
                  <a:pt x="37676" y="1237825"/>
                </a:moveTo>
                <a:lnTo>
                  <a:pt x="19104" y="1237825"/>
                </a:lnTo>
              </a:path>
              <a:path w="2421254" h="1953895">
                <a:moveTo>
                  <a:pt x="37676" y="1204031"/>
                </a:moveTo>
                <a:lnTo>
                  <a:pt x="19104" y="1204031"/>
                </a:lnTo>
              </a:path>
              <a:path w="2421254" h="1953895">
                <a:moveTo>
                  <a:pt x="37676" y="1177341"/>
                </a:moveTo>
                <a:lnTo>
                  <a:pt x="19104" y="1177341"/>
                </a:lnTo>
              </a:path>
              <a:path w="2421254" h="1953895">
                <a:moveTo>
                  <a:pt x="37676" y="1155552"/>
                </a:moveTo>
                <a:lnTo>
                  <a:pt x="19104" y="1155552"/>
                </a:lnTo>
              </a:path>
              <a:path w="2421254" h="1953895">
                <a:moveTo>
                  <a:pt x="37676" y="1137563"/>
                </a:moveTo>
                <a:lnTo>
                  <a:pt x="19104" y="1137563"/>
                </a:lnTo>
              </a:path>
              <a:path w="2421254" h="1953895">
                <a:moveTo>
                  <a:pt x="37676" y="1121221"/>
                </a:moveTo>
                <a:lnTo>
                  <a:pt x="19104" y="1121221"/>
                </a:lnTo>
              </a:path>
              <a:path w="2421254" h="1953895">
                <a:moveTo>
                  <a:pt x="37676" y="1107604"/>
                </a:moveTo>
                <a:lnTo>
                  <a:pt x="19104" y="1107604"/>
                </a:lnTo>
              </a:path>
              <a:path w="2421254" h="1953895">
                <a:moveTo>
                  <a:pt x="37676" y="1012259"/>
                </a:moveTo>
                <a:lnTo>
                  <a:pt x="19104" y="1012259"/>
                </a:lnTo>
              </a:path>
              <a:path w="2421254" h="1953895">
                <a:moveTo>
                  <a:pt x="37676" y="964324"/>
                </a:moveTo>
                <a:lnTo>
                  <a:pt x="19104" y="964324"/>
                </a:lnTo>
              </a:path>
              <a:path w="2421254" h="1953895">
                <a:moveTo>
                  <a:pt x="37676" y="929994"/>
                </a:moveTo>
                <a:lnTo>
                  <a:pt x="19104" y="929994"/>
                </a:lnTo>
              </a:path>
              <a:path w="2421254" h="1953895">
                <a:moveTo>
                  <a:pt x="37676" y="903848"/>
                </a:moveTo>
                <a:lnTo>
                  <a:pt x="19104" y="903848"/>
                </a:lnTo>
              </a:path>
              <a:path w="2421254" h="1953895">
                <a:moveTo>
                  <a:pt x="37676" y="882059"/>
                </a:moveTo>
                <a:lnTo>
                  <a:pt x="19104" y="882059"/>
                </a:lnTo>
              </a:path>
              <a:path w="2421254" h="1953895">
                <a:moveTo>
                  <a:pt x="37676" y="863525"/>
                </a:moveTo>
                <a:lnTo>
                  <a:pt x="19104" y="863525"/>
                </a:lnTo>
              </a:path>
              <a:path w="2421254" h="1953895">
                <a:moveTo>
                  <a:pt x="37676" y="847728"/>
                </a:moveTo>
                <a:lnTo>
                  <a:pt x="19104" y="847728"/>
                </a:lnTo>
              </a:path>
              <a:path w="2421254" h="1953895">
                <a:moveTo>
                  <a:pt x="37676" y="833566"/>
                </a:moveTo>
                <a:lnTo>
                  <a:pt x="19104" y="833566"/>
                </a:lnTo>
              </a:path>
              <a:path w="2421254" h="1953895">
                <a:moveTo>
                  <a:pt x="37676" y="738766"/>
                </a:moveTo>
                <a:lnTo>
                  <a:pt x="19104" y="738766"/>
                </a:lnTo>
              </a:path>
              <a:path w="2421254" h="1953895">
                <a:moveTo>
                  <a:pt x="37676" y="690810"/>
                </a:moveTo>
                <a:lnTo>
                  <a:pt x="19104" y="690810"/>
                </a:lnTo>
              </a:path>
              <a:path w="2421254" h="1953895">
                <a:moveTo>
                  <a:pt x="37676" y="656493"/>
                </a:moveTo>
                <a:lnTo>
                  <a:pt x="19104" y="656493"/>
                </a:lnTo>
              </a:path>
              <a:path w="2421254" h="1953895">
                <a:moveTo>
                  <a:pt x="37676" y="629803"/>
                </a:moveTo>
                <a:lnTo>
                  <a:pt x="19104" y="629803"/>
                </a:lnTo>
              </a:path>
              <a:path w="2421254" h="1953895">
                <a:moveTo>
                  <a:pt x="37676" y="608000"/>
                </a:moveTo>
                <a:lnTo>
                  <a:pt x="19104" y="608000"/>
                </a:lnTo>
              </a:path>
              <a:path w="2421254" h="1953895">
                <a:moveTo>
                  <a:pt x="37676" y="590025"/>
                </a:moveTo>
                <a:lnTo>
                  <a:pt x="19104" y="590025"/>
                </a:lnTo>
              </a:path>
              <a:path w="2421254" h="1953895">
                <a:moveTo>
                  <a:pt x="37676" y="574228"/>
                </a:moveTo>
                <a:lnTo>
                  <a:pt x="19104" y="574228"/>
                </a:lnTo>
              </a:path>
              <a:path w="2421254" h="1953895">
                <a:moveTo>
                  <a:pt x="37676" y="560066"/>
                </a:moveTo>
                <a:lnTo>
                  <a:pt x="19104" y="560066"/>
                </a:lnTo>
              </a:path>
              <a:path w="2421254" h="1953895">
                <a:moveTo>
                  <a:pt x="37676" y="465265"/>
                </a:moveTo>
                <a:lnTo>
                  <a:pt x="19104" y="465265"/>
                </a:lnTo>
              </a:path>
              <a:path w="2421254" h="1953895">
                <a:moveTo>
                  <a:pt x="37676" y="416772"/>
                </a:moveTo>
                <a:lnTo>
                  <a:pt x="19104" y="416772"/>
                </a:lnTo>
              </a:path>
              <a:path w="2421254" h="1953895">
                <a:moveTo>
                  <a:pt x="37676" y="382455"/>
                </a:moveTo>
                <a:lnTo>
                  <a:pt x="19104" y="382455"/>
                </a:lnTo>
              </a:path>
              <a:path w="2421254" h="1953895">
                <a:moveTo>
                  <a:pt x="37676" y="356310"/>
                </a:moveTo>
                <a:lnTo>
                  <a:pt x="19104" y="356310"/>
                </a:lnTo>
              </a:path>
              <a:path w="2421254" h="1953895">
                <a:moveTo>
                  <a:pt x="37676" y="334500"/>
                </a:moveTo>
                <a:lnTo>
                  <a:pt x="19104" y="334500"/>
                </a:lnTo>
              </a:path>
              <a:path w="2421254" h="1953895">
                <a:moveTo>
                  <a:pt x="37676" y="315980"/>
                </a:moveTo>
                <a:lnTo>
                  <a:pt x="19104" y="315980"/>
                </a:lnTo>
              </a:path>
              <a:path w="2421254" h="1953895">
                <a:moveTo>
                  <a:pt x="37676" y="300183"/>
                </a:moveTo>
                <a:lnTo>
                  <a:pt x="19104" y="300183"/>
                </a:lnTo>
              </a:path>
              <a:path w="2421254" h="1953895">
                <a:moveTo>
                  <a:pt x="37676" y="286021"/>
                </a:moveTo>
                <a:lnTo>
                  <a:pt x="19104" y="286021"/>
                </a:lnTo>
              </a:path>
              <a:path w="2421254" h="1953895">
                <a:moveTo>
                  <a:pt x="37676" y="191227"/>
                </a:moveTo>
                <a:lnTo>
                  <a:pt x="19103" y="191227"/>
                </a:lnTo>
              </a:path>
              <a:path w="2421254" h="1953895">
                <a:moveTo>
                  <a:pt x="37676" y="143272"/>
                </a:moveTo>
                <a:lnTo>
                  <a:pt x="19103" y="143272"/>
                </a:lnTo>
              </a:path>
              <a:path w="2421254" h="1953895">
                <a:moveTo>
                  <a:pt x="37676" y="108955"/>
                </a:moveTo>
                <a:lnTo>
                  <a:pt x="19103" y="108955"/>
                </a:lnTo>
              </a:path>
              <a:path w="2421254" h="1953895">
                <a:moveTo>
                  <a:pt x="37676" y="82250"/>
                </a:moveTo>
                <a:lnTo>
                  <a:pt x="19103" y="82250"/>
                </a:lnTo>
              </a:path>
              <a:path w="2421254" h="1953895">
                <a:moveTo>
                  <a:pt x="37676" y="60462"/>
                </a:moveTo>
                <a:lnTo>
                  <a:pt x="19103" y="60462"/>
                </a:lnTo>
              </a:path>
              <a:path w="2421254" h="1953895">
                <a:moveTo>
                  <a:pt x="37676" y="42487"/>
                </a:moveTo>
                <a:lnTo>
                  <a:pt x="19103" y="42487"/>
                </a:lnTo>
              </a:path>
              <a:path w="2421254" h="1953895">
                <a:moveTo>
                  <a:pt x="37676" y="26690"/>
                </a:moveTo>
                <a:lnTo>
                  <a:pt x="19103" y="26690"/>
                </a:lnTo>
              </a:path>
              <a:path w="2421254" h="1953895">
                <a:moveTo>
                  <a:pt x="37676" y="12528"/>
                </a:moveTo>
                <a:lnTo>
                  <a:pt x="19103" y="12528"/>
                </a:lnTo>
              </a:path>
              <a:path w="2421254" h="1953895">
                <a:moveTo>
                  <a:pt x="37676" y="1916107"/>
                </a:moveTo>
                <a:lnTo>
                  <a:pt x="0" y="1916107"/>
                </a:lnTo>
              </a:path>
              <a:path w="2421254" h="1953895">
                <a:moveTo>
                  <a:pt x="37676" y="1642614"/>
                </a:moveTo>
                <a:lnTo>
                  <a:pt x="0" y="1642614"/>
                </a:lnTo>
              </a:path>
              <a:path w="2421254" h="1953895">
                <a:moveTo>
                  <a:pt x="37676" y="1368569"/>
                </a:moveTo>
                <a:lnTo>
                  <a:pt x="0" y="1368569"/>
                </a:lnTo>
              </a:path>
              <a:path w="2421254" h="1953895">
                <a:moveTo>
                  <a:pt x="37676" y="1095076"/>
                </a:moveTo>
                <a:lnTo>
                  <a:pt x="0" y="1095076"/>
                </a:lnTo>
              </a:path>
              <a:path w="2421254" h="1953895">
                <a:moveTo>
                  <a:pt x="37676" y="821038"/>
                </a:moveTo>
                <a:lnTo>
                  <a:pt x="0" y="821038"/>
                </a:lnTo>
              </a:path>
              <a:path w="2421254" h="1953895">
                <a:moveTo>
                  <a:pt x="37676" y="547538"/>
                </a:moveTo>
                <a:lnTo>
                  <a:pt x="0" y="547538"/>
                </a:lnTo>
              </a:path>
              <a:path w="2421254" h="1953895">
                <a:moveTo>
                  <a:pt x="37676" y="273493"/>
                </a:moveTo>
                <a:lnTo>
                  <a:pt x="0" y="273493"/>
                </a:lnTo>
              </a:path>
              <a:path w="2421254" h="1953895">
                <a:moveTo>
                  <a:pt x="37676" y="0"/>
                </a:moveTo>
                <a:lnTo>
                  <a:pt x="0" y="0"/>
                </a:lnTo>
              </a:path>
              <a:path w="2421254" h="1953895">
                <a:moveTo>
                  <a:pt x="2421146" y="1916107"/>
                </a:moveTo>
                <a:lnTo>
                  <a:pt x="2421145" y="0"/>
                </a:lnTo>
              </a:path>
            </a:pathLst>
          </a:custGeom>
          <a:ln w="70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6090407" y="3368875"/>
            <a:ext cx="165100" cy="1460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-25">
                <a:latin typeface="Arial MT"/>
                <a:cs typeface="Arial MT"/>
              </a:rPr>
              <a:t>0.0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884710" y="3368875"/>
            <a:ext cx="165100" cy="1460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-25">
                <a:latin typeface="Arial MT"/>
                <a:cs typeface="Arial MT"/>
              </a:rPr>
              <a:t>0.5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679559" y="3368875"/>
            <a:ext cx="165100" cy="1460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-25">
                <a:latin typeface="Arial MT"/>
                <a:cs typeface="Arial MT"/>
              </a:rPr>
              <a:t>1.0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473869" y="3368875"/>
            <a:ext cx="165100" cy="1460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-25">
                <a:latin typeface="Arial MT"/>
                <a:cs typeface="Arial MT"/>
              </a:rPr>
              <a:t>1.5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905603" y="3214142"/>
            <a:ext cx="241935" cy="1460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baseline="-29629" sz="1125">
                <a:latin typeface="Arial MT"/>
                <a:cs typeface="Arial MT"/>
              </a:rPr>
              <a:t>10</a:t>
            </a:r>
            <a:r>
              <a:rPr dirty="0" sz="450">
                <a:latin typeface="Arial MT"/>
                <a:cs typeface="Arial MT"/>
              </a:rPr>
              <a:t>-</a:t>
            </a:r>
            <a:r>
              <a:rPr dirty="0" sz="450" spc="-50">
                <a:latin typeface="Arial MT"/>
                <a:cs typeface="Arial MT"/>
              </a:rPr>
              <a:t>1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925799" y="2715649"/>
            <a:ext cx="220979" cy="1460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z="750" spc="-25">
                <a:latin typeface="Arial MT"/>
                <a:cs typeface="Arial MT"/>
              </a:rPr>
              <a:t>10</a:t>
            </a:r>
            <a:r>
              <a:rPr dirty="0" baseline="49382" sz="675" spc="-37">
                <a:latin typeface="Arial MT"/>
                <a:cs typeface="Arial MT"/>
              </a:rPr>
              <a:t>1</a:t>
            </a:r>
            <a:endParaRPr baseline="49382" sz="675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925799" y="2168097"/>
            <a:ext cx="220979" cy="1460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z="750" spc="-25">
                <a:latin typeface="Arial MT"/>
                <a:cs typeface="Arial MT"/>
              </a:rPr>
              <a:t>10</a:t>
            </a:r>
            <a:r>
              <a:rPr dirty="0" baseline="49382" sz="675" spc="-37">
                <a:latin typeface="Arial MT"/>
                <a:cs typeface="Arial MT"/>
              </a:rPr>
              <a:t>3</a:t>
            </a:r>
            <a:endParaRPr baseline="49382" sz="675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951199" y="1620551"/>
            <a:ext cx="137160" cy="1460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-25">
                <a:latin typeface="Arial MT"/>
                <a:cs typeface="Arial MT"/>
              </a:rPr>
              <a:t>10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062569" y="1611832"/>
            <a:ext cx="59055" cy="97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 spc="-50">
                <a:latin typeface="Arial MT"/>
                <a:cs typeface="Arial MT"/>
              </a:rPr>
              <a:t>5</a:t>
            </a:r>
            <a:endParaRPr sz="450">
              <a:latin typeface="Arial MT"/>
              <a:cs typeface="Arial MT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6347" y="1462994"/>
            <a:ext cx="2298297" cy="1768207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5685909" y="2131737"/>
            <a:ext cx="167640" cy="499745"/>
          </a:xfrm>
          <a:prstGeom prst="rect">
            <a:avLst/>
          </a:prstGeom>
        </p:spPr>
        <p:txBody>
          <a:bodyPr wrap="square" lIns="0" tIns="6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10">
                <a:latin typeface="Arial MT"/>
                <a:cs typeface="Arial MT"/>
              </a:rPr>
              <a:t>Intenstiy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283237" y="3543754"/>
            <a:ext cx="1631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Arial MT"/>
                <a:cs typeface="Arial MT"/>
              </a:rPr>
              <a:t>2</a:t>
            </a:r>
            <a:r>
              <a:rPr dirty="0" sz="1000" spc="-25">
                <a:latin typeface="Symbol"/>
                <a:cs typeface="Symbol"/>
              </a:rPr>
              <a:t>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648447" y="1452201"/>
            <a:ext cx="861694" cy="3924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>
                <a:latin typeface="Arial MT"/>
                <a:cs typeface="Arial MT"/>
              </a:rPr>
              <a:t>SiN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film</a:t>
            </a:r>
            <a:endParaRPr sz="750">
              <a:latin typeface="Arial MT"/>
              <a:cs typeface="Arial MT"/>
            </a:endParaRPr>
          </a:p>
          <a:p>
            <a:pPr marL="264160" marR="5080">
              <a:lnSpc>
                <a:spcPct val="107700"/>
              </a:lnSpc>
            </a:pPr>
            <a:r>
              <a:rPr dirty="0" sz="750" spc="-10">
                <a:latin typeface="Arial MT"/>
                <a:cs typeface="Arial MT"/>
              </a:rPr>
              <a:t>Experimental Simulated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253892" y="2662383"/>
            <a:ext cx="1312545" cy="50736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r>
              <a:rPr dirty="0" sz="750">
                <a:latin typeface="Arial MT"/>
                <a:cs typeface="Arial MT"/>
              </a:rPr>
              <a:t>fitting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results</a:t>
            </a:r>
            <a:endParaRPr sz="750">
              <a:latin typeface="Arial MT"/>
              <a:cs typeface="Arial MT"/>
            </a:endParaRPr>
          </a:p>
          <a:p>
            <a:pPr marL="161290" marR="30480">
              <a:lnSpc>
                <a:spcPct val="104700"/>
              </a:lnSpc>
              <a:spcBef>
                <a:spcPts val="40"/>
              </a:spcBef>
            </a:pPr>
            <a:r>
              <a:rPr dirty="0" sz="700">
                <a:latin typeface="Arial MT"/>
                <a:cs typeface="Arial MT"/>
              </a:rPr>
              <a:t>thickness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=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200.1(1.1)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nm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roughness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=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2.05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(0.11)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nm</a:t>
            </a:r>
            <a:endParaRPr sz="700">
              <a:latin typeface="Arial MT"/>
              <a:cs typeface="Arial MT"/>
            </a:endParaRPr>
          </a:p>
          <a:p>
            <a:pPr marL="161290">
              <a:lnSpc>
                <a:spcPct val="100000"/>
              </a:lnSpc>
              <a:spcBef>
                <a:spcPts val="145"/>
              </a:spcBef>
            </a:pPr>
            <a:r>
              <a:rPr dirty="0" sz="700">
                <a:latin typeface="Arial MT"/>
                <a:cs typeface="Arial MT"/>
              </a:rPr>
              <a:t>density</a:t>
            </a:r>
            <a:r>
              <a:rPr dirty="0" sz="700" spc="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=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2.23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(0.02)</a:t>
            </a:r>
            <a:r>
              <a:rPr dirty="0" sz="700" spc="15"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g/cm</a:t>
            </a:r>
            <a:r>
              <a:rPr dirty="0" baseline="48611" sz="600" spc="-30">
                <a:latin typeface="Arial MT"/>
                <a:cs typeface="Arial MT"/>
              </a:rPr>
              <a:t>3</a:t>
            </a:r>
            <a:endParaRPr baseline="48611" sz="600">
              <a:latin typeface="Arial MT"/>
              <a:cs typeface="Arial MT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3029711" y="1037844"/>
            <a:ext cx="1000125" cy="370840"/>
          </a:xfrm>
          <a:custGeom>
            <a:avLst/>
            <a:gdLst/>
            <a:ahLst/>
            <a:cxnLst/>
            <a:rect l="l" t="t" r="r" b="b"/>
            <a:pathLst>
              <a:path w="1000125" h="370840">
                <a:moveTo>
                  <a:pt x="938022" y="0"/>
                </a:moveTo>
                <a:lnTo>
                  <a:pt x="61721" y="0"/>
                </a:lnTo>
                <a:lnTo>
                  <a:pt x="37718" y="4857"/>
                </a:lnTo>
                <a:lnTo>
                  <a:pt x="18097" y="18097"/>
                </a:lnTo>
                <a:lnTo>
                  <a:pt x="4857" y="37718"/>
                </a:lnTo>
                <a:lnTo>
                  <a:pt x="0" y="61721"/>
                </a:lnTo>
                <a:lnTo>
                  <a:pt x="0" y="308609"/>
                </a:lnTo>
                <a:lnTo>
                  <a:pt x="4857" y="332612"/>
                </a:lnTo>
                <a:lnTo>
                  <a:pt x="18097" y="352234"/>
                </a:lnTo>
                <a:lnTo>
                  <a:pt x="37718" y="365474"/>
                </a:lnTo>
                <a:lnTo>
                  <a:pt x="61721" y="370331"/>
                </a:lnTo>
                <a:lnTo>
                  <a:pt x="938022" y="370331"/>
                </a:lnTo>
                <a:lnTo>
                  <a:pt x="962025" y="365474"/>
                </a:lnTo>
                <a:lnTo>
                  <a:pt x="981646" y="352234"/>
                </a:lnTo>
                <a:lnTo>
                  <a:pt x="994886" y="332612"/>
                </a:lnTo>
                <a:lnTo>
                  <a:pt x="999743" y="308609"/>
                </a:lnTo>
                <a:lnTo>
                  <a:pt x="999743" y="61721"/>
                </a:lnTo>
                <a:lnTo>
                  <a:pt x="994886" y="37718"/>
                </a:lnTo>
                <a:lnTo>
                  <a:pt x="981646" y="18097"/>
                </a:lnTo>
                <a:lnTo>
                  <a:pt x="962025" y="4857"/>
                </a:lnTo>
                <a:lnTo>
                  <a:pt x="938022" y="0"/>
                </a:lnTo>
                <a:close/>
              </a:path>
            </a:pathLst>
          </a:custGeom>
          <a:solidFill>
            <a:srgbClr val="212A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486257" y="1058036"/>
            <a:ext cx="33864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2720" algn="l"/>
              </a:tabLst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SAXS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GISAXS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3081527" y="1412747"/>
            <a:ext cx="2080260" cy="2280285"/>
            <a:chOff x="3081527" y="1412747"/>
            <a:chExt cx="2080260" cy="2280285"/>
          </a:xfrm>
        </p:grpSpPr>
        <p:pic>
          <p:nvPicPr>
            <p:cNvPr id="36" name="object 3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1527" y="1412747"/>
              <a:ext cx="2080260" cy="2279904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3623437" y="1800605"/>
              <a:ext cx="1089660" cy="1357630"/>
            </a:xfrm>
            <a:custGeom>
              <a:avLst/>
              <a:gdLst/>
              <a:ahLst/>
              <a:cxnLst/>
              <a:rect l="l" t="t" r="r" b="b"/>
              <a:pathLst>
                <a:path w="1089660" h="1357630">
                  <a:moveTo>
                    <a:pt x="1071905" y="1328801"/>
                  </a:moveTo>
                  <a:lnTo>
                    <a:pt x="1026033" y="1328801"/>
                  </a:lnTo>
                  <a:lnTo>
                    <a:pt x="1013294" y="1328801"/>
                  </a:lnTo>
                  <a:lnTo>
                    <a:pt x="1012825" y="1357122"/>
                  </a:lnTo>
                  <a:lnTo>
                    <a:pt x="1071905" y="1328801"/>
                  </a:lnTo>
                  <a:close/>
                </a:path>
                <a:path w="1089660" h="1357630">
                  <a:moveTo>
                    <a:pt x="1089660" y="1320292"/>
                  </a:moveTo>
                  <a:lnTo>
                    <a:pt x="1014095" y="1280922"/>
                  </a:lnTo>
                  <a:lnTo>
                    <a:pt x="1013612" y="1309547"/>
                  </a:lnTo>
                  <a:lnTo>
                    <a:pt x="47498" y="1293533"/>
                  </a:lnTo>
                  <a:lnTo>
                    <a:pt x="47612" y="76200"/>
                  </a:lnTo>
                  <a:lnTo>
                    <a:pt x="76200" y="76200"/>
                  </a:lnTo>
                  <a:lnTo>
                    <a:pt x="69862" y="63500"/>
                  </a:lnTo>
                  <a:lnTo>
                    <a:pt x="38227" y="0"/>
                  </a:lnTo>
                  <a:lnTo>
                    <a:pt x="0" y="76200"/>
                  </a:lnTo>
                  <a:lnTo>
                    <a:pt x="28562" y="76200"/>
                  </a:lnTo>
                  <a:lnTo>
                    <a:pt x="28448" y="1313688"/>
                  </a:lnTo>
                  <a:lnTo>
                    <a:pt x="47498" y="1313688"/>
                  </a:lnTo>
                  <a:lnTo>
                    <a:pt x="47498" y="1312583"/>
                  </a:lnTo>
                  <a:lnTo>
                    <a:pt x="1013294" y="1328597"/>
                  </a:lnTo>
                  <a:lnTo>
                    <a:pt x="1026033" y="1328597"/>
                  </a:lnTo>
                  <a:lnTo>
                    <a:pt x="1072337" y="1328597"/>
                  </a:lnTo>
                  <a:lnTo>
                    <a:pt x="1089660" y="13202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3519932" y="1458848"/>
            <a:ext cx="1320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626611" y="1574673"/>
            <a:ext cx="7937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4776342" y="2955417"/>
            <a:ext cx="1320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4883022" y="3071241"/>
            <a:ext cx="14732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xy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4120896" y="1399032"/>
            <a:ext cx="1466215" cy="1207135"/>
            <a:chOff x="4120896" y="1399032"/>
            <a:chExt cx="1466215" cy="1207135"/>
          </a:xfrm>
        </p:grpSpPr>
        <p:sp>
          <p:nvSpPr>
            <p:cNvPr id="43" name="object 43" descr=""/>
            <p:cNvSpPr/>
            <p:nvPr/>
          </p:nvSpPr>
          <p:spPr>
            <a:xfrm>
              <a:off x="4120896" y="1399032"/>
              <a:ext cx="1466215" cy="1207135"/>
            </a:xfrm>
            <a:custGeom>
              <a:avLst/>
              <a:gdLst/>
              <a:ahLst/>
              <a:cxnLst/>
              <a:rect l="l" t="t" r="r" b="b"/>
              <a:pathLst>
                <a:path w="1466214" h="1207135">
                  <a:moveTo>
                    <a:pt x="1466088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1466088" y="1207008"/>
                  </a:lnTo>
                  <a:lnTo>
                    <a:pt x="14660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331041" y="2275667"/>
              <a:ext cx="1256030" cy="3175"/>
            </a:xfrm>
            <a:custGeom>
              <a:avLst/>
              <a:gdLst/>
              <a:ahLst/>
              <a:cxnLst/>
              <a:rect l="l" t="t" r="r" b="b"/>
              <a:pathLst>
                <a:path w="1256029" h="3175">
                  <a:moveTo>
                    <a:pt x="1255943" y="0"/>
                  </a:moveTo>
                  <a:lnTo>
                    <a:pt x="0" y="0"/>
                  </a:lnTo>
                  <a:lnTo>
                    <a:pt x="0" y="3110"/>
                  </a:lnTo>
                  <a:lnTo>
                    <a:pt x="1255943" y="3111"/>
                  </a:lnTo>
                  <a:lnTo>
                    <a:pt x="1255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314767" y="1596508"/>
              <a:ext cx="1155700" cy="697230"/>
            </a:xfrm>
            <a:custGeom>
              <a:avLst/>
              <a:gdLst/>
              <a:ahLst/>
              <a:cxnLst/>
              <a:rect l="l" t="t" r="r" b="b"/>
              <a:pathLst>
                <a:path w="1155700" h="697230">
                  <a:moveTo>
                    <a:pt x="206047" y="680714"/>
                  </a:moveTo>
                  <a:lnTo>
                    <a:pt x="206047" y="689010"/>
                  </a:lnTo>
                </a:path>
                <a:path w="1155700" h="697230">
                  <a:moveTo>
                    <a:pt x="585930" y="680714"/>
                  </a:moveTo>
                  <a:lnTo>
                    <a:pt x="585930" y="689010"/>
                  </a:lnTo>
                </a:path>
                <a:path w="1155700" h="697230">
                  <a:moveTo>
                    <a:pt x="965472" y="680715"/>
                  </a:moveTo>
                  <a:lnTo>
                    <a:pt x="965472" y="689010"/>
                  </a:lnTo>
                </a:path>
                <a:path w="1155700" h="697230">
                  <a:moveTo>
                    <a:pt x="16273" y="680714"/>
                  </a:moveTo>
                  <a:lnTo>
                    <a:pt x="16273" y="696960"/>
                  </a:lnTo>
                </a:path>
                <a:path w="1155700" h="697230">
                  <a:moveTo>
                    <a:pt x="396171" y="680714"/>
                  </a:moveTo>
                  <a:lnTo>
                    <a:pt x="396171" y="696960"/>
                  </a:lnTo>
                </a:path>
                <a:path w="1155700" h="697230">
                  <a:moveTo>
                    <a:pt x="775708" y="680715"/>
                  </a:moveTo>
                  <a:lnTo>
                    <a:pt x="775708" y="696960"/>
                  </a:lnTo>
                </a:path>
                <a:path w="1155700" h="697230">
                  <a:moveTo>
                    <a:pt x="1155597" y="680715"/>
                  </a:moveTo>
                  <a:lnTo>
                    <a:pt x="1155597" y="696960"/>
                  </a:lnTo>
                </a:path>
                <a:path w="1155700" h="697230">
                  <a:moveTo>
                    <a:pt x="16273" y="680714"/>
                  </a:moveTo>
                  <a:lnTo>
                    <a:pt x="16273" y="0"/>
                  </a:lnTo>
                </a:path>
                <a:path w="1155700" h="697230">
                  <a:moveTo>
                    <a:pt x="16273" y="646482"/>
                  </a:moveTo>
                  <a:lnTo>
                    <a:pt x="7963" y="646482"/>
                  </a:lnTo>
                </a:path>
                <a:path w="1155700" h="697230">
                  <a:moveTo>
                    <a:pt x="16273" y="626434"/>
                  </a:moveTo>
                  <a:lnTo>
                    <a:pt x="7963" y="626434"/>
                  </a:lnTo>
                </a:path>
                <a:path w="1155700" h="697230">
                  <a:moveTo>
                    <a:pt x="16273" y="612263"/>
                  </a:moveTo>
                  <a:lnTo>
                    <a:pt x="7963" y="612263"/>
                  </a:lnTo>
                </a:path>
                <a:path w="1155700" h="697230">
                  <a:moveTo>
                    <a:pt x="16273" y="601538"/>
                  </a:moveTo>
                  <a:lnTo>
                    <a:pt x="7963" y="601538"/>
                  </a:lnTo>
                </a:path>
                <a:path w="1155700" h="697230">
                  <a:moveTo>
                    <a:pt x="16273" y="592552"/>
                  </a:moveTo>
                  <a:lnTo>
                    <a:pt x="7963" y="592552"/>
                  </a:lnTo>
                </a:path>
                <a:path w="1155700" h="697230">
                  <a:moveTo>
                    <a:pt x="16273" y="584947"/>
                  </a:moveTo>
                  <a:lnTo>
                    <a:pt x="7963" y="584947"/>
                  </a:lnTo>
                </a:path>
                <a:path w="1155700" h="697230">
                  <a:moveTo>
                    <a:pt x="16273" y="578380"/>
                  </a:moveTo>
                  <a:lnTo>
                    <a:pt x="7963" y="578380"/>
                  </a:lnTo>
                </a:path>
                <a:path w="1155700" h="697230">
                  <a:moveTo>
                    <a:pt x="16273" y="572504"/>
                  </a:moveTo>
                  <a:lnTo>
                    <a:pt x="7963" y="572504"/>
                  </a:lnTo>
                </a:path>
                <a:path w="1155700" h="697230">
                  <a:moveTo>
                    <a:pt x="16273" y="533087"/>
                  </a:moveTo>
                  <a:lnTo>
                    <a:pt x="7963" y="533087"/>
                  </a:lnTo>
                </a:path>
                <a:path w="1155700" h="697230">
                  <a:moveTo>
                    <a:pt x="16273" y="513039"/>
                  </a:moveTo>
                  <a:lnTo>
                    <a:pt x="7963" y="513039"/>
                  </a:lnTo>
                </a:path>
                <a:path w="1155700" h="697230">
                  <a:moveTo>
                    <a:pt x="16273" y="498868"/>
                  </a:moveTo>
                  <a:lnTo>
                    <a:pt x="7963" y="498868"/>
                  </a:lnTo>
                </a:path>
                <a:path w="1155700" h="697230">
                  <a:moveTo>
                    <a:pt x="16273" y="487798"/>
                  </a:moveTo>
                  <a:lnTo>
                    <a:pt x="7963" y="487798"/>
                  </a:lnTo>
                </a:path>
                <a:path w="1155700" h="697230">
                  <a:moveTo>
                    <a:pt x="16273" y="478811"/>
                  </a:moveTo>
                  <a:lnTo>
                    <a:pt x="7963" y="478811"/>
                  </a:lnTo>
                </a:path>
                <a:path w="1155700" h="697230">
                  <a:moveTo>
                    <a:pt x="16273" y="471553"/>
                  </a:moveTo>
                  <a:lnTo>
                    <a:pt x="7963" y="471553"/>
                  </a:lnTo>
                </a:path>
                <a:path w="1155700" h="697230">
                  <a:moveTo>
                    <a:pt x="16273" y="464640"/>
                  </a:moveTo>
                  <a:lnTo>
                    <a:pt x="7963" y="464640"/>
                  </a:lnTo>
                </a:path>
                <a:path w="1155700" h="697230">
                  <a:moveTo>
                    <a:pt x="16273" y="459109"/>
                  </a:moveTo>
                  <a:lnTo>
                    <a:pt x="7963" y="459109"/>
                  </a:lnTo>
                </a:path>
                <a:path w="1155700" h="697230">
                  <a:moveTo>
                    <a:pt x="16273" y="419692"/>
                  </a:moveTo>
                  <a:lnTo>
                    <a:pt x="7963" y="419692"/>
                  </a:lnTo>
                </a:path>
                <a:path w="1155700" h="697230">
                  <a:moveTo>
                    <a:pt x="16273" y="399644"/>
                  </a:moveTo>
                  <a:lnTo>
                    <a:pt x="7963" y="399644"/>
                  </a:lnTo>
                </a:path>
                <a:path w="1155700" h="697230">
                  <a:moveTo>
                    <a:pt x="16273" y="385473"/>
                  </a:moveTo>
                  <a:lnTo>
                    <a:pt x="7963" y="385473"/>
                  </a:lnTo>
                </a:path>
                <a:path w="1155700" h="697230">
                  <a:moveTo>
                    <a:pt x="16273" y="374403"/>
                  </a:moveTo>
                  <a:lnTo>
                    <a:pt x="7963" y="374403"/>
                  </a:lnTo>
                </a:path>
                <a:path w="1155700" h="697230">
                  <a:moveTo>
                    <a:pt x="16273" y="365416"/>
                  </a:moveTo>
                  <a:lnTo>
                    <a:pt x="7963" y="365416"/>
                  </a:lnTo>
                </a:path>
                <a:path w="1155700" h="697230">
                  <a:moveTo>
                    <a:pt x="16273" y="357812"/>
                  </a:moveTo>
                  <a:lnTo>
                    <a:pt x="7963" y="357812"/>
                  </a:lnTo>
                </a:path>
                <a:path w="1155700" h="697230">
                  <a:moveTo>
                    <a:pt x="16273" y="351245"/>
                  </a:moveTo>
                  <a:lnTo>
                    <a:pt x="7963" y="351245"/>
                  </a:lnTo>
                </a:path>
                <a:path w="1155700" h="697230">
                  <a:moveTo>
                    <a:pt x="16273" y="345714"/>
                  </a:moveTo>
                  <a:lnTo>
                    <a:pt x="7963" y="345714"/>
                  </a:lnTo>
                </a:path>
                <a:path w="1155700" h="697230">
                  <a:moveTo>
                    <a:pt x="16273" y="306297"/>
                  </a:moveTo>
                  <a:lnTo>
                    <a:pt x="7963" y="306297"/>
                  </a:lnTo>
                </a:path>
                <a:path w="1155700" h="697230">
                  <a:moveTo>
                    <a:pt x="16273" y="286250"/>
                  </a:moveTo>
                  <a:lnTo>
                    <a:pt x="7963" y="286250"/>
                  </a:lnTo>
                </a:path>
                <a:path w="1155700" h="697230">
                  <a:moveTo>
                    <a:pt x="16273" y="272069"/>
                  </a:moveTo>
                  <a:lnTo>
                    <a:pt x="7963" y="272069"/>
                  </a:lnTo>
                </a:path>
                <a:path w="1155700" h="697230">
                  <a:moveTo>
                    <a:pt x="16273" y="261008"/>
                  </a:moveTo>
                  <a:lnTo>
                    <a:pt x="7963" y="261008"/>
                  </a:lnTo>
                </a:path>
                <a:path w="1155700" h="697230">
                  <a:moveTo>
                    <a:pt x="16273" y="252021"/>
                  </a:moveTo>
                  <a:lnTo>
                    <a:pt x="7963" y="252021"/>
                  </a:lnTo>
                </a:path>
                <a:path w="1155700" h="697230">
                  <a:moveTo>
                    <a:pt x="16273" y="244417"/>
                  </a:moveTo>
                  <a:lnTo>
                    <a:pt x="7963" y="244417"/>
                  </a:lnTo>
                </a:path>
                <a:path w="1155700" h="697230">
                  <a:moveTo>
                    <a:pt x="16273" y="237850"/>
                  </a:moveTo>
                  <a:lnTo>
                    <a:pt x="7963" y="237850"/>
                  </a:lnTo>
                </a:path>
                <a:path w="1155700" h="697230">
                  <a:moveTo>
                    <a:pt x="16273" y="231974"/>
                  </a:moveTo>
                  <a:lnTo>
                    <a:pt x="7963" y="231974"/>
                  </a:lnTo>
                </a:path>
                <a:path w="1155700" h="697230">
                  <a:moveTo>
                    <a:pt x="16273" y="192902"/>
                  </a:moveTo>
                  <a:lnTo>
                    <a:pt x="7963" y="192902"/>
                  </a:lnTo>
                </a:path>
                <a:path w="1155700" h="697230">
                  <a:moveTo>
                    <a:pt x="16273" y="172855"/>
                  </a:moveTo>
                  <a:lnTo>
                    <a:pt x="7963" y="172855"/>
                  </a:lnTo>
                </a:path>
                <a:path w="1155700" h="697230">
                  <a:moveTo>
                    <a:pt x="16273" y="158674"/>
                  </a:moveTo>
                  <a:lnTo>
                    <a:pt x="7963" y="158674"/>
                  </a:lnTo>
                </a:path>
                <a:path w="1155700" h="697230">
                  <a:moveTo>
                    <a:pt x="16273" y="147613"/>
                  </a:moveTo>
                  <a:lnTo>
                    <a:pt x="7963" y="147613"/>
                  </a:lnTo>
                </a:path>
                <a:path w="1155700" h="697230">
                  <a:moveTo>
                    <a:pt x="16273" y="138627"/>
                  </a:moveTo>
                  <a:lnTo>
                    <a:pt x="7963" y="138627"/>
                  </a:lnTo>
                </a:path>
                <a:path w="1155700" h="697230">
                  <a:moveTo>
                    <a:pt x="16273" y="131022"/>
                  </a:moveTo>
                  <a:lnTo>
                    <a:pt x="7963" y="131022"/>
                  </a:lnTo>
                </a:path>
                <a:path w="1155700" h="697230">
                  <a:moveTo>
                    <a:pt x="16273" y="124455"/>
                  </a:moveTo>
                  <a:lnTo>
                    <a:pt x="7963" y="124455"/>
                  </a:lnTo>
                </a:path>
                <a:path w="1155700" h="697230">
                  <a:moveTo>
                    <a:pt x="16273" y="118579"/>
                  </a:moveTo>
                  <a:lnTo>
                    <a:pt x="7963" y="118579"/>
                  </a:lnTo>
                </a:path>
                <a:path w="1155700" h="697230">
                  <a:moveTo>
                    <a:pt x="16273" y="79162"/>
                  </a:moveTo>
                  <a:lnTo>
                    <a:pt x="7963" y="79162"/>
                  </a:lnTo>
                </a:path>
                <a:path w="1155700" h="697230">
                  <a:moveTo>
                    <a:pt x="16273" y="59460"/>
                  </a:moveTo>
                  <a:lnTo>
                    <a:pt x="7963" y="59460"/>
                  </a:lnTo>
                </a:path>
                <a:path w="1155700" h="697230">
                  <a:moveTo>
                    <a:pt x="16273" y="45279"/>
                  </a:moveTo>
                  <a:lnTo>
                    <a:pt x="7963" y="45279"/>
                  </a:lnTo>
                </a:path>
                <a:path w="1155700" h="697230">
                  <a:moveTo>
                    <a:pt x="16273" y="34218"/>
                  </a:moveTo>
                  <a:lnTo>
                    <a:pt x="7963" y="34218"/>
                  </a:lnTo>
                </a:path>
                <a:path w="1155700" h="697230">
                  <a:moveTo>
                    <a:pt x="16273" y="25232"/>
                  </a:moveTo>
                  <a:lnTo>
                    <a:pt x="7963" y="25232"/>
                  </a:lnTo>
                </a:path>
                <a:path w="1155700" h="697230">
                  <a:moveTo>
                    <a:pt x="16273" y="17627"/>
                  </a:moveTo>
                  <a:lnTo>
                    <a:pt x="7963" y="17627"/>
                  </a:lnTo>
                </a:path>
                <a:path w="1155700" h="697230">
                  <a:moveTo>
                    <a:pt x="16273" y="11060"/>
                  </a:moveTo>
                  <a:lnTo>
                    <a:pt x="7963" y="11060"/>
                  </a:lnTo>
                </a:path>
                <a:path w="1155700" h="697230">
                  <a:moveTo>
                    <a:pt x="16273" y="5184"/>
                  </a:moveTo>
                  <a:lnTo>
                    <a:pt x="7963" y="5184"/>
                  </a:lnTo>
                </a:path>
                <a:path w="1155700" h="697230">
                  <a:moveTo>
                    <a:pt x="16273" y="680714"/>
                  </a:moveTo>
                  <a:lnTo>
                    <a:pt x="0" y="680714"/>
                  </a:lnTo>
                </a:path>
                <a:path w="1155700" h="697230">
                  <a:moveTo>
                    <a:pt x="16273" y="567319"/>
                  </a:moveTo>
                  <a:lnTo>
                    <a:pt x="0" y="567319"/>
                  </a:lnTo>
                </a:path>
                <a:path w="1155700" h="697230">
                  <a:moveTo>
                    <a:pt x="16273" y="453925"/>
                  </a:moveTo>
                  <a:lnTo>
                    <a:pt x="0" y="453925"/>
                  </a:lnTo>
                </a:path>
                <a:path w="1155700" h="697230">
                  <a:moveTo>
                    <a:pt x="16273" y="340530"/>
                  </a:moveTo>
                  <a:lnTo>
                    <a:pt x="0" y="340530"/>
                  </a:lnTo>
                </a:path>
                <a:path w="1155700" h="697230">
                  <a:moveTo>
                    <a:pt x="16273" y="226789"/>
                  </a:moveTo>
                  <a:lnTo>
                    <a:pt x="0" y="226789"/>
                  </a:lnTo>
                </a:path>
                <a:path w="1155700" h="697230">
                  <a:moveTo>
                    <a:pt x="16273" y="113394"/>
                  </a:moveTo>
                  <a:lnTo>
                    <a:pt x="0" y="113394"/>
                  </a:lnTo>
                </a:path>
                <a:path w="1155700" h="697230">
                  <a:moveTo>
                    <a:pt x="1627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4252900" y="2277657"/>
            <a:ext cx="156845" cy="106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20">
                <a:latin typeface="Arial MT"/>
                <a:cs typeface="Arial MT"/>
              </a:rPr>
              <a:t>0.00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632784" y="2277657"/>
            <a:ext cx="156845" cy="106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20">
                <a:latin typeface="Arial MT"/>
                <a:cs typeface="Arial MT"/>
              </a:rPr>
              <a:t>0.02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012322" y="2277657"/>
            <a:ext cx="156845" cy="106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20">
                <a:latin typeface="Arial MT"/>
                <a:cs typeface="Arial MT"/>
              </a:rPr>
              <a:t>0.04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5392210" y="2277657"/>
            <a:ext cx="156845" cy="106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20">
                <a:latin typeface="Arial MT"/>
                <a:cs typeface="Arial MT"/>
              </a:rPr>
              <a:t>0.06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4270905" y="2239624"/>
            <a:ext cx="45720" cy="68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" spc="-50"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4231420" y="2012835"/>
            <a:ext cx="85090" cy="1816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" spc="-25">
                <a:latin typeface="Arial MT"/>
                <a:cs typeface="Arial MT"/>
              </a:rPr>
              <a:t>100</a:t>
            </a:r>
            <a:endParaRPr sz="2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">
              <a:latin typeface="Arial MT"/>
              <a:cs typeface="Arial MT"/>
            </a:endParaRPr>
          </a:p>
          <a:p>
            <a:pPr marL="32384">
              <a:lnSpc>
                <a:spcPct val="100000"/>
              </a:lnSpc>
            </a:pPr>
            <a:r>
              <a:rPr dirty="0" sz="250" spc="-25">
                <a:latin typeface="Arial MT"/>
                <a:cs typeface="Arial MT"/>
              </a:rPr>
              <a:t>10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4211684" y="1899440"/>
            <a:ext cx="104775" cy="68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" spc="-20">
                <a:latin typeface="Arial MT"/>
                <a:cs typeface="Arial MT"/>
              </a:rPr>
              <a:t>1000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191948" y="1785699"/>
            <a:ext cx="124460" cy="68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" spc="-10">
                <a:latin typeface="Arial MT"/>
                <a:cs typeface="Arial MT"/>
              </a:rPr>
              <a:t>10000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4172203" y="1672305"/>
            <a:ext cx="144145" cy="68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" spc="-10">
                <a:latin typeface="Arial MT"/>
                <a:cs typeface="Arial MT"/>
              </a:rPr>
              <a:t>100000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4152467" y="1558910"/>
            <a:ext cx="163830" cy="68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" spc="-10">
                <a:latin typeface="Arial MT"/>
                <a:cs typeface="Arial MT"/>
              </a:rPr>
              <a:t>1000000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4327865" y="1482128"/>
            <a:ext cx="1214755" cy="744220"/>
            <a:chOff x="4327865" y="1482128"/>
            <a:chExt cx="1214755" cy="744220"/>
          </a:xfrm>
        </p:grpSpPr>
        <p:sp>
          <p:nvSpPr>
            <p:cNvPr id="57" name="object 57" descr=""/>
            <p:cNvSpPr/>
            <p:nvPr/>
          </p:nvSpPr>
          <p:spPr>
            <a:xfrm>
              <a:off x="4331040" y="1694075"/>
              <a:ext cx="1208405" cy="528955"/>
            </a:xfrm>
            <a:custGeom>
              <a:avLst/>
              <a:gdLst/>
              <a:ahLst/>
              <a:cxnLst/>
              <a:rect l="l" t="t" r="r" b="b"/>
              <a:pathLst>
                <a:path w="1208404" h="528955">
                  <a:moveTo>
                    <a:pt x="0" y="0"/>
                  </a:moveTo>
                  <a:lnTo>
                    <a:pt x="28747" y="40367"/>
                  </a:lnTo>
                  <a:lnTo>
                    <a:pt x="42597" y="77706"/>
                  </a:lnTo>
                  <a:lnTo>
                    <a:pt x="56446" y="131987"/>
                  </a:lnTo>
                  <a:lnTo>
                    <a:pt x="70296" y="219099"/>
                  </a:lnTo>
                  <a:lnTo>
                    <a:pt x="84160" y="82546"/>
                  </a:lnTo>
                  <a:lnTo>
                    <a:pt x="98009" y="157910"/>
                  </a:lnTo>
                  <a:lnTo>
                    <a:pt x="111859" y="306224"/>
                  </a:lnTo>
                  <a:lnTo>
                    <a:pt x="125709" y="348061"/>
                  </a:lnTo>
                  <a:lnTo>
                    <a:pt x="139905" y="336296"/>
                  </a:lnTo>
                  <a:lnTo>
                    <a:pt x="153764" y="319705"/>
                  </a:lnTo>
                  <a:lnTo>
                    <a:pt x="167613" y="295509"/>
                  </a:lnTo>
                  <a:lnTo>
                    <a:pt x="181463" y="278909"/>
                  </a:lnTo>
                  <a:lnTo>
                    <a:pt x="195313" y="259553"/>
                  </a:lnTo>
                  <a:lnTo>
                    <a:pt x="209163" y="240888"/>
                  </a:lnTo>
                  <a:lnTo>
                    <a:pt x="223022" y="223592"/>
                  </a:lnTo>
                  <a:lnTo>
                    <a:pt x="236871" y="213223"/>
                  </a:lnTo>
                  <a:lnTo>
                    <a:pt x="250721" y="213223"/>
                  </a:lnTo>
                  <a:lnTo>
                    <a:pt x="264571" y="220827"/>
                  </a:lnTo>
                  <a:lnTo>
                    <a:pt x="278420" y="235358"/>
                  </a:lnTo>
                  <a:lnTo>
                    <a:pt x="292270" y="250912"/>
                  </a:lnTo>
                  <a:lnTo>
                    <a:pt x="306134" y="275107"/>
                  </a:lnTo>
                  <a:lnTo>
                    <a:pt x="319983" y="296201"/>
                  </a:lnTo>
                  <a:lnTo>
                    <a:pt x="333833" y="311064"/>
                  </a:lnTo>
                  <a:lnTo>
                    <a:pt x="348029" y="319013"/>
                  </a:lnTo>
                  <a:lnTo>
                    <a:pt x="361879" y="324198"/>
                  </a:lnTo>
                  <a:lnTo>
                    <a:pt x="375742" y="326963"/>
                  </a:lnTo>
                  <a:lnTo>
                    <a:pt x="389592" y="312792"/>
                  </a:lnTo>
                  <a:lnTo>
                    <a:pt x="403442" y="310372"/>
                  </a:lnTo>
                  <a:lnTo>
                    <a:pt x="417291" y="292053"/>
                  </a:lnTo>
                  <a:lnTo>
                    <a:pt x="431141" y="295509"/>
                  </a:lnTo>
                  <a:lnTo>
                    <a:pt x="445000" y="288597"/>
                  </a:lnTo>
                  <a:lnTo>
                    <a:pt x="458850" y="286168"/>
                  </a:lnTo>
                  <a:lnTo>
                    <a:pt x="472700" y="291362"/>
                  </a:lnTo>
                  <a:lnTo>
                    <a:pt x="486549" y="292053"/>
                  </a:lnTo>
                  <a:lnTo>
                    <a:pt x="500399" y="295510"/>
                  </a:lnTo>
                  <a:lnTo>
                    <a:pt x="514263" y="303459"/>
                  </a:lnTo>
                  <a:lnTo>
                    <a:pt x="528112" y="324198"/>
                  </a:lnTo>
                  <a:lnTo>
                    <a:pt x="541962" y="323852"/>
                  </a:lnTo>
                  <a:lnTo>
                    <a:pt x="556153" y="331802"/>
                  </a:lnTo>
                  <a:lnTo>
                    <a:pt x="570003" y="348062"/>
                  </a:lnTo>
                  <a:lnTo>
                    <a:pt x="583853" y="364998"/>
                  </a:lnTo>
                  <a:lnTo>
                    <a:pt x="597716" y="379170"/>
                  </a:lnTo>
                  <a:lnTo>
                    <a:pt x="611566" y="390230"/>
                  </a:lnTo>
                  <a:lnTo>
                    <a:pt x="625416" y="376059"/>
                  </a:lnTo>
                  <a:lnTo>
                    <a:pt x="639265" y="388502"/>
                  </a:lnTo>
                  <a:lnTo>
                    <a:pt x="653115" y="384009"/>
                  </a:lnTo>
                  <a:lnTo>
                    <a:pt x="666974" y="391267"/>
                  </a:lnTo>
                  <a:lnTo>
                    <a:pt x="680824" y="379170"/>
                  </a:lnTo>
                  <a:lnTo>
                    <a:pt x="694674" y="402683"/>
                  </a:lnTo>
                  <a:lnTo>
                    <a:pt x="708523" y="398881"/>
                  </a:lnTo>
                  <a:lnTo>
                    <a:pt x="722373" y="395415"/>
                  </a:lnTo>
                  <a:lnTo>
                    <a:pt x="736237" y="391267"/>
                  </a:lnTo>
                  <a:lnTo>
                    <a:pt x="750086" y="406485"/>
                  </a:lnTo>
                  <a:lnTo>
                    <a:pt x="764282" y="407868"/>
                  </a:lnTo>
                  <a:lnTo>
                    <a:pt x="778132" y="401300"/>
                  </a:lnTo>
                  <a:lnTo>
                    <a:pt x="791982" y="422730"/>
                  </a:lnTo>
                  <a:lnTo>
                    <a:pt x="805831" y="422730"/>
                  </a:lnTo>
                  <a:lnTo>
                    <a:pt x="819690" y="417200"/>
                  </a:lnTo>
                  <a:lnTo>
                    <a:pt x="833540" y="433100"/>
                  </a:lnTo>
                  <a:lnTo>
                    <a:pt x="847390" y="446580"/>
                  </a:lnTo>
                  <a:lnTo>
                    <a:pt x="861239" y="456617"/>
                  </a:lnTo>
                  <a:lnTo>
                    <a:pt x="875089" y="449691"/>
                  </a:lnTo>
                  <a:lnTo>
                    <a:pt x="888953" y="469752"/>
                  </a:lnTo>
                  <a:lnTo>
                    <a:pt x="902802" y="474937"/>
                  </a:lnTo>
                  <a:lnTo>
                    <a:pt x="916652" y="464913"/>
                  </a:lnTo>
                  <a:lnTo>
                    <a:pt x="930502" y="474937"/>
                  </a:lnTo>
                  <a:lnTo>
                    <a:pt x="944352" y="514695"/>
                  </a:lnTo>
                  <a:lnTo>
                    <a:pt x="958211" y="469752"/>
                  </a:lnTo>
                  <a:lnTo>
                    <a:pt x="972407" y="503971"/>
                  </a:lnTo>
                  <a:lnTo>
                    <a:pt x="986256" y="503971"/>
                  </a:lnTo>
                  <a:lnTo>
                    <a:pt x="1000106" y="464913"/>
                  </a:lnTo>
                  <a:lnTo>
                    <a:pt x="1013956" y="494984"/>
                  </a:lnTo>
                  <a:lnTo>
                    <a:pt x="1027819" y="480813"/>
                  </a:lnTo>
                  <a:lnTo>
                    <a:pt x="1041669" y="494984"/>
                  </a:lnTo>
                  <a:lnTo>
                    <a:pt x="1055519" y="503971"/>
                  </a:lnTo>
                  <a:lnTo>
                    <a:pt x="1069368" y="487380"/>
                  </a:lnTo>
                  <a:lnTo>
                    <a:pt x="1083218" y="528867"/>
                  </a:lnTo>
                  <a:lnTo>
                    <a:pt x="1097068" y="503971"/>
                  </a:lnTo>
                  <a:lnTo>
                    <a:pt x="1110931" y="474937"/>
                  </a:lnTo>
                  <a:lnTo>
                    <a:pt x="1124781" y="503971"/>
                  </a:lnTo>
                  <a:lnTo>
                    <a:pt x="1138631" y="503971"/>
                  </a:lnTo>
                  <a:lnTo>
                    <a:pt x="1152480" y="503971"/>
                  </a:lnTo>
                  <a:lnTo>
                    <a:pt x="1166330" y="494984"/>
                  </a:lnTo>
                  <a:lnTo>
                    <a:pt x="1180189" y="514695"/>
                  </a:lnTo>
                  <a:lnTo>
                    <a:pt x="1194039" y="494984"/>
                  </a:lnTo>
                  <a:lnTo>
                    <a:pt x="1208235" y="494984"/>
                  </a:lnTo>
                </a:path>
              </a:pathLst>
            </a:custGeom>
            <a:ln w="6223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057568" y="1941531"/>
              <a:ext cx="635" cy="133985"/>
            </a:xfrm>
            <a:custGeom>
              <a:avLst/>
              <a:gdLst/>
              <a:ahLst/>
              <a:cxnLst/>
              <a:rect l="l" t="t" r="r" b="b"/>
              <a:pathLst>
                <a:path w="635" h="133985">
                  <a:moveTo>
                    <a:pt x="0" y="0"/>
                  </a:moveTo>
                  <a:lnTo>
                    <a:pt x="346" y="133442"/>
                  </a:lnTo>
                </a:path>
              </a:pathLst>
            </a:custGeom>
            <a:ln w="623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050297" y="2044211"/>
              <a:ext cx="15875" cy="31115"/>
            </a:xfrm>
            <a:custGeom>
              <a:avLst/>
              <a:gdLst/>
              <a:ahLst/>
              <a:cxnLst/>
              <a:rect l="l" t="t" r="r" b="b"/>
              <a:pathLst>
                <a:path w="15875" h="31114">
                  <a:moveTo>
                    <a:pt x="15248" y="0"/>
                  </a:moveTo>
                  <a:lnTo>
                    <a:pt x="0" y="0"/>
                  </a:lnTo>
                  <a:lnTo>
                    <a:pt x="7617" y="30762"/>
                  </a:lnTo>
                  <a:lnTo>
                    <a:pt x="1524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807202" y="1838506"/>
              <a:ext cx="258445" cy="236854"/>
            </a:xfrm>
            <a:custGeom>
              <a:avLst/>
              <a:gdLst/>
              <a:ahLst/>
              <a:cxnLst/>
              <a:rect l="l" t="t" r="r" b="b"/>
              <a:pathLst>
                <a:path w="258445" h="236855">
                  <a:moveTo>
                    <a:pt x="250712" y="236467"/>
                  </a:moveTo>
                  <a:lnTo>
                    <a:pt x="243094" y="205705"/>
                  </a:lnTo>
                  <a:lnTo>
                    <a:pt x="250712" y="205705"/>
                  </a:lnTo>
                  <a:lnTo>
                    <a:pt x="258343" y="205705"/>
                  </a:lnTo>
                  <a:lnTo>
                    <a:pt x="250712" y="236467"/>
                  </a:lnTo>
                  <a:close/>
                </a:path>
                <a:path w="258445" h="236855">
                  <a:moveTo>
                    <a:pt x="0" y="0"/>
                  </a:moveTo>
                  <a:lnTo>
                    <a:pt x="0" y="122381"/>
                  </a:lnTo>
                </a:path>
              </a:pathLst>
            </a:custGeom>
            <a:ln w="622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799585" y="1930125"/>
              <a:ext cx="15240" cy="31115"/>
            </a:xfrm>
            <a:custGeom>
              <a:avLst/>
              <a:gdLst/>
              <a:ahLst/>
              <a:cxnLst/>
              <a:rect l="l" t="t" r="r" b="b"/>
              <a:pathLst>
                <a:path w="15239" h="31114">
                  <a:moveTo>
                    <a:pt x="15234" y="0"/>
                  </a:moveTo>
                  <a:lnTo>
                    <a:pt x="0" y="0"/>
                  </a:lnTo>
                  <a:lnTo>
                    <a:pt x="7617" y="30762"/>
                  </a:lnTo>
                  <a:lnTo>
                    <a:pt x="1523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799585" y="1930125"/>
              <a:ext cx="15240" cy="31115"/>
            </a:xfrm>
            <a:custGeom>
              <a:avLst/>
              <a:gdLst/>
              <a:ahLst/>
              <a:cxnLst/>
              <a:rect l="l" t="t" r="r" b="b"/>
              <a:pathLst>
                <a:path w="15239" h="31114">
                  <a:moveTo>
                    <a:pt x="7617" y="30762"/>
                  </a:moveTo>
                  <a:lnTo>
                    <a:pt x="0" y="0"/>
                  </a:lnTo>
                  <a:lnTo>
                    <a:pt x="7617" y="0"/>
                  </a:lnTo>
                  <a:lnTo>
                    <a:pt x="15234" y="0"/>
                  </a:lnTo>
                  <a:lnTo>
                    <a:pt x="7617" y="30762"/>
                  </a:lnTo>
                  <a:close/>
                </a:path>
              </a:pathLst>
            </a:custGeom>
            <a:ln w="623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367405" y="1482763"/>
              <a:ext cx="619125" cy="100330"/>
            </a:xfrm>
            <a:custGeom>
              <a:avLst/>
              <a:gdLst/>
              <a:ahLst/>
              <a:cxnLst/>
              <a:rect l="l" t="t" r="r" b="b"/>
              <a:pathLst>
                <a:path w="619125" h="100330">
                  <a:moveTo>
                    <a:pt x="618828" y="0"/>
                  </a:moveTo>
                  <a:lnTo>
                    <a:pt x="0" y="0"/>
                  </a:lnTo>
                  <a:lnTo>
                    <a:pt x="0" y="100251"/>
                  </a:lnTo>
                  <a:lnTo>
                    <a:pt x="618828" y="100251"/>
                  </a:lnTo>
                  <a:lnTo>
                    <a:pt x="61882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367405" y="1482763"/>
              <a:ext cx="619125" cy="100330"/>
            </a:xfrm>
            <a:custGeom>
              <a:avLst/>
              <a:gdLst/>
              <a:ahLst/>
              <a:cxnLst/>
              <a:rect l="l" t="t" r="r" b="b"/>
              <a:pathLst>
                <a:path w="619125" h="100330">
                  <a:moveTo>
                    <a:pt x="0" y="100251"/>
                  </a:moveTo>
                  <a:lnTo>
                    <a:pt x="618828" y="100251"/>
                  </a:lnTo>
                  <a:lnTo>
                    <a:pt x="618828" y="0"/>
                  </a:lnTo>
                  <a:lnTo>
                    <a:pt x="0" y="0"/>
                  </a:lnTo>
                  <a:lnTo>
                    <a:pt x="0" y="100251"/>
                  </a:lnTo>
                  <a:close/>
                </a:path>
              </a:pathLst>
            </a:custGeom>
            <a:ln w="317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4963146" y="2471611"/>
            <a:ext cx="88900" cy="100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>
                <a:latin typeface="Arial MT"/>
                <a:cs typeface="Arial MT"/>
              </a:rPr>
              <a:t>xy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4879217" y="2392780"/>
            <a:ext cx="43624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 MT"/>
                <a:cs typeface="Arial MT"/>
              </a:rPr>
              <a:t>q</a:t>
            </a:r>
            <a:r>
              <a:rPr dirty="0" sz="800" spc="150">
                <a:latin typeface="Arial MT"/>
                <a:cs typeface="Arial MT"/>
              </a:rPr>
              <a:t>  </a:t>
            </a:r>
            <a:r>
              <a:rPr dirty="0" sz="800">
                <a:latin typeface="Arial MT"/>
                <a:cs typeface="Arial MT"/>
              </a:rPr>
              <a:t>(A</a:t>
            </a:r>
            <a:r>
              <a:rPr dirty="0" baseline="44444" sz="750">
                <a:latin typeface="Arial MT"/>
                <a:cs typeface="Arial MT"/>
              </a:rPr>
              <a:t>-</a:t>
            </a:r>
            <a:r>
              <a:rPr dirty="0" baseline="44444" sz="750" spc="-37">
                <a:latin typeface="Arial MT"/>
                <a:cs typeface="Arial MT"/>
              </a:rPr>
              <a:t>1</a:t>
            </a:r>
            <a:r>
              <a:rPr dirty="0" sz="800" spc="-25">
                <a:latin typeface="Arial MT"/>
                <a:cs typeface="Arial MT"/>
              </a:rPr>
              <a:t>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4363707" y="1471796"/>
            <a:ext cx="62674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in-plane</a:t>
            </a:r>
            <a:r>
              <a:rPr dirty="0" sz="5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scattering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4587759" y="1584845"/>
            <a:ext cx="30480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>
                <a:latin typeface="Arial MT"/>
                <a:cs typeface="Arial MT"/>
              </a:rPr>
              <a:t>q</a:t>
            </a:r>
            <a:r>
              <a:rPr dirty="0" sz="450" spc="190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=</a:t>
            </a:r>
            <a:r>
              <a:rPr dirty="0" sz="450" spc="20">
                <a:latin typeface="Arial MT"/>
                <a:cs typeface="Arial MT"/>
              </a:rPr>
              <a:t> </a:t>
            </a:r>
            <a:r>
              <a:rPr dirty="0" sz="450" spc="-10">
                <a:latin typeface="Arial MT"/>
                <a:cs typeface="Arial MT"/>
              </a:rPr>
              <a:t>0.012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4587759" y="1630813"/>
            <a:ext cx="386715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90"/>
              </a:spcBef>
            </a:pPr>
            <a:r>
              <a:rPr dirty="0" sz="300" spc="-50">
                <a:latin typeface="Arial MT"/>
                <a:cs typeface="Arial MT"/>
              </a:rPr>
              <a:t>1</a:t>
            </a:r>
            <a:endParaRPr sz="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450">
                <a:latin typeface="Arial MT"/>
                <a:cs typeface="Arial MT"/>
              </a:rPr>
              <a:t>d</a:t>
            </a:r>
            <a:r>
              <a:rPr dirty="0" sz="450" spc="40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=</a:t>
            </a:r>
            <a:r>
              <a:rPr dirty="0" sz="450" spc="45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52.36</a:t>
            </a:r>
            <a:r>
              <a:rPr dirty="0" sz="450" spc="40">
                <a:latin typeface="Arial MT"/>
                <a:cs typeface="Arial MT"/>
              </a:rPr>
              <a:t> </a:t>
            </a:r>
            <a:r>
              <a:rPr dirty="0" sz="450" spc="-25">
                <a:latin typeface="Arial MT"/>
                <a:cs typeface="Arial MT"/>
              </a:rPr>
              <a:t>nm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4566874" y="1653203"/>
            <a:ext cx="21590" cy="240029"/>
            <a:chOff x="4566874" y="1653203"/>
            <a:chExt cx="21590" cy="240029"/>
          </a:xfrm>
        </p:grpSpPr>
        <p:sp>
          <p:nvSpPr>
            <p:cNvPr id="71" name="object 71" descr=""/>
            <p:cNvSpPr/>
            <p:nvPr/>
          </p:nvSpPr>
          <p:spPr>
            <a:xfrm>
              <a:off x="4577607" y="1653203"/>
              <a:ext cx="0" cy="236854"/>
            </a:xfrm>
            <a:custGeom>
              <a:avLst/>
              <a:gdLst/>
              <a:ahLst/>
              <a:cxnLst/>
              <a:rect l="l" t="t" r="r" b="b"/>
              <a:pathLst>
                <a:path w="0" h="236855">
                  <a:moveTo>
                    <a:pt x="0" y="0"/>
                  </a:moveTo>
                  <a:lnTo>
                    <a:pt x="0" y="236813"/>
                  </a:lnTo>
                </a:path>
              </a:pathLst>
            </a:custGeom>
            <a:ln w="623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4569989" y="1859245"/>
              <a:ext cx="15240" cy="31115"/>
            </a:xfrm>
            <a:custGeom>
              <a:avLst/>
              <a:gdLst/>
              <a:ahLst/>
              <a:cxnLst/>
              <a:rect l="l" t="t" r="r" b="b"/>
              <a:pathLst>
                <a:path w="15239" h="31114">
                  <a:moveTo>
                    <a:pt x="15234" y="0"/>
                  </a:moveTo>
                  <a:lnTo>
                    <a:pt x="0" y="0"/>
                  </a:lnTo>
                  <a:lnTo>
                    <a:pt x="7617" y="30771"/>
                  </a:lnTo>
                  <a:lnTo>
                    <a:pt x="1523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4569989" y="1859245"/>
              <a:ext cx="15240" cy="31115"/>
            </a:xfrm>
            <a:custGeom>
              <a:avLst/>
              <a:gdLst/>
              <a:ahLst/>
              <a:cxnLst/>
              <a:rect l="l" t="t" r="r" b="b"/>
              <a:pathLst>
                <a:path w="15239" h="31114">
                  <a:moveTo>
                    <a:pt x="7617" y="30771"/>
                  </a:moveTo>
                  <a:lnTo>
                    <a:pt x="0" y="0"/>
                  </a:lnTo>
                  <a:lnTo>
                    <a:pt x="7617" y="0"/>
                  </a:lnTo>
                  <a:lnTo>
                    <a:pt x="15234" y="0"/>
                  </a:lnTo>
                  <a:lnTo>
                    <a:pt x="7617" y="30771"/>
                  </a:lnTo>
                  <a:close/>
                </a:path>
              </a:pathLst>
            </a:custGeom>
            <a:ln w="623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4109720" y="1229105"/>
            <a:ext cx="12998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Calibri"/>
                <a:cs typeface="Calibri"/>
              </a:rPr>
              <a:t>Nanostructured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material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453898" y="3922521"/>
            <a:ext cx="8068945" cy="2240915"/>
            <a:chOff x="453898" y="3922521"/>
            <a:chExt cx="8068945" cy="2240915"/>
          </a:xfrm>
        </p:grpSpPr>
        <p:sp>
          <p:nvSpPr>
            <p:cNvPr id="76" name="object 76" descr=""/>
            <p:cNvSpPr/>
            <p:nvPr/>
          </p:nvSpPr>
          <p:spPr>
            <a:xfrm>
              <a:off x="460248" y="3928871"/>
              <a:ext cx="8056245" cy="2228215"/>
            </a:xfrm>
            <a:custGeom>
              <a:avLst/>
              <a:gdLst/>
              <a:ahLst/>
              <a:cxnLst/>
              <a:rect l="l" t="t" r="r" b="b"/>
              <a:pathLst>
                <a:path w="8056245" h="2228215">
                  <a:moveTo>
                    <a:pt x="8055864" y="0"/>
                  </a:moveTo>
                  <a:lnTo>
                    <a:pt x="0" y="0"/>
                  </a:lnTo>
                  <a:lnTo>
                    <a:pt x="0" y="2228088"/>
                  </a:lnTo>
                  <a:lnTo>
                    <a:pt x="8055864" y="2228088"/>
                  </a:lnTo>
                  <a:lnTo>
                    <a:pt x="8055864" y="0"/>
                  </a:lnTo>
                  <a:close/>
                </a:path>
              </a:pathLst>
            </a:custGeom>
            <a:solidFill>
              <a:srgbClr val="212A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460248" y="3928871"/>
              <a:ext cx="8056245" cy="2228215"/>
            </a:xfrm>
            <a:custGeom>
              <a:avLst/>
              <a:gdLst/>
              <a:ahLst/>
              <a:cxnLst/>
              <a:rect l="l" t="t" r="r" b="b"/>
              <a:pathLst>
                <a:path w="8056245" h="2228215">
                  <a:moveTo>
                    <a:pt x="0" y="2228088"/>
                  </a:moveTo>
                  <a:lnTo>
                    <a:pt x="8055864" y="2228088"/>
                  </a:lnTo>
                  <a:lnTo>
                    <a:pt x="8055864" y="0"/>
                  </a:lnTo>
                  <a:lnTo>
                    <a:pt x="0" y="0"/>
                  </a:lnTo>
                  <a:lnTo>
                    <a:pt x="0" y="2228088"/>
                  </a:lnTo>
                  <a:close/>
                </a:path>
              </a:pathLst>
            </a:custGeom>
            <a:ln w="12700">
              <a:solidFill>
                <a:srgbClr val="212A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 txBox="1"/>
          <p:nvPr/>
        </p:nvSpPr>
        <p:spPr>
          <a:xfrm>
            <a:off x="551687" y="4055745"/>
            <a:ext cx="1330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have: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2" name="object 8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2020</a:t>
            </a:r>
          </a:p>
        </p:txBody>
      </p:sp>
      <p:sp>
        <p:nvSpPr>
          <p:cNvPr id="83" name="object 8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X-ray</a:t>
            </a:r>
            <a:r>
              <a:rPr dirty="0" spc="-40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-10"/>
              <a:t> Training</a:t>
            </a:r>
          </a:p>
        </p:txBody>
      </p:sp>
      <p:sp>
        <p:nvSpPr>
          <p:cNvPr id="84" name="object 8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79" name="object 79" descr=""/>
          <p:cNvSpPr txBox="1"/>
          <p:nvPr/>
        </p:nvSpPr>
        <p:spPr>
          <a:xfrm>
            <a:off x="4488815" y="4055745"/>
            <a:ext cx="2483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18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always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discuss</a:t>
            </a:r>
            <a:r>
              <a:rPr dirty="0" sz="18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on: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551687" y="4330065"/>
            <a:ext cx="401764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42265" algn="l"/>
                <a:tab pos="3937000" algn="l"/>
              </a:tabLst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situ</a:t>
            </a:r>
            <a:r>
              <a:rPr dirty="0" sz="1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heating/cooling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stage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5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342900" marR="652145" indent="-342900">
              <a:lnSpc>
                <a:spcPct val="100000"/>
              </a:lnSpc>
              <a:buFont typeface="Arial MT"/>
              <a:buChar char="•"/>
              <a:tabLst>
                <a:tab pos="342900" algn="l"/>
              </a:tabLst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High-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X-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ray</a:t>
            </a:r>
            <a:r>
              <a:rPr dirty="0"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(Rigaku Smartlab)</a:t>
            </a:r>
            <a:endParaRPr sz="18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buFont typeface="Arial MT"/>
              <a:buChar char="•"/>
              <a:tabLst>
                <a:tab pos="342265" algn="l"/>
              </a:tabLs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XRF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composition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  <a:p>
            <a:pPr marL="342900" marR="267970" indent="-342900">
              <a:lnSpc>
                <a:spcPct val="100000"/>
              </a:lnSpc>
              <a:buFont typeface="Arial MT"/>
              <a:buChar char="•"/>
              <a:tabLst>
                <a:tab pos="342900" algn="l"/>
              </a:tabLs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Wide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range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XRD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4488815" y="4330065"/>
            <a:ext cx="3322954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9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Ad-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hoc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situ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experiments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supervision</a:t>
            </a:r>
            <a:endParaRPr sz="180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Font typeface="Arial MT"/>
              <a:buChar char="•"/>
              <a:tabLst>
                <a:tab pos="342900" algn="l"/>
              </a:tabLs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experiment</a:t>
            </a:r>
            <a:endParaRPr sz="180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Font typeface="Arial MT"/>
              <a:buChar char="•"/>
              <a:tabLst>
                <a:tab pos="342900" algn="l"/>
              </a:tabLs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treatment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Pio</dc:creator>
  <dc:title>PowerPoint Presentation</dc:title>
  <dcterms:created xsi:type="dcterms:W3CDTF">2026-06-04T04:37:56Z</dcterms:created>
  <dcterms:modified xsi:type="dcterms:W3CDTF">2026-06-04T04:37:56Z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2026-06-04T00:00:00Z</vt:filetime>
  </property>
  <property fmtid="{D5CDD505-2E9C-101B-9397-08002B2CF9AE}" pid="5" name="Producer">
    <vt:lpwstr>Microsoft® PowerPoint® for Microsoft 365</vt:lpwstr>
  </property>
</Properties>
</file>